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97" r:id="rId3"/>
    <p:sldId id="260" r:id="rId4"/>
    <p:sldId id="261" r:id="rId5"/>
    <p:sldId id="286" r:id="rId6"/>
    <p:sldId id="257" r:id="rId7"/>
    <p:sldId id="289" r:id="rId8"/>
    <p:sldId id="290" r:id="rId9"/>
    <p:sldId id="281" r:id="rId10"/>
    <p:sldId id="291" r:id="rId11"/>
    <p:sldId id="292" r:id="rId12"/>
    <p:sldId id="293" r:id="rId13"/>
    <p:sldId id="264" r:id="rId14"/>
    <p:sldId id="267" r:id="rId15"/>
    <p:sldId id="294" r:id="rId16"/>
    <p:sldId id="259" r:id="rId17"/>
    <p:sldId id="295" r:id="rId18"/>
    <p:sldId id="296" r:id="rId19"/>
    <p:sldId id="266" r:id="rId20"/>
  </p:sldIdLst>
  <p:sldSz cx="9144000" cy="5143500" type="screen16x9"/>
  <p:notesSz cx="6858000" cy="9144000"/>
  <p:embeddedFontLst>
    <p:embeddedFont>
      <p:font typeface="Bahnschrift" panose="020B0502040204020203" pitchFamily="34" charset="0"/>
      <p:regular r:id="rId22"/>
      <p:bold r:id="rId23"/>
    </p:embeddedFont>
    <p:embeddedFont>
      <p:font typeface="Bodoni MT Black" panose="02070A03080606020203" pitchFamily="18" charset="0"/>
      <p:bold r:id="rId24"/>
      <p:boldItalic r:id="rId25"/>
    </p:embeddedFont>
    <p:embeddedFont>
      <p:font typeface="Century" panose="02040604050505020304" pitchFamily="18" charset="0"/>
      <p:regular r:id="rId26"/>
    </p:embeddedFont>
    <p:embeddedFont>
      <p:font typeface="Fira Sans" panose="020B0503050000020004" pitchFamily="34" charset="0"/>
      <p:regular r:id="rId27"/>
      <p:bold r:id="rId28"/>
      <p:italic r:id="rId29"/>
      <p:boldItalic r:id="rId30"/>
    </p:embeddedFont>
    <p:embeddedFont>
      <p:font typeface="Fira Sans SemiBold" panose="020B06030500000200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9">
          <p15:clr>
            <a:srgbClr val="EA4335"/>
          </p15:clr>
        </p15:guide>
        <p15:guide id="2" pos="288">
          <p15:clr>
            <a:srgbClr val="EA4335"/>
          </p15:clr>
        </p15:guide>
        <p15:guide id="3" pos="5472">
          <p15:clr>
            <a:srgbClr val="EA4335"/>
          </p15:clr>
        </p15:guide>
        <p15:guide id="4" orient="horz" pos="2984">
          <p15:clr>
            <a:srgbClr val="EA4335"/>
          </p15:clr>
        </p15:guide>
        <p15:guide id="5" orient="horz" pos="50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9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30" y="62"/>
      </p:cViewPr>
      <p:guideLst>
        <p:guide orient="horz" pos="259"/>
        <p:guide pos="288"/>
        <p:guide pos="5472"/>
        <p:guide orient="horz" pos="2984"/>
        <p:guide orient="horz" pos="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2a1ad2113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2a1ad2113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9026751953_0_1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9026751953_0_1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9026751953_0_1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9026751953_0_1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2" name="Google Shape;5152;g94a06c92dc_0_1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3" name="Google Shape;5153;g94a06c92dc_0_1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2F64671-C6EF-4748-2B49-0E623E63C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D9CF303D-E7DB-C82F-FAC5-6D34F7702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B40CE878-E093-C91D-6609-245FF5DC6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0238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2D2DFA89-229A-1DA4-60BA-17E74A17F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1ed6c2d0b_0_0:notes">
            <a:extLst>
              <a:ext uri="{FF2B5EF4-FFF2-40B4-BE49-F238E27FC236}">
                <a16:creationId xmlns:a16="http://schemas.microsoft.com/office/drawing/2014/main" id="{DB666B7E-E6F5-842C-A933-CCBBD96B8B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1ed6c2d0b_0_0:notes">
            <a:extLst>
              <a:ext uri="{FF2B5EF4-FFF2-40B4-BE49-F238E27FC236}">
                <a16:creationId xmlns:a16="http://schemas.microsoft.com/office/drawing/2014/main" id="{0F868DE6-E682-C1EA-26EE-9B6163BE7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6378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Google Shape;3924;g94a06c92dc_0_1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5" name="Google Shape;3925;g94a06c92dc_0_1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3">
          <a:extLst>
            <a:ext uri="{FF2B5EF4-FFF2-40B4-BE49-F238E27FC236}">
              <a16:creationId xmlns:a16="http://schemas.microsoft.com/office/drawing/2014/main" id="{5CD240B3-5B29-59E0-5EF2-D59953EE4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Google Shape;3924;g94a06c92dc_0_1387:notes">
            <a:extLst>
              <a:ext uri="{FF2B5EF4-FFF2-40B4-BE49-F238E27FC236}">
                <a16:creationId xmlns:a16="http://schemas.microsoft.com/office/drawing/2014/main" id="{B1E5016E-0A7D-01F2-08A6-B5DF974C44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5" name="Google Shape;3925;g94a06c92dc_0_1387:notes">
            <a:extLst>
              <a:ext uri="{FF2B5EF4-FFF2-40B4-BE49-F238E27FC236}">
                <a16:creationId xmlns:a16="http://schemas.microsoft.com/office/drawing/2014/main" id="{65571904-A58E-01A7-06A5-D1B7D19635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9721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3">
          <a:extLst>
            <a:ext uri="{FF2B5EF4-FFF2-40B4-BE49-F238E27FC236}">
              <a16:creationId xmlns:a16="http://schemas.microsoft.com/office/drawing/2014/main" id="{4AE4CE16-E7EB-D139-F3DF-45B4FB80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4" name="Google Shape;3924;g94a06c92dc_0_1387:notes">
            <a:extLst>
              <a:ext uri="{FF2B5EF4-FFF2-40B4-BE49-F238E27FC236}">
                <a16:creationId xmlns:a16="http://schemas.microsoft.com/office/drawing/2014/main" id="{A673EC73-5F07-A622-771E-E598CD2CB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5" name="Google Shape;3925;g94a06c92dc_0_1387:notes">
            <a:extLst>
              <a:ext uri="{FF2B5EF4-FFF2-40B4-BE49-F238E27FC236}">
                <a16:creationId xmlns:a16="http://schemas.microsoft.com/office/drawing/2014/main" id="{97A5B9AF-7783-339D-EDEF-BDFB24E340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8106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929290261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929290261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g929290261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929290261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9026751953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9026751953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929290261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929290261e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38/s41598-025-25100-6" TargetMode="Externa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/>
        </p:nvSpPr>
        <p:spPr>
          <a:xfrm>
            <a:off x="0" y="1706118"/>
            <a:ext cx="5532120" cy="1731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>
                <a:latin typeface="Century" panose="02040604050505020304" pitchFamily="18" charset="0"/>
                <a:ea typeface="ADLaM Display" panose="02010000000000000000" pitchFamily="2" charset="0"/>
                <a:cs typeface="ADLaM Display" panose="02010000000000000000" pitchFamily="2" charset="0"/>
              </a:rPr>
              <a:t>Multi-perspective machine learning (MPML): A high-performance and interpretable ensemble method for heart disease prediction </a:t>
            </a:r>
            <a:endParaRPr sz="2000" dirty="0">
              <a:solidFill>
                <a:srgbClr val="00002A"/>
              </a:solidFill>
              <a:highlight>
                <a:srgbClr val="FFFFFF"/>
              </a:highlight>
              <a:latin typeface="Century" panose="02040604050505020304" pitchFamily="18" charset="0"/>
              <a:ea typeface="ADLaM Display" panose="02010000000000000000" pitchFamily="2" charset="0"/>
              <a:cs typeface="ADLaM Display" panose="02010000000000000000" pitchFamily="2" charset="0"/>
              <a:sym typeface="Fira Sans Extra Condensed SemiBold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8311E2-27E0-5C94-F527-1F7CF24D7E51}"/>
              </a:ext>
            </a:extLst>
          </p:cNvPr>
          <p:cNvCxnSpPr>
            <a:cxnSpLocks/>
          </p:cNvCxnSpPr>
          <p:nvPr/>
        </p:nvCxnSpPr>
        <p:spPr>
          <a:xfrm>
            <a:off x="0" y="2818636"/>
            <a:ext cx="599846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ECE8C49-EA8D-B6E9-3705-F05F00B87B72}"/>
              </a:ext>
            </a:extLst>
          </p:cNvPr>
          <p:cNvSpPr txBox="1"/>
          <p:nvPr/>
        </p:nvSpPr>
        <p:spPr>
          <a:xfrm>
            <a:off x="-1" y="2949545"/>
            <a:ext cx="5014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entury" panose="02040604050505020304" pitchFamily="18" charset="0"/>
              </a:rPr>
              <a:t>From MPML to ENMPAN: A Neural Network Extension for Explainable Heart Disease Prediction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8D9922-10FA-48C7-CAF0-1299DC30A184}"/>
              </a:ext>
            </a:extLst>
          </p:cNvPr>
          <p:cNvCxnSpPr/>
          <p:nvPr/>
        </p:nvCxnSpPr>
        <p:spPr>
          <a:xfrm>
            <a:off x="-1" y="2917978"/>
            <a:ext cx="5922169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C9D193-E899-8F7A-B861-2A851AF1D9F7}"/>
              </a:ext>
            </a:extLst>
          </p:cNvPr>
          <p:cNvCxnSpPr>
            <a:cxnSpLocks/>
          </p:cNvCxnSpPr>
          <p:nvPr/>
        </p:nvCxnSpPr>
        <p:spPr>
          <a:xfrm>
            <a:off x="-1" y="2847211"/>
            <a:ext cx="754380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54" name="Google Shape;54;p13"/>
          <p:cNvGrpSpPr/>
          <p:nvPr/>
        </p:nvGrpSpPr>
        <p:grpSpPr>
          <a:xfrm>
            <a:off x="5648038" y="794768"/>
            <a:ext cx="3346705" cy="3060192"/>
            <a:chOff x="2523825" y="1354400"/>
            <a:chExt cx="4476450" cy="3155825"/>
          </a:xfrm>
        </p:grpSpPr>
        <p:sp>
          <p:nvSpPr>
            <p:cNvPr id="55" name="Google Shape;55;p13"/>
            <p:cNvSpPr/>
            <p:nvPr/>
          </p:nvSpPr>
          <p:spPr>
            <a:xfrm>
              <a:off x="5135725" y="2136600"/>
              <a:ext cx="424400" cy="668250"/>
            </a:xfrm>
            <a:custGeom>
              <a:avLst/>
              <a:gdLst/>
              <a:ahLst/>
              <a:cxnLst/>
              <a:rect l="l" t="t" r="r" b="b"/>
              <a:pathLst>
                <a:path w="16976" h="26730" extrusionOk="0">
                  <a:moveTo>
                    <a:pt x="159" y="1"/>
                  </a:moveTo>
                  <a:cubicBezTo>
                    <a:pt x="96" y="1"/>
                    <a:pt x="1" y="64"/>
                    <a:pt x="1" y="159"/>
                  </a:cubicBezTo>
                  <a:lnTo>
                    <a:pt x="1" y="16500"/>
                  </a:lnTo>
                  <a:cubicBezTo>
                    <a:pt x="1" y="16564"/>
                    <a:pt x="33" y="16595"/>
                    <a:pt x="64" y="16627"/>
                  </a:cubicBezTo>
                  <a:lnTo>
                    <a:pt x="10103" y="26698"/>
                  </a:lnTo>
                  <a:cubicBezTo>
                    <a:pt x="10135" y="26730"/>
                    <a:pt x="10198" y="26730"/>
                    <a:pt x="10230" y="26730"/>
                  </a:cubicBezTo>
                  <a:lnTo>
                    <a:pt x="16817" y="26730"/>
                  </a:lnTo>
                  <a:cubicBezTo>
                    <a:pt x="16912" y="26730"/>
                    <a:pt x="16975" y="26666"/>
                    <a:pt x="16975" y="26571"/>
                  </a:cubicBezTo>
                  <a:cubicBezTo>
                    <a:pt x="16975" y="26476"/>
                    <a:pt x="16880" y="26413"/>
                    <a:pt x="16817" y="26413"/>
                  </a:cubicBezTo>
                  <a:lnTo>
                    <a:pt x="10293" y="26413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5908450" y="1686925"/>
              <a:ext cx="424400" cy="544725"/>
            </a:xfrm>
            <a:custGeom>
              <a:avLst/>
              <a:gdLst/>
              <a:ahLst/>
              <a:cxnLst/>
              <a:rect l="l" t="t" r="r" b="b"/>
              <a:pathLst>
                <a:path w="16976" h="21789" extrusionOk="0">
                  <a:moveTo>
                    <a:pt x="16817" y="0"/>
                  </a:moveTo>
                  <a:cubicBezTo>
                    <a:pt x="16722" y="0"/>
                    <a:pt x="16627" y="63"/>
                    <a:pt x="16627" y="158"/>
                  </a:cubicBezTo>
                  <a:lnTo>
                    <a:pt x="16627" y="11496"/>
                  </a:lnTo>
                  <a:lnTo>
                    <a:pt x="6683" y="21440"/>
                  </a:lnTo>
                  <a:lnTo>
                    <a:pt x="191" y="21440"/>
                  </a:lnTo>
                  <a:cubicBezTo>
                    <a:pt x="96" y="21440"/>
                    <a:pt x="1" y="21535"/>
                    <a:pt x="1" y="21598"/>
                  </a:cubicBezTo>
                  <a:cubicBezTo>
                    <a:pt x="1" y="21693"/>
                    <a:pt x="64" y="21788"/>
                    <a:pt x="159" y="21788"/>
                  </a:cubicBezTo>
                  <a:lnTo>
                    <a:pt x="6746" y="21788"/>
                  </a:lnTo>
                  <a:cubicBezTo>
                    <a:pt x="6778" y="21788"/>
                    <a:pt x="6841" y="21757"/>
                    <a:pt x="6873" y="21725"/>
                  </a:cubicBezTo>
                  <a:lnTo>
                    <a:pt x="16912" y="11686"/>
                  </a:lnTo>
                  <a:cubicBezTo>
                    <a:pt x="16944" y="11654"/>
                    <a:pt x="16975" y="11591"/>
                    <a:pt x="16975" y="11559"/>
                  </a:cubicBezTo>
                  <a:lnTo>
                    <a:pt x="16975" y="158"/>
                  </a:lnTo>
                  <a:cubicBezTo>
                    <a:pt x="16975" y="63"/>
                    <a:pt x="16880" y="0"/>
                    <a:pt x="168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5649575" y="1566175"/>
              <a:ext cx="265250" cy="530875"/>
            </a:xfrm>
            <a:custGeom>
              <a:avLst/>
              <a:gdLst/>
              <a:ahLst/>
              <a:cxnLst/>
              <a:rect l="l" t="t" r="r" b="b"/>
              <a:pathLst>
                <a:path w="10610" h="21235" extrusionOk="0">
                  <a:moveTo>
                    <a:pt x="174" y="1"/>
                  </a:moveTo>
                  <a:cubicBezTo>
                    <a:pt x="135" y="1"/>
                    <a:pt x="95" y="16"/>
                    <a:pt x="63" y="48"/>
                  </a:cubicBezTo>
                  <a:cubicBezTo>
                    <a:pt x="0" y="111"/>
                    <a:pt x="0" y="206"/>
                    <a:pt x="63" y="270"/>
                  </a:cubicBezTo>
                  <a:lnTo>
                    <a:pt x="10293" y="10499"/>
                  </a:lnTo>
                  <a:lnTo>
                    <a:pt x="10293" y="21076"/>
                  </a:lnTo>
                  <a:cubicBezTo>
                    <a:pt x="10293" y="21171"/>
                    <a:pt x="10356" y="21235"/>
                    <a:pt x="10451" y="21235"/>
                  </a:cubicBezTo>
                  <a:cubicBezTo>
                    <a:pt x="10546" y="21235"/>
                    <a:pt x="10609" y="21171"/>
                    <a:pt x="10609" y="21076"/>
                  </a:cubicBezTo>
                  <a:lnTo>
                    <a:pt x="10609" y="10435"/>
                  </a:lnTo>
                  <a:cubicBezTo>
                    <a:pt x="10609" y="10404"/>
                    <a:pt x="10609" y="10340"/>
                    <a:pt x="10578" y="10309"/>
                  </a:cubicBezTo>
                  <a:lnTo>
                    <a:pt x="285" y="48"/>
                  </a:lnTo>
                  <a:cubicBezTo>
                    <a:pt x="253" y="16"/>
                    <a:pt x="214" y="1"/>
                    <a:pt x="17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5423925" y="1354400"/>
              <a:ext cx="266825" cy="266825"/>
            </a:xfrm>
            <a:custGeom>
              <a:avLst/>
              <a:gdLst/>
              <a:ahLst/>
              <a:cxnLst/>
              <a:rect l="l" t="t" r="r" b="b"/>
              <a:pathLst>
                <a:path w="10673" h="10673" extrusionOk="0">
                  <a:moveTo>
                    <a:pt x="5352" y="317"/>
                  </a:moveTo>
                  <a:cubicBezTo>
                    <a:pt x="8108" y="317"/>
                    <a:pt x="10356" y="2565"/>
                    <a:pt x="10356" y="5320"/>
                  </a:cubicBezTo>
                  <a:cubicBezTo>
                    <a:pt x="10356" y="8076"/>
                    <a:pt x="8108" y="10324"/>
                    <a:pt x="5352" y="10324"/>
                  </a:cubicBezTo>
                  <a:cubicBezTo>
                    <a:pt x="2597" y="10324"/>
                    <a:pt x="349" y="8076"/>
                    <a:pt x="349" y="5320"/>
                  </a:cubicBezTo>
                  <a:cubicBezTo>
                    <a:pt x="349" y="2565"/>
                    <a:pt x="2597" y="317"/>
                    <a:pt x="5352" y="317"/>
                  </a:cubicBezTo>
                  <a:close/>
                  <a:moveTo>
                    <a:pt x="5352" y="0"/>
                  </a:moveTo>
                  <a:cubicBezTo>
                    <a:pt x="2407" y="0"/>
                    <a:pt x="0" y="2375"/>
                    <a:pt x="0" y="5320"/>
                  </a:cubicBezTo>
                  <a:cubicBezTo>
                    <a:pt x="0" y="8266"/>
                    <a:pt x="2407" y="10673"/>
                    <a:pt x="5352" y="10673"/>
                  </a:cubicBezTo>
                  <a:cubicBezTo>
                    <a:pt x="8298" y="10673"/>
                    <a:pt x="10673" y="8266"/>
                    <a:pt x="10673" y="5320"/>
                  </a:cubicBezTo>
                  <a:cubicBezTo>
                    <a:pt x="10673" y="2375"/>
                    <a:pt x="8298" y="0"/>
                    <a:pt x="53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5454000" y="1392975"/>
              <a:ext cx="206675" cy="188875"/>
            </a:xfrm>
            <a:custGeom>
              <a:avLst/>
              <a:gdLst/>
              <a:ahLst/>
              <a:cxnLst/>
              <a:rect l="l" t="t" r="r" b="b"/>
              <a:pathLst>
                <a:path w="8267" h="7555" extrusionOk="0">
                  <a:moveTo>
                    <a:pt x="4134" y="1"/>
                  </a:moveTo>
                  <a:cubicBezTo>
                    <a:pt x="3168" y="1"/>
                    <a:pt x="2202" y="373"/>
                    <a:pt x="1458" y="1117"/>
                  </a:cubicBezTo>
                  <a:cubicBezTo>
                    <a:pt x="1" y="2574"/>
                    <a:pt x="1" y="4981"/>
                    <a:pt x="1458" y="6438"/>
                  </a:cubicBezTo>
                  <a:cubicBezTo>
                    <a:pt x="2202" y="7182"/>
                    <a:pt x="3168" y="7554"/>
                    <a:pt x="4134" y="7554"/>
                  </a:cubicBezTo>
                  <a:cubicBezTo>
                    <a:pt x="5100" y="7554"/>
                    <a:pt x="6065" y="7182"/>
                    <a:pt x="6810" y="6438"/>
                  </a:cubicBezTo>
                  <a:cubicBezTo>
                    <a:pt x="8266" y="4981"/>
                    <a:pt x="8266" y="2574"/>
                    <a:pt x="6810" y="1117"/>
                  </a:cubicBezTo>
                  <a:cubicBezTo>
                    <a:pt x="6065" y="373"/>
                    <a:pt x="5100" y="1"/>
                    <a:pt x="413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2750250" y="4349475"/>
              <a:ext cx="4052875" cy="160750"/>
            </a:xfrm>
            <a:custGeom>
              <a:avLst/>
              <a:gdLst/>
              <a:ahLst/>
              <a:cxnLst/>
              <a:rect l="l" t="t" r="r" b="b"/>
              <a:pathLst>
                <a:path w="162115" h="6430" extrusionOk="0">
                  <a:moveTo>
                    <a:pt x="81074" y="1"/>
                  </a:moveTo>
                  <a:cubicBezTo>
                    <a:pt x="36294" y="1"/>
                    <a:pt x="1" y="1426"/>
                    <a:pt x="1" y="3199"/>
                  </a:cubicBezTo>
                  <a:cubicBezTo>
                    <a:pt x="1" y="5004"/>
                    <a:pt x="36294" y="6429"/>
                    <a:pt x="81074" y="6429"/>
                  </a:cubicBezTo>
                  <a:cubicBezTo>
                    <a:pt x="125822" y="6429"/>
                    <a:pt x="162115" y="5004"/>
                    <a:pt x="162115" y="3199"/>
                  </a:cubicBezTo>
                  <a:cubicBezTo>
                    <a:pt x="162115" y="1426"/>
                    <a:pt x="125822" y="1"/>
                    <a:pt x="81074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523825" y="3132600"/>
              <a:ext cx="443400" cy="216175"/>
            </a:xfrm>
            <a:custGeom>
              <a:avLst/>
              <a:gdLst/>
              <a:ahLst/>
              <a:cxnLst/>
              <a:rect l="l" t="t" r="r" b="b"/>
              <a:pathLst>
                <a:path w="17736" h="8647" extrusionOk="0">
                  <a:moveTo>
                    <a:pt x="2756" y="0"/>
                  </a:moveTo>
                  <a:cubicBezTo>
                    <a:pt x="1236" y="0"/>
                    <a:pt x="1" y="1236"/>
                    <a:pt x="1" y="2756"/>
                  </a:cubicBezTo>
                  <a:lnTo>
                    <a:pt x="1" y="5891"/>
                  </a:lnTo>
                  <a:cubicBezTo>
                    <a:pt x="1" y="7411"/>
                    <a:pt x="1236" y="8646"/>
                    <a:pt x="2756" y="8646"/>
                  </a:cubicBezTo>
                  <a:lnTo>
                    <a:pt x="14980" y="8646"/>
                  </a:lnTo>
                  <a:cubicBezTo>
                    <a:pt x="16500" y="8646"/>
                    <a:pt x="17735" y="7411"/>
                    <a:pt x="17735" y="5891"/>
                  </a:cubicBezTo>
                  <a:lnTo>
                    <a:pt x="17735" y="2756"/>
                  </a:lnTo>
                  <a:cubicBezTo>
                    <a:pt x="17735" y="1236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2632300" y="3202275"/>
              <a:ext cx="124325" cy="24575"/>
            </a:xfrm>
            <a:custGeom>
              <a:avLst/>
              <a:gdLst/>
              <a:ahLst/>
              <a:cxnLst/>
              <a:rect l="l" t="t" r="r" b="b"/>
              <a:pathLst>
                <a:path w="4973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4466" y="982"/>
                  </a:lnTo>
                  <a:cubicBezTo>
                    <a:pt x="4751" y="982"/>
                    <a:pt x="4972" y="760"/>
                    <a:pt x="4972" y="475"/>
                  </a:cubicBezTo>
                  <a:cubicBezTo>
                    <a:pt x="4972" y="222"/>
                    <a:pt x="4751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788275" y="3202275"/>
              <a:ext cx="68900" cy="24575"/>
            </a:xfrm>
            <a:custGeom>
              <a:avLst/>
              <a:gdLst/>
              <a:ahLst/>
              <a:cxnLst/>
              <a:rect l="l" t="t" r="r" b="b"/>
              <a:pathLst>
                <a:path w="2756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249" y="982"/>
                  </a:lnTo>
                  <a:cubicBezTo>
                    <a:pt x="2534" y="982"/>
                    <a:pt x="2755" y="760"/>
                    <a:pt x="2755" y="475"/>
                  </a:cubicBezTo>
                  <a:cubicBezTo>
                    <a:pt x="2755" y="222"/>
                    <a:pt x="2502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703550" y="3253725"/>
              <a:ext cx="153625" cy="25375"/>
            </a:xfrm>
            <a:custGeom>
              <a:avLst/>
              <a:gdLst/>
              <a:ahLst/>
              <a:cxnLst/>
              <a:rect l="l" t="t" r="r" b="b"/>
              <a:pathLst>
                <a:path w="6145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5638" y="1014"/>
                  </a:lnTo>
                  <a:cubicBezTo>
                    <a:pt x="5923" y="1014"/>
                    <a:pt x="6144" y="793"/>
                    <a:pt x="6113" y="507"/>
                  </a:cubicBezTo>
                  <a:cubicBezTo>
                    <a:pt x="6113" y="222"/>
                    <a:pt x="5891" y="1"/>
                    <a:pt x="56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5697075" y="2062200"/>
              <a:ext cx="443375" cy="215375"/>
            </a:xfrm>
            <a:custGeom>
              <a:avLst/>
              <a:gdLst/>
              <a:ahLst/>
              <a:cxnLst/>
              <a:rect l="l" t="t" r="r" b="b"/>
              <a:pathLst>
                <a:path w="17735" h="8615" extrusionOk="0">
                  <a:moveTo>
                    <a:pt x="2724" y="0"/>
                  </a:moveTo>
                  <a:cubicBezTo>
                    <a:pt x="1204" y="0"/>
                    <a:pt x="0" y="1204"/>
                    <a:pt x="0" y="2724"/>
                  </a:cubicBezTo>
                  <a:lnTo>
                    <a:pt x="0" y="5859"/>
                  </a:lnTo>
                  <a:cubicBezTo>
                    <a:pt x="0" y="7379"/>
                    <a:pt x="1204" y="8614"/>
                    <a:pt x="2724" y="8614"/>
                  </a:cubicBezTo>
                  <a:lnTo>
                    <a:pt x="14980" y="8614"/>
                  </a:lnTo>
                  <a:cubicBezTo>
                    <a:pt x="16500" y="8614"/>
                    <a:pt x="17735" y="7379"/>
                    <a:pt x="17735" y="5859"/>
                  </a:cubicBezTo>
                  <a:lnTo>
                    <a:pt x="17735" y="2724"/>
                  </a:lnTo>
                  <a:cubicBezTo>
                    <a:pt x="17735" y="1204"/>
                    <a:pt x="16500" y="0"/>
                    <a:pt x="149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754075" y="2127100"/>
              <a:ext cx="99775" cy="25375"/>
            </a:xfrm>
            <a:custGeom>
              <a:avLst/>
              <a:gdLst/>
              <a:ahLst/>
              <a:cxnLst/>
              <a:rect l="l" t="t" r="r" b="b"/>
              <a:pathLst>
                <a:path w="3991" h="1015" extrusionOk="0">
                  <a:moveTo>
                    <a:pt x="507" y="1"/>
                  </a:moveTo>
                  <a:cubicBezTo>
                    <a:pt x="254" y="1"/>
                    <a:pt x="0" y="254"/>
                    <a:pt x="0" y="508"/>
                  </a:cubicBezTo>
                  <a:cubicBezTo>
                    <a:pt x="0" y="793"/>
                    <a:pt x="254" y="1014"/>
                    <a:pt x="507" y="1014"/>
                  </a:cubicBezTo>
                  <a:lnTo>
                    <a:pt x="3516" y="1014"/>
                  </a:lnTo>
                  <a:cubicBezTo>
                    <a:pt x="3769" y="1014"/>
                    <a:pt x="3991" y="793"/>
                    <a:pt x="3991" y="508"/>
                  </a:cubicBezTo>
                  <a:cubicBezTo>
                    <a:pt x="3991" y="254"/>
                    <a:pt x="3769" y="1"/>
                    <a:pt x="35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5879175" y="2127100"/>
              <a:ext cx="63350" cy="25375"/>
            </a:xfrm>
            <a:custGeom>
              <a:avLst/>
              <a:gdLst/>
              <a:ahLst/>
              <a:cxnLst/>
              <a:rect l="l" t="t" r="r" b="b"/>
              <a:pathLst>
                <a:path w="253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027" y="1014"/>
                  </a:lnTo>
                  <a:cubicBezTo>
                    <a:pt x="2312" y="1014"/>
                    <a:pt x="2534" y="793"/>
                    <a:pt x="2534" y="508"/>
                  </a:cubicBezTo>
                  <a:cubicBezTo>
                    <a:pt x="2534" y="254"/>
                    <a:pt x="2312" y="1"/>
                    <a:pt x="20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6028800" y="2127100"/>
              <a:ext cx="53875" cy="25375"/>
            </a:xfrm>
            <a:custGeom>
              <a:avLst/>
              <a:gdLst/>
              <a:ahLst/>
              <a:cxnLst/>
              <a:rect l="l" t="t" r="r" b="b"/>
              <a:pathLst>
                <a:path w="215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1647" y="1014"/>
                  </a:lnTo>
                  <a:cubicBezTo>
                    <a:pt x="1932" y="1014"/>
                    <a:pt x="2154" y="793"/>
                    <a:pt x="2154" y="508"/>
                  </a:cubicBezTo>
                  <a:cubicBezTo>
                    <a:pt x="2154" y="254"/>
                    <a:pt x="1932" y="1"/>
                    <a:pt x="16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5879175" y="2186500"/>
              <a:ext cx="136200" cy="25350"/>
            </a:xfrm>
            <a:custGeom>
              <a:avLst/>
              <a:gdLst/>
              <a:ahLst/>
              <a:cxnLst/>
              <a:rect l="l" t="t" r="r" b="b"/>
              <a:pathLst>
                <a:path w="5448" h="1014" extrusionOk="0">
                  <a:moveTo>
                    <a:pt x="507" y="0"/>
                  </a:moveTo>
                  <a:cubicBezTo>
                    <a:pt x="222" y="0"/>
                    <a:pt x="0" y="253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4972" y="1014"/>
                  </a:lnTo>
                  <a:cubicBezTo>
                    <a:pt x="5226" y="1014"/>
                    <a:pt x="5447" y="792"/>
                    <a:pt x="5447" y="507"/>
                  </a:cubicBezTo>
                  <a:cubicBezTo>
                    <a:pt x="5447" y="253"/>
                    <a:pt x="5226" y="0"/>
                    <a:pt x="4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475475" y="2363050"/>
              <a:ext cx="443400" cy="215375"/>
            </a:xfrm>
            <a:custGeom>
              <a:avLst/>
              <a:gdLst/>
              <a:ahLst/>
              <a:cxnLst/>
              <a:rect l="l" t="t" r="r" b="b"/>
              <a:pathLst>
                <a:path w="17736" h="8615" extrusionOk="0">
                  <a:moveTo>
                    <a:pt x="2756" y="0"/>
                  </a:moveTo>
                  <a:cubicBezTo>
                    <a:pt x="1236" y="0"/>
                    <a:pt x="1" y="1204"/>
                    <a:pt x="1" y="2724"/>
                  </a:cubicBezTo>
                  <a:lnTo>
                    <a:pt x="1" y="5859"/>
                  </a:lnTo>
                  <a:cubicBezTo>
                    <a:pt x="1" y="7379"/>
                    <a:pt x="1236" y="8614"/>
                    <a:pt x="2756" y="8614"/>
                  </a:cubicBezTo>
                  <a:lnTo>
                    <a:pt x="15012" y="8614"/>
                  </a:lnTo>
                  <a:cubicBezTo>
                    <a:pt x="16532" y="8614"/>
                    <a:pt x="17736" y="7379"/>
                    <a:pt x="17736" y="5859"/>
                  </a:cubicBezTo>
                  <a:lnTo>
                    <a:pt x="17736" y="2724"/>
                  </a:lnTo>
                  <a:cubicBezTo>
                    <a:pt x="17736" y="1204"/>
                    <a:pt x="16532" y="0"/>
                    <a:pt x="1501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568125" y="2419250"/>
              <a:ext cx="64150" cy="25375"/>
            </a:xfrm>
            <a:custGeom>
              <a:avLst/>
              <a:gdLst/>
              <a:ahLst/>
              <a:cxnLst/>
              <a:rect l="l" t="t" r="r" b="b"/>
              <a:pathLst>
                <a:path w="2566" h="1015" extrusionOk="0">
                  <a:moveTo>
                    <a:pt x="507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507" y="1014"/>
                  </a:cubicBezTo>
                  <a:lnTo>
                    <a:pt x="2059" y="1014"/>
                  </a:lnTo>
                  <a:cubicBezTo>
                    <a:pt x="2344" y="1014"/>
                    <a:pt x="2565" y="792"/>
                    <a:pt x="2565" y="507"/>
                  </a:cubicBezTo>
                  <a:cubicBezTo>
                    <a:pt x="2565" y="222"/>
                    <a:pt x="2344" y="1"/>
                    <a:pt x="20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671050" y="2419250"/>
              <a:ext cx="45925" cy="25375"/>
            </a:xfrm>
            <a:custGeom>
              <a:avLst/>
              <a:gdLst/>
              <a:ahLst/>
              <a:cxnLst/>
              <a:rect l="l" t="t" r="r" b="b"/>
              <a:pathLst>
                <a:path w="1837" h="1015" extrusionOk="0">
                  <a:moveTo>
                    <a:pt x="475" y="1"/>
                  </a:moveTo>
                  <a:cubicBezTo>
                    <a:pt x="222" y="1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362" y="1014"/>
                  </a:lnTo>
                  <a:cubicBezTo>
                    <a:pt x="1615" y="1014"/>
                    <a:pt x="1837" y="792"/>
                    <a:pt x="1837" y="507"/>
                  </a:cubicBezTo>
                  <a:cubicBezTo>
                    <a:pt x="1837" y="222"/>
                    <a:pt x="1615" y="1"/>
                    <a:pt x="13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663125" y="2476250"/>
              <a:ext cx="119575" cy="25375"/>
            </a:xfrm>
            <a:custGeom>
              <a:avLst/>
              <a:gdLst/>
              <a:ahLst/>
              <a:cxnLst/>
              <a:rect l="l" t="t" r="r" b="b"/>
              <a:pathLst>
                <a:path w="4783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1014"/>
                    <a:pt x="507" y="1014"/>
                  </a:cubicBezTo>
                  <a:lnTo>
                    <a:pt x="4276" y="1014"/>
                  </a:lnTo>
                  <a:cubicBezTo>
                    <a:pt x="4561" y="1014"/>
                    <a:pt x="4782" y="793"/>
                    <a:pt x="4782" y="508"/>
                  </a:cubicBezTo>
                  <a:cubicBezTo>
                    <a:pt x="4782" y="223"/>
                    <a:pt x="4561" y="1"/>
                    <a:pt x="42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3815925" y="2476250"/>
              <a:ext cx="52275" cy="25375"/>
            </a:xfrm>
            <a:custGeom>
              <a:avLst/>
              <a:gdLst/>
              <a:ahLst/>
              <a:cxnLst/>
              <a:rect l="l" t="t" r="r" b="b"/>
              <a:pathLst>
                <a:path w="2091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476" y="1014"/>
                  </a:cubicBezTo>
                  <a:lnTo>
                    <a:pt x="1584" y="1014"/>
                  </a:lnTo>
                  <a:cubicBezTo>
                    <a:pt x="1869" y="1014"/>
                    <a:pt x="2091" y="793"/>
                    <a:pt x="2091" y="508"/>
                  </a:cubicBezTo>
                  <a:cubicBezTo>
                    <a:pt x="2091" y="223"/>
                    <a:pt x="1869" y="1"/>
                    <a:pt x="15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5309925" y="2437475"/>
              <a:ext cx="1383150" cy="1963475"/>
            </a:xfrm>
            <a:custGeom>
              <a:avLst/>
              <a:gdLst/>
              <a:ahLst/>
              <a:cxnLst/>
              <a:rect l="l" t="t" r="r" b="b"/>
              <a:pathLst>
                <a:path w="55326" h="78539" extrusionOk="0">
                  <a:moveTo>
                    <a:pt x="4339" y="0"/>
                  </a:moveTo>
                  <a:cubicBezTo>
                    <a:pt x="1964" y="0"/>
                    <a:pt x="0" y="1932"/>
                    <a:pt x="0" y="4339"/>
                  </a:cubicBezTo>
                  <a:lnTo>
                    <a:pt x="0" y="74169"/>
                  </a:lnTo>
                  <a:cubicBezTo>
                    <a:pt x="0" y="76576"/>
                    <a:pt x="1964" y="78539"/>
                    <a:pt x="4339" y="78539"/>
                  </a:cubicBezTo>
                  <a:lnTo>
                    <a:pt x="50987" y="78539"/>
                  </a:lnTo>
                  <a:cubicBezTo>
                    <a:pt x="53394" y="78539"/>
                    <a:pt x="55326" y="76576"/>
                    <a:pt x="55326" y="74169"/>
                  </a:cubicBezTo>
                  <a:lnTo>
                    <a:pt x="55326" y="4339"/>
                  </a:lnTo>
                  <a:cubicBezTo>
                    <a:pt x="55326" y="1932"/>
                    <a:pt x="53394" y="0"/>
                    <a:pt x="5098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5408875" y="2618775"/>
              <a:ext cx="1170200" cy="1618300"/>
            </a:xfrm>
            <a:custGeom>
              <a:avLst/>
              <a:gdLst/>
              <a:ahLst/>
              <a:cxnLst/>
              <a:rect l="l" t="t" r="r" b="b"/>
              <a:pathLst>
                <a:path w="46808" h="64732" extrusionOk="0">
                  <a:moveTo>
                    <a:pt x="1" y="0"/>
                  </a:moveTo>
                  <a:lnTo>
                    <a:pt x="1" y="64732"/>
                  </a:lnTo>
                  <a:lnTo>
                    <a:pt x="46808" y="64732"/>
                  </a:lnTo>
                  <a:lnTo>
                    <a:pt x="468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5484100" y="2655975"/>
              <a:ext cx="1052225" cy="1524900"/>
            </a:xfrm>
            <a:custGeom>
              <a:avLst/>
              <a:gdLst/>
              <a:ahLst/>
              <a:cxnLst/>
              <a:rect l="l" t="t" r="r" b="b"/>
              <a:pathLst>
                <a:path w="42089" h="60996" extrusionOk="0">
                  <a:moveTo>
                    <a:pt x="41708" y="317"/>
                  </a:moveTo>
                  <a:lnTo>
                    <a:pt x="41708" y="60647"/>
                  </a:lnTo>
                  <a:lnTo>
                    <a:pt x="349" y="60647"/>
                  </a:lnTo>
                  <a:lnTo>
                    <a:pt x="349" y="317"/>
                  </a:lnTo>
                  <a:close/>
                  <a:moveTo>
                    <a:pt x="0" y="1"/>
                  </a:moveTo>
                  <a:lnTo>
                    <a:pt x="0" y="60995"/>
                  </a:lnTo>
                  <a:lnTo>
                    <a:pt x="42088" y="60995"/>
                  </a:lnTo>
                  <a:lnTo>
                    <a:pt x="4208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5488050" y="3919575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0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5488050" y="3667000"/>
              <a:ext cx="1043525" cy="7950"/>
            </a:xfrm>
            <a:custGeom>
              <a:avLst/>
              <a:gdLst/>
              <a:ahLst/>
              <a:cxnLst/>
              <a:rect l="l" t="t" r="r" b="b"/>
              <a:pathLst>
                <a:path w="41741" h="318" extrusionOk="0">
                  <a:moveTo>
                    <a:pt x="1" y="1"/>
                  </a:moveTo>
                  <a:lnTo>
                    <a:pt x="1" y="318"/>
                  </a:lnTo>
                  <a:lnTo>
                    <a:pt x="41740" y="318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5488050" y="3413650"/>
              <a:ext cx="1043525" cy="8750"/>
            </a:xfrm>
            <a:custGeom>
              <a:avLst/>
              <a:gdLst/>
              <a:ahLst/>
              <a:cxnLst/>
              <a:rect l="l" t="t" r="r" b="b"/>
              <a:pathLst>
                <a:path w="41741" h="350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5488050" y="3161100"/>
              <a:ext cx="1043525" cy="8725"/>
            </a:xfrm>
            <a:custGeom>
              <a:avLst/>
              <a:gdLst/>
              <a:ahLst/>
              <a:cxnLst/>
              <a:rect l="l" t="t" r="r" b="b"/>
              <a:pathLst>
                <a:path w="41741" h="349" extrusionOk="0">
                  <a:moveTo>
                    <a:pt x="1" y="1"/>
                  </a:moveTo>
                  <a:lnTo>
                    <a:pt x="1" y="349"/>
                  </a:lnTo>
                  <a:lnTo>
                    <a:pt x="41740" y="349"/>
                  </a:lnTo>
                  <a:lnTo>
                    <a:pt x="4174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5488050" y="2908550"/>
              <a:ext cx="1043525" cy="7925"/>
            </a:xfrm>
            <a:custGeom>
              <a:avLst/>
              <a:gdLst/>
              <a:ahLst/>
              <a:cxnLst/>
              <a:rect l="l" t="t" r="r" b="b"/>
              <a:pathLst>
                <a:path w="41741" h="317" extrusionOk="0">
                  <a:moveTo>
                    <a:pt x="1" y="0"/>
                  </a:moveTo>
                  <a:lnTo>
                    <a:pt x="1" y="317"/>
                  </a:lnTo>
                  <a:lnTo>
                    <a:pt x="41740" y="317"/>
                  </a:lnTo>
                  <a:lnTo>
                    <a:pt x="41740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35340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617922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6005850" y="2659950"/>
              <a:ext cx="8725" cy="1516950"/>
            </a:xfrm>
            <a:custGeom>
              <a:avLst/>
              <a:gdLst/>
              <a:ahLst/>
              <a:cxnLst/>
              <a:rect l="l" t="t" r="r" b="b"/>
              <a:pathLst>
                <a:path w="349" h="60678" extrusionOk="0">
                  <a:moveTo>
                    <a:pt x="0" y="0"/>
                  </a:moveTo>
                  <a:lnTo>
                    <a:pt x="0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5831650" y="2659950"/>
              <a:ext cx="8750" cy="1516950"/>
            </a:xfrm>
            <a:custGeom>
              <a:avLst/>
              <a:gdLst/>
              <a:ahLst/>
              <a:cxnLst/>
              <a:rect l="l" t="t" r="r" b="b"/>
              <a:pathLst>
                <a:path w="350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49" y="60678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5657475" y="2659950"/>
              <a:ext cx="9525" cy="1516950"/>
            </a:xfrm>
            <a:custGeom>
              <a:avLst/>
              <a:gdLst/>
              <a:ahLst/>
              <a:cxnLst/>
              <a:rect l="l" t="t" r="r" b="b"/>
              <a:pathLst>
                <a:path w="381" h="60678" extrusionOk="0">
                  <a:moveTo>
                    <a:pt x="1" y="0"/>
                  </a:moveTo>
                  <a:lnTo>
                    <a:pt x="1" y="60678"/>
                  </a:lnTo>
                  <a:lnTo>
                    <a:pt x="381" y="60678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665400" y="3611600"/>
              <a:ext cx="104525" cy="212200"/>
            </a:xfrm>
            <a:custGeom>
              <a:avLst/>
              <a:gdLst/>
              <a:ahLst/>
              <a:cxnLst/>
              <a:rect l="l" t="t" r="r" b="b"/>
              <a:pathLst>
                <a:path w="4181" h="8488" extrusionOk="0">
                  <a:moveTo>
                    <a:pt x="0" y="0"/>
                  </a:moveTo>
                  <a:lnTo>
                    <a:pt x="0" y="8487"/>
                  </a:lnTo>
                  <a:lnTo>
                    <a:pt x="4181" y="8487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814250" y="3442950"/>
              <a:ext cx="104525" cy="380850"/>
            </a:xfrm>
            <a:custGeom>
              <a:avLst/>
              <a:gdLst/>
              <a:ahLst/>
              <a:cxnLst/>
              <a:rect l="l" t="t" r="r" b="b"/>
              <a:pathLst>
                <a:path w="4181" h="15234" extrusionOk="0">
                  <a:moveTo>
                    <a:pt x="0" y="1"/>
                  </a:moveTo>
                  <a:lnTo>
                    <a:pt x="0" y="15233"/>
                  </a:lnTo>
                  <a:lnTo>
                    <a:pt x="4181" y="15233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962300" y="3735900"/>
              <a:ext cx="104525" cy="87900"/>
            </a:xfrm>
            <a:custGeom>
              <a:avLst/>
              <a:gdLst/>
              <a:ahLst/>
              <a:cxnLst/>
              <a:rect l="l" t="t" r="r" b="b"/>
              <a:pathLst>
                <a:path w="4181" h="3516" extrusionOk="0">
                  <a:moveTo>
                    <a:pt x="0" y="0"/>
                  </a:moveTo>
                  <a:lnTo>
                    <a:pt x="0" y="3515"/>
                  </a:lnTo>
                  <a:lnTo>
                    <a:pt x="4181" y="3515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6110350" y="3544300"/>
              <a:ext cx="104525" cy="279500"/>
            </a:xfrm>
            <a:custGeom>
              <a:avLst/>
              <a:gdLst/>
              <a:ahLst/>
              <a:cxnLst/>
              <a:rect l="l" t="t" r="r" b="b"/>
              <a:pathLst>
                <a:path w="4181" h="11180" extrusionOk="0">
                  <a:moveTo>
                    <a:pt x="0" y="0"/>
                  </a:moveTo>
                  <a:lnTo>
                    <a:pt x="0" y="11179"/>
                  </a:lnTo>
                  <a:lnTo>
                    <a:pt x="4181" y="11179"/>
                  </a:lnTo>
                  <a:lnTo>
                    <a:pt x="4181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6259200" y="3648800"/>
              <a:ext cx="104525" cy="175000"/>
            </a:xfrm>
            <a:custGeom>
              <a:avLst/>
              <a:gdLst/>
              <a:ahLst/>
              <a:cxnLst/>
              <a:rect l="l" t="t" r="r" b="b"/>
              <a:pathLst>
                <a:path w="4181" h="7000" extrusionOk="0">
                  <a:moveTo>
                    <a:pt x="0" y="1"/>
                  </a:moveTo>
                  <a:lnTo>
                    <a:pt x="0" y="6999"/>
                  </a:lnTo>
                  <a:lnTo>
                    <a:pt x="4181" y="6999"/>
                  </a:lnTo>
                  <a:lnTo>
                    <a:pt x="4181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089775" y="3891850"/>
              <a:ext cx="138575" cy="24575"/>
            </a:xfrm>
            <a:custGeom>
              <a:avLst/>
              <a:gdLst/>
              <a:ahLst/>
              <a:cxnLst/>
              <a:rect l="l" t="t" r="r" b="b"/>
              <a:pathLst>
                <a:path w="5543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5035" y="983"/>
                  </a:lnTo>
                  <a:cubicBezTo>
                    <a:pt x="5289" y="983"/>
                    <a:pt x="5542" y="761"/>
                    <a:pt x="5542" y="508"/>
                  </a:cubicBezTo>
                  <a:cubicBezTo>
                    <a:pt x="5542" y="223"/>
                    <a:pt x="5289" y="1"/>
                    <a:pt x="50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6324125" y="3891850"/>
              <a:ext cx="53050" cy="24575"/>
            </a:xfrm>
            <a:custGeom>
              <a:avLst/>
              <a:gdLst/>
              <a:ahLst/>
              <a:cxnLst/>
              <a:rect l="l" t="t" r="r" b="b"/>
              <a:pathLst>
                <a:path w="2122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615" y="983"/>
                  </a:lnTo>
                  <a:cubicBezTo>
                    <a:pt x="1900" y="983"/>
                    <a:pt x="2122" y="761"/>
                    <a:pt x="2122" y="508"/>
                  </a:cubicBezTo>
                  <a:cubicBezTo>
                    <a:pt x="2122" y="223"/>
                    <a:pt x="1900" y="1"/>
                    <a:pt x="16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6146775" y="3936200"/>
              <a:ext cx="60200" cy="25350"/>
            </a:xfrm>
            <a:custGeom>
              <a:avLst/>
              <a:gdLst/>
              <a:ahLst/>
              <a:cxnLst/>
              <a:rect l="l" t="t" r="r" b="b"/>
              <a:pathLst>
                <a:path w="2408" h="1014" extrusionOk="0">
                  <a:moveTo>
                    <a:pt x="475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92"/>
                    <a:pt x="222" y="1014"/>
                    <a:pt x="475" y="1014"/>
                  </a:cubicBezTo>
                  <a:lnTo>
                    <a:pt x="1900" y="1014"/>
                  </a:lnTo>
                  <a:cubicBezTo>
                    <a:pt x="2185" y="1014"/>
                    <a:pt x="2407" y="792"/>
                    <a:pt x="2407" y="507"/>
                  </a:cubicBezTo>
                  <a:cubicBezTo>
                    <a:pt x="2407" y="222"/>
                    <a:pt x="2185" y="0"/>
                    <a:pt x="190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6243350" y="3936200"/>
              <a:ext cx="106125" cy="25350"/>
            </a:xfrm>
            <a:custGeom>
              <a:avLst/>
              <a:gdLst/>
              <a:ahLst/>
              <a:cxnLst/>
              <a:rect l="l" t="t" r="r" b="b"/>
              <a:pathLst>
                <a:path w="4245" h="1014" extrusionOk="0">
                  <a:moveTo>
                    <a:pt x="508" y="0"/>
                  </a:moveTo>
                  <a:cubicBezTo>
                    <a:pt x="223" y="0"/>
                    <a:pt x="1" y="222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3738" y="1014"/>
                  </a:lnTo>
                  <a:cubicBezTo>
                    <a:pt x="3991" y="1014"/>
                    <a:pt x="4245" y="792"/>
                    <a:pt x="4245" y="507"/>
                  </a:cubicBezTo>
                  <a:cubicBezTo>
                    <a:pt x="4245" y="222"/>
                    <a:pt x="4023" y="0"/>
                    <a:pt x="373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6271850" y="3225225"/>
              <a:ext cx="137800" cy="25375"/>
            </a:xfrm>
            <a:custGeom>
              <a:avLst/>
              <a:gdLst/>
              <a:ahLst/>
              <a:cxnLst/>
              <a:rect l="l" t="t" r="r" b="b"/>
              <a:pathLst>
                <a:path w="5512" h="1015" extrusionOk="0">
                  <a:moveTo>
                    <a:pt x="508" y="1"/>
                  </a:moveTo>
                  <a:cubicBezTo>
                    <a:pt x="223" y="1"/>
                    <a:pt x="1" y="254"/>
                    <a:pt x="1" y="507"/>
                  </a:cubicBezTo>
                  <a:cubicBezTo>
                    <a:pt x="1" y="792"/>
                    <a:pt x="223" y="1014"/>
                    <a:pt x="508" y="1014"/>
                  </a:cubicBezTo>
                  <a:lnTo>
                    <a:pt x="5005" y="1014"/>
                  </a:lnTo>
                  <a:cubicBezTo>
                    <a:pt x="5290" y="1014"/>
                    <a:pt x="5511" y="792"/>
                    <a:pt x="5511" y="507"/>
                  </a:cubicBezTo>
                  <a:cubicBezTo>
                    <a:pt x="5511" y="254"/>
                    <a:pt x="5290" y="1"/>
                    <a:pt x="500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6328075" y="3270350"/>
              <a:ext cx="60975" cy="25375"/>
            </a:xfrm>
            <a:custGeom>
              <a:avLst/>
              <a:gdLst/>
              <a:ahLst/>
              <a:cxnLst/>
              <a:rect l="l" t="t" r="r" b="b"/>
              <a:pathLst>
                <a:path w="2439" h="1015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1932" y="1014"/>
                  </a:lnTo>
                  <a:cubicBezTo>
                    <a:pt x="2186" y="1014"/>
                    <a:pt x="2439" y="793"/>
                    <a:pt x="2439" y="508"/>
                  </a:cubicBezTo>
                  <a:cubicBezTo>
                    <a:pt x="2439" y="223"/>
                    <a:pt x="2186" y="1"/>
                    <a:pt x="193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649575" y="3891850"/>
              <a:ext cx="113225" cy="24575"/>
            </a:xfrm>
            <a:custGeom>
              <a:avLst/>
              <a:gdLst/>
              <a:ahLst/>
              <a:cxnLst/>
              <a:rect l="l" t="t" r="r" b="b"/>
              <a:pathLst>
                <a:path w="4529" h="983" extrusionOk="0">
                  <a:moveTo>
                    <a:pt x="507" y="1"/>
                  </a:moveTo>
                  <a:cubicBezTo>
                    <a:pt x="222" y="1"/>
                    <a:pt x="0" y="223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022" y="983"/>
                  </a:lnTo>
                  <a:cubicBezTo>
                    <a:pt x="4307" y="983"/>
                    <a:pt x="4529" y="761"/>
                    <a:pt x="4529" y="508"/>
                  </a:cubicBezTo>
                  <a:cubicBezTo>
                    <a:pt x="4529" y="223"/>
                    <a:pt x="4307" y="1"/>
                    <a:pt x="40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794450" y="3891850"/>
              <a:ext cx="58625" cy="24575"/>
            </a:xfrm>
            <a:custGeom>
              <a:avLst/>
              <a:gdLst/>
              <a:ahLst/>
              <a:cxnLst/>
              <a:rect l="l" t="t" r="r" b="b"/>
              <a:pathLst>
                <a:path w="2345" h="983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3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746150" y="3936200"/>
              <a:ext cx="121950" cy="25350"/>
            </a:xfrm>
            <a:custGeom>
              <a:avLst/>
              <a:gdLst/>
              <a:ahLst/>
              <a:cxnLst/>
              <a:rect l="l" t="t" r="r" b="b"/>
              <a:pathLst>
                <a:path w="4878" h="1014" extrusionOk="0">
                  <a:moveTo>
                    <a:pt x="476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92"/>
                    <a:pt x="222" y="1014"/>
                    <a:pt x="476" y="1014"/>
                  </a:cubicBezTo>
                  <a:lnTo>
                    <a:pt x="4403" y="1014"/>
                  </a:lnTo>
                  <a:cubicBezTo>
                    <a:pt x="4656" y="1014"/>
                    <a:pt x="4878" y="792"/>
                    <a:pt x="4878" y="507"/>
                  </a:cubicBezTo>
                  <a:cubicBezTo>
                    <a:pt x="4878" y="222"/>
                    <a:pt x="4656" y="0"/>
                    <a:pt x="44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5552175" y="2762075"/>
              <a:ext cx="113250" cy="24575"/>
            </a:xfrm>
            <a:custGeom>
              <a:avLst/>
              <a:gdLst/>
              <a:ahLst/>
              <a:cxnLst/>
              <a:rect l="l" t="t" r="r" b="b"/>
              <a:pathLst>
                <a:path w="4530" h="983" extrusionOk="0">
                  <a:moveTo>
                    <a:pt x="507" y="0"/>
                  </a:moveTo>
                  <a:cubicBezTo>
                    <a:pt x="222" y="0"/>
                    <a:pt x="1" y="222"/>
                    <a:pt x="1" y="475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4023" y="982"/>
                  </a:lnTo>
                  <a:cubicBezTo>
                    <a:pt x="4276" y="982"/>
                    <a:pt x="4529" y="760"/>
                    <a:pt x="4529" y="475"/>
                  </a:cubicBezTo>
                  <a:cubicBezTo>
                    <a:pt x="4529" y="222"/>
                    <a:pt x="4276" y="0"/>
                    <a:pt x="402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5697075" y="276207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0"/>
                  </a:moveTo>
                  <a:cubicBezTo>
                    <a:pt x="222" y="0"/>
                    <a:pt x="0" y="222"/>
                    <a:pt x="0" y="475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475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5647975" y="2806400"/>
              <a:ext cx="122750" cy="25375"/>
            </a:xfrm>
            <a:custGeom>
              <a:avLst/>
              <a:gdLst/>
              <a:ahLst/>
              <a:cxnLst/>
              <a:rect l="l" t="t" r="r" b="b"/>
              <a:pathLst>
                <a:path w="4910" h="1015" extrusionOk="0">
                  <a:moveTo>
                    <a:pt x="507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61"/>
                    <a:pt x="222" y="1014"/>
                    <a:pt x="507" y="1014"/>
                  </a:cubicBezTo>
                  <a:lnTo>
                    <a:pt x="4403" y="1014"/>
                  </a:lnTo>
                  <a:cubicBezTo>
                    <a:pt x="4688" y="1014"/>
                    <a:pt x="4909" y="793"/>
                    <a:pt x="4909" y="508"/>
                  </a:cubicBezTo>
                  <a:cubicBezTo>
                    <a:pt x="4909" y="223"/>
                    <a:pt x="4688" y="1"/>
                    <a:pt x="44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5753275" y="2773150"/>
              <a:ext cx="547125" cy="547100"/>
            </a:xfrm>
            <a:custGeom>
              <a:avLst/>
              <a:gdLst/>
              <a:ahLst/>
              <a:cxnLst/>
              <a:rect l="l" t="t" r="r" b="b"/>
              <a:pathLst>
                <a:path w="21885" h="21884" extrusionOk="0">
                  <a:moveTo>
                    <a:pt x="10927" y="983"/>
                  </a:moveTo>
                  <a:cubicBezTo>
                    <a:pt x="16437" y="983"/>
                    <a:pt x="20902" y="5448"/>
                    <a:pt x="20871" y="10927"/>
                  </a:cubicBezTo>
                  <a:cubicBezTo>
                    <a:pt x="20871" y="16437"/>
                    <a:pt x="16437" y="20902"/>
                    <a:pt x="10927" y="20902"/>
                  </a:cubicBezTo>
                  <a:cubicBezTo>
                    <a:pt x="5448" y="20902"/>
                    <a:pt x="982" y="16437"/>
                    <a:pt x="982" y="10927"/>
                  </a:cubicBezTo>
                  <a:cubicBezTo>
                    <a:pt x="982" y="5448"/>
                    <a:pt x="5448" y="983"/>
                    <a:pt x="10927" y="983"/>
                  </a:cubicBezTo>
                  <a:close/>
                  <a:moveTo>
                    <a:pt x="10927" y="1"/>
                  </a:moveTo>
                  <a:cubicBezTo>
                    <a:pt x="4909" y="1"/>
                    <a:pt x="1" y="4909"/>
                    <a:pt x="1" y="10958"/>
                  </a:cubicBezTo>
                  <a:cubicBezTo>
                    <a:pt x="1" y="16975"/>
                    <a:pt x="4909" y="21884"/>
                    <a:pt x="10927" y="21884"/>
                  </a:cubicBezTo>
                  <a:cubicBezTo>
                    <a:pt x="16975" y="21884"/>
                    <a:pt x="21884" y="16975"/>
                    <a:pt x="21884" y="10958"/>
                  </a:cubicBezTo>
                  <a:cubicBezTo>
                    <a:pt x="21884" y="4909"/>
                    <a:pt x="16975" y="1"/>
                    <a:pt x="109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012975" y="2804200"/>
              <a:ext cx="202700" cy="448775"/>
            </a:xfrm>
            <a:custGeom>
              <a:avLst/>
              <a:gdLst/>
              <a:ahLst/>
              <a:cxnLst/>
              <a:rect l="l" t="t" r="r" b="b"/>
              <a:pathLst>
                <a:path w="8108" h="17951" extrusionOk="0">
                  <a:moveTo>
                    <a:pt x="5510" y="0"/>
                  </a:moveTo>
                  <a:cubicBezTo>
                    <a:pt x="5335" y="0"/>
                    <a:pt x="5155" y="93"/>
                    <a:pt x="5067" y="247"/>
                  </a:cubicBezTo>
                  <a:lnTo>
                    <a:pt x="95" y="9463"/>
                  </a:lnTo>
                  <a:cubicBezTo>
                    <a:pt x="0" y="9653"/>
                    <a:pt x="32" y="9875"/>
                    <a:pt x="190" y="10033"/>
                  </a:cubicBezTo>
                  <a:lnTo>
                    <a:pt x="7189" y="17792"/>
                  </a:lnTo>
                  <a:cubicBezTo>
                    <a:pt x="7284" y="17887"/>
                    <a:pt x="7411" y="17950"/>
                    <a:pt x="7569" y="17950"/>
                  </a:cubicBezTo>
                  <a:cubicBezTo>
                    <a:pt x="7664" y="17950"/>
                    <a:pt x="7791" y="17918"/>
                    <a:pt x="7886" y="17823"/>
                  </a:cubicBezTo>
                  <a:cubicBezTo>
                    <a:pt x="8107" y="17633"/>
                    <a:pt x="8107" y="17317"/>
                    <a:pt x="7917" y="17127"/>
                  </a:cubicBezTo>
                  <a:lnTo>
                    <a:pt x="1172" y="9621"/>
                  </a:lnTo>
                  <a:lnTo>
                    <a:pt x="5954" y="722"/>
                  </a:lnTo>
                  <a:cubicBezTo>
                    <a:pt x="6081" y="501"/>
                    <a:pt x="5986" y="184"/>
                    <a:pt x="5732" y="57"/>
                  </a:cubicBezTo>
                  <a:cubicBezTo>
                    <a:pt x="5665" y="18"/>
                    <a:pt x="5588" y="0"/>
                    <a:pt x="551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5752500" y="3033625"/>
              <a:ext cx="287400" cy="38025"/>
            </a:xfrm>
            <a:custGeom>
              <a:avLst/>
              <a:gdLst/>
              <a:ahLst/>
              <a:cxnLst/>
              <a:rect l="l" t="t" r="r" b="b"/>
              <a:pathLst>
                <a:path w="11496" h="1521" extrusionOk="0">
                  <a:moveTo>
                    <a:pt x="10958" y="1"/>
                  </a:moveTo>
                  <a:lnTo>
                    <a:pt x="507" y="508"/>
                  </a:lnTo>
                  <a:cubicBezTo>
                    <a:pt x="222" y="539"/>
                    <a:pt x="0" y="761"/>
                    <a:pt x="32" y="1046"/>
                  </a:cubicBezTo>
                  <a:cubicBezTo>
                    <a:pt x="32" y="1331"/>
                    <a:pt x="253" y="1521"/>
                    <a:pt x="507" y="1521"/>
                  </a:cubicBezTo>
                  <a:lnTo>
                    <a:pt x="538" y="1521"/>
                  </a:lnTo>
                  <a:lnTo>
                    <a:pt x="10989" y="1014"/>
                  </a:lnTo>
                  <a:cubicBezTo>
                    <a:pt x="11274" y="1014"/>
                    <a:pt x="11496" y="761"/>
                    <a:pt x="11464" y="476"/>
                  </a:cubicBezTo>
                  <a:cubicBezTo>
                    <a:pt x="11464" y="223"/>
                    <a:pt x="11211" y="1"/>
                    <a:pt x="10958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5476175" y="4097700"/>
              <a:ext cx="1068075" cy="25375"/>
            </a:xfrm>
            <a:custGeom>
              <a:avLst/>
              <a:gdLst/>
              <a:ahLst/>
              <a:cxnLst/>
              <a:rect l="l" t="t" r="r" b="b"/>
              <a:pathLst>
                <a:path w="42723" h="1015" extrusionOk="0">
                  <a:moveTo>
                    <a:pt x="476" y="1"/>
                  </a:moveTo>
                  <a:cubicBezTo>
                    <a:pt x="222" y="1"/>
                    <a:pt x="1" y="223"/>
                    <a:pt x="1" y="508"/>
                  </a:cubicBezTo>
                  <a:cubicBezTo>
                    <a:pt x="1" y="793"/>
                    <a:pt x="222" y="1014"/>
                    <a:pt x="476" y="1014"/>
                  </a:cubicBezTo>
                  <a:lnTo>
                    <a:pt x="42215" y="1014"/>
                  </a:lnTo>
                  <a:cubicBezTo>
                    <a:pt x="42500" y="1014"/>
                    <a:pt x="42722" y="793"/>
                    <a:pt x="42722" y="508"/>
                  </a:cubicBezTo>
                  <a:cubicBezTo>
                    <a:pt x="42722" y="223"/>
                    <a:pt x="42500" y="1"/>
                    <a:pt x="4221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6432575" y="2697950"/>
              <a:ext cx="70500" cy="69700"/>
            </a:xfrm>
            <a:custGeom>
              <a:avLst/>
              <a:gdLst/>
              <a:ahLst/>
              <a:cxnLst/>
              <a:rect l="l" t="t" r="r" b="b"/>
              <a:pathLst>
                <a:path w="2820" h="2788" extrusionOk="0">
                  <a:moveTo>
                    <a:pt x="2154" y="665"/>
                  </a:moveTo>
                  <a:lnTo>
                    <a:pt x="2154" y="2122"/>
                  </a:lnTo>
                  <a:lnTo>
                    <a:pt x="666" y="2122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27"/>
                    <a:pt x="1" y="317"/>
                  </a:cubicBezTo>
                  <a:lnTo>
                    <a:pt x="1" y="2470"/>
                  </a:lnTo>
                  <a:cubicBezTo>
                    <a:pt x="1" y="2629"/>
                    <a:pt x="159" y="2787"/>
                    <a:pt x="349" y="2787"/>
                  </a:cubicBezTo>
                  <a:lnTo>
                    <a:pt x="2471" y="2787"/>
                  </a:lnTo>
                  <a:cubicBezTo>
                    <a:pt x="2661" y="2787"/>
                    <a:pt x="2819" y="2629"/>
                    <a:pt x="2819" y="2470"/>
                  </a:cubicBezTo>
                  <a:lnTo>
                    <a:pt x="2819" y="317"/>
                  </a:lnTo>
                  <a:cubicBezTo>
                    <a:pt x="2819" y="127"/>
                    <a:pt x="2661" y="0"/>
                    <a:pt x="247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5565650" y="3215725"/>
              <a:ext cx="68100" cy="68125"/>
            </a:xfrm>
            <a:custGeom>
              <a:avLst/>
              <a:gdLst/>
              <a:ahLst/>
              <a:cxnLst/>
              <a:rect l="l" t="t" r="r" b="b"/>
              <a:pathLst>
                <a:path w="2724" h="2725" extrusionOk="0">
                  <a:moveTo>
                    <a:pt x="2027" y="666"/>
                  </a:moveTo>
                  <a:lnTo>
                    <a:pt x="2027" y="2059"/>
                  </a:lnTo>
                  <a:lnTo>
                    <a:pt x="665" y="2059"/>
                  </a:lnTo>
                  <a:lnTo>
                    <a:pt x="665" y="666"/>
                  </a:lnTo>
                  <a:close/>
                  <a:moveTo>
                    <a:pt x="317" y="1"/>
                  </a:moveTo>
                  <a:cubicBezTo>
                    <a:pt x="127" y="1"/>
                    <a:pt x="0" y="159"/>
                    <a:pt x="0" y="349"/>
                  </a:cubicBezTo>
                  <a:lnTo>
                    <a:pt x="0" y="2408"/>
                  </a:lnTo>
                  <a:cubicBezTo>
                    <a:pt x="0" y="2566"/>
                    <a:pt x="127" y="2724"/>
                    <a:pt x="317" y="2724"/>
                  </a:cubicBezTo>
                  <a:lnTo>
                    <a:pt x="2375" y="2724"/>
                  </a:lnTo>
                  <a:cubicBezTo>
                    <a:pt x="2565" y="2724"/>
                    <a:pt x="2724" y="2566"/>
                    <a:pt x="2692" y="2408"/>
                  </a:cubicBezTo>
                  <a:lnTo>
                    <a:pt x="2692" y="349"/>
                  </a:lnTo>
                  <a:cubicBezTo>
                    <a:pt x="2692" y="159"/>
                    <a:pt x="2565" y="1"/>
                    <a:pt x="23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265525" y="3410500"/>
              <a:ext cx="182125" cy="75225"/>
            </a:xfrm>
            <a:custGeom>
              <a:avLst/>
              <a:gdLst/>
              <a:ahLst/>
              <a:cxnLst/>
              <a:rect l="l" t="t" r="r" b="b"/>
              <a:pathLst>
                <a:path w="7285" h="3009" extrusionOk="0">
                  <a:moveTo>
                    <a:pt x="6619" y="665"/>
                  </a:moveTo>
                  <a:lnTo>
                    <a:pt x="6619" y="2344"/>
                  </a:lnTo>
                  <a:lnTo>
                    <a:pt x="666" y="2344"/>
                  </a:lnTo>
                  <a:lnTo>
                    <a:pt x="666" y="665"/>
                  </a:lnTo>
                  <a:close/>
                  <a:moveTo>
                    <a:pt x="349" y="0"/>
                  </a:moveTo>
                  <a:cubicBezTo>
                    <a:pt x="159" y="0"/>
                    <a:pt x="1" y="159"/>
                    <a:pt x="1" y="349"/>
                  </a:cubicBezTo>
                  <a:lnTo>
                    <a:pt x="1" y="2660"/>
                  </a:lnTo>
                  <a:cubicBezTo>
                    <a:pt x="1" y="2850"/>
                    <a:pt x="159" y="3009"/>
                    <a:pt x="349" y="3009"/>
                  </a:cubicBezTo>
                  <a:lnTo>
                    <a:pt x="6936" y="3009"/>
                  </a:lnTo>
                  <a:cubicBezTo>
                    <a:pt x="7126" y="3009"/>
                    <a:pt x="7285" y="2850"/>
                    <a:pt x="7285" y="2660"/>
                  </a:cubicBezTo>
                  <a:lnTo>
                    <a:pt x="7285" y="349"/>
                  </a:lnTo>
                  <a:cubicBezTo>
                    <a:pt x="7285" y="159"/>
                    <a:pt x="7126" y="0"/>
                    <a:pt x="69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5517350" y="4004275"/>
              <a:ext cx="148875" cy="74450"/>
            </a:xfrm>
            <a:custGeom>
              <a:avLst/>
              <a:gdLst/>
              <a:ahLst/>
              <a:cxnLst/>
              <a:rect l="l" t="t" r="r" b="b"/>
              <a:pathLst>
                <a:path w="5955" h="2978" extrusionOk="0">
                  <a:moveTo>
                    <a:pt x="5289" y="666"/>
                  </a:moveTo>
                  <a:lnTo>
                    <a:pt x="5289" y="2313"/>
                  </a:lnTo>
                  <a:lnTo>
                    <a:pt x="665" y="2313"/>
                  </a:lnTo>
                  <a:lnTo>
                    <a:pt x="665" y="666"/>
                  </a:lnTo>
                  <a:close/>
                  <a:moveTo>
                    <a:pt x="349" y="1"/>
                  </a:moveTo>
                  <a:cubicBezTo>
                    <a:pt x="159" y="1"/>
                    <a:pt x="0" y="128"/>
                    <a:pt x="0" y="318"/>
                  </a:cubicBezTo>
                  <a:lnTo>
                    <a:pt x="0" y="2629"/>
                  </a:lnTo>
                  <a:cubicBezTo>
                    <a:pt x="0" y="2819"/>
                    <a:pt x="159" y="2978"/>
                    <a:pt x="349" y="2978"/>
                  </a:cubicBezTo>
                  <a:lnTo>
                    <a:pt x="5606" y="2978"/>
                  </a:lnTo>
                  <a:cubicBezTo>
                    <a:pt x="5796" y="2978"/>
                    <a:pt x="5954" y="2819"/>
                    <a:pt x="5954" y="2629"/>
                  </a:cubicBezTo>
                  <a:lnTo>
                    <a:pt x="5954" y="318"/>
                  </a:lnTo>
                  <a:cubicBezTo>
                    <a:pt x="5954" y="128"/>
                    <a:pt x="5796" y="1"/>
                    <a:pt x="56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697850" y="4004275"/>
              <a:ext cx="87125" cy="74450"/>
            </a:xfrm>
            <a:custGeom>
              <a:avLst/>
              <a:gdLst/>
              <a:ahLst/>
              <a:cxnLst/>
              <a:rect l="l" t="t" r="r" b="b"/>
              <a:pathLst>
                <a:path w="3485" h="2978" extrusionOk="0">
                  <a:moveTo>
                    <a:pt x="2819" y="666"/>
                  </a:moveTo>
                  <a:lnTo>
                    <a:pt x="2819" y="2313"/>
                  </a:lnTo>
                  <a:lnTo>
                    <a:pt x="666" y="2313"/>
                  </a:lnTo>
                  <a:lnTo>
                    <a:pt x="666" y="666"/>
                  </a:lnTo>
                  <a:close/>
                  <a:moveTo>
                    <a:pt x="318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2629"/>
                  </a:lnTo>
                  <a:cubicBezTo>
                    <a:pt x="1" y="2819"/>
                    <a:pt x="159" y="2978"/>
                    <a:pt x="318" y="2978"/>
                  </a:cubicBezTo>
                  <a:lnTo>
                    <a:pt x="3136" y="2978"/>
                  </a:lnTo>
                  <a:cubicBezTo>
                    <a:pt x="3326" y="2978"/>
                    <a:pt x="3484" y="2819"/>
                    <a:pt x="3484" y="2629"/>
                  </a:cubicBezTo>
                  <a:lnTo>
                    <a:pt x="3484" y="318"/>
                  </a:lnTo>
                  <a:cubicBezTo>
                    <a:pt x="3484" y="128"/>
                    <a:pt x="3326" y="1"/>
                    <a:pt x="31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6430200" y="4004275"/>
              <a:ext cx="57825" cy="57050"/>
            </a:xfrm>
            <a:custGeom>
              <a:avLst/>
              <a:gdLst/>
              <a:ahLst/>
              <a:cxnLst/>
              <a:rect l="l" t="t" r="r" b="b"/>
              <a:pathLst>
                <a:path w="2313" h="2282" extrusionOk="0">
                  <a:moveTo>
                    <a:pt x="1648" y="666"/>
                  </a:moveTo>
                  <a:lnTo>
                    <a:pt x="1648" y="1616"/>
                  </a:lnTo>
                  <a:lnTo>
                    <a:pt x="698" y="1616"/>
                  </a:lnTo>
                  <a:lnTo>
                    <a:pt x="698" y="666"/>
                  </a:lnTo>
                  <a:close/>
                  <a:moveTo>
                    <a:pt x="349" y="1"/>
                  </a:moveTo>
                  <a:cubicBezTo>
                    <a:pt x="159" y="1"/>
                    <a:pt x="1" y="128"/>
                    <a:pt x="1" y="318"/>
                  </a:cubicBezTo>
                  <a:lnTo>
                    <a:pt x="1" y="1964"/>
                  </a:lnTo>
                  <a:cubicBezTo>
                    <a:pt x="1" y="2123"/>
                    <a:pt x="159" y="2281"/>
                    <a:pt x="349" y="2281"/>
                  </a:cubicBezTo>
                  <a:lnTo>
                    <a:pt x="1964" y="2281"/>
                  </a:lnTo>
                  <a:cubicBezTo>
                    <a:pt x="2154" y="2281"/>
                    <a:pt x="2313" y="2123"/>
                    <a:pt x="2313" y="1964"/>
                  </a:cubicBezTo>
                  <a:lnTo>
                    <a:pt x="2313" y="318"/>
                  </a:lnTo>
                  <a:cubicBezTo>
                    <a:pt x="2313" y="128"/>
                    <a:pt x="2154" y="1"/>
                    <a:pt x="196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3492900" y="3838025"/>
              <a:ext cx="2062475" cy="228050"/>
            </a:xfrm>
            <a:custGeom>
              <a:avLst/>
              <a:gdLst/>
              <a:ahLst/>
              <a:cxnLst/>
              <a:rect l="l" t="t" r="r" b="b"/>
              <a:pathLst>
                <a:path w="82499" h="9122" extrusionOk="0">
                  <a:moveTo>
                    <a:pt x="1" y="0"/>
                  </a:moveTo>
                  <a:lnTo>
                    <a:pt x="1" y="5004"/>
                  </a:lnTo>
                  <a:cubicBezTo>
                    <a:pt x="1" y="7284"/>
                    <a:pt x="1837" y="9121"/>
                    <a:pt x="4118" y="9121"/>
                  </a:cubicBezTo>
                  <a:lnTo>
                    <a:pt x="78350" y="9121"/>
                  </a:lnTo>
                  <a:cubicBezTo>
                    <a:pt x="80630" y="9121"/>
                    <a:pt x="82498" y="7284"/>
                    <a:pt x="82498" y="5004"/>
                  </a:cubicBezTo>
                  <a:lnTo>
                    <a:pt x="8249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3492900" y="2784250"/>
              <a:ext cx="2061675" cy="1053800"/>
            </a:xfrm>
            <a:custGeom>
              <a:avLst/>
              <a:gdLst/>
              <a:ahLst/>
              <a:cxnLst/>
              <a:rect l="l" t="t" r="r" b="b"/>
              <a:pathLst>
                <a:path w="82467" h="42152" extrusionOk="0">
                  <a:moveTo>
                    <a:pt x="4118" y="0"/>
                  </a:moveTo>
                  <a:cubicBezTo>
                    <a:pt x="1837" y="0"/>
                    <a:pt x="1" y="1837"/>
                    <a:pt x="1" y="4117"/>
                  </a:cubicBezTo>
                  <a:lnTo>
                    <a:pt x="1" y="42151"/>
                  </a:lnTo>
                  <a:lnTo>
                    <a:pt x="82467" y="42151"/>
                  </a:lnTo>
                  <a:lnTo>
                    <a:pt x="82467" y="4117"/>
                  </a:lnTo>
                  <a:cubicBezTo>
                    <a:pt x="82467" y="1837"/>
                    <a:pt x="80630" y="0"/>
                    <a:pt x="7835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4313125" y="4066050"/>
              <a:ext cx="437850" cy="106900"/>
            </a:xfrm>
            <a:custGeom>
              <a:avLst/>
              <a:gdLst/>
              <a:ahLst/>
              <a:cxnLst/>
              <a:rect l="l" t="t" r="r" b="b"/>
              <a:pathLst>
                <a:path w="17514" h="4276" extrusionOk="0">
                  <a:moveTo>
                    <a:pt x="1" y="0"/>
                  </a:moveTo>
                  <a:lnTo>
                    <a:pt x="8425" y="2059"/>
                  </a:lnTo>
                  <a:lnTo>
                    <a:pt x="17514" y="4275"/>
                  </a:lnTo>
                  <a:cubicBezTo>
                    <a:pt x="17102" y="3040"/>
                    <a:pt x="16849" y="1647"/>
                    <a:pt x="1684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4103325" y="4066050"/>
              <a:ext cx="841625" cy="291375"/>
            </a:xfrm>
            <a:custGeom>
              <a:avLst/>
              <a:gdLst/>
              <a:ahLst/>
              <a:cxnLst/>
              <a:rect l="l" t="t" r="r" b="b"/>
              <a:pathLst>
                <a:path w="33665" h="11655" extrusionOk="0">
                  <a:moveTo>
                    <a:pt x="8393" y="0"/>
                  </a:moveTo>
                  <a:cubicBezTo>
                    <a:pt x="8393" y="9596"/>
                    <a:pt x="0" y="11654"/>
                    <a:pt x="0" y="11654"/>
                  </a:cubicBezTo>
                  <a:lnTo>
                    <a:pt x="33665" y="11654"/>
                  </a:lnTo>
                  <a:cubicBezTo>
                    <a:pt x="33665" y="11654"/>
                    <a:pt x="27869" y="10229"/>
                    <a:pt x="25906" y="4275"/>
                  </a:cubicBezTo>
                  <a:lnTo>
                    <a:pt x="16817" y="2059"/>
                  </a:lnTo>
                  <a:lnTo>
                    <a:pt x="839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4098575" y="4344725"/>
              <a:ext cx="850325" cy="71275"/>
            </a:xfrm>
            <a:custGeom>
              <a:avLst/>
              <a:gdLst/>
              <a:ahLst/>
              <a:cxnLst/>
              <a:rect l="l" t="t" r="r" b="b"/>
              <a:pathLst>
                <a:path w="34013" h="2851" extrusionOk="0">
                  <a:moveTo>
                    <a:pt x="1045" y="1"/>
                  </a:moveTo>
                  <a:cubicBezTo>
                    <a:pt x="475" y="1"/>
                    <a:pt x="0" y="476"/>
                    <a:pt x="0" y="1046"/>
                  </a:cubicBezTo>
                  <a:lnTo>
                    <a:pt x="0" y="1806"/>
                  </a:lnTo>
                  <a:cubicBezTo>
                    <a:pt x="0" y="2376"/>
                    <a:pt x="475" y="2851"/>
                    <a:pt x="1045" y="2851"/>
                  </a:cubicBezTo>
                  <a:lnTo>
                    <a:pt x="32968" y="2851"/>
                  </a:lnTo>
                  <a:cubicBezTo>
                    <a:pt x="33538" y="2851"/>
                    <a:pt x="34013" y="2376"/>
                    <a:pt x="34013" y="1806"/>
                  </a:cubicBezTo>
                  <a:lnTo>
                    <a:pt x="34013" y="1046"/>
                  </a:lnTo>
                  <a:cubicBezTo>
                    <a:pt x="34013" y="476"/>
                    <a:pt x="33538" y="1"/>
                    <a:pt x="329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2780350" y="3284150"/>
              <a:ext cx="666650" cy="397925"/>
            </a:xfrm>
            <a:custGeom>
              <a:avLst/>
              <a:gdLst/>
              <a:ahLst/>
              <a:cxnLst/>
              <a:rect l="l" t="t" r="r" b="b"/>
              <a:pathLst>
                <a:path w="26666" h="15917" extrusionOk="0">
                  <a:moveTo>
                    <a:pt x="23392" y="0"/>
                  </a:moveTo>
                  <a:cubicBezTo>
                    <a:pt x="23034" y="0"/>
                    <a:pt x="22670" y="78"/>
                    <a:pt x="22327" y="241"/>
                  </a:cubicBezTo>
                  <a:lnTo>
                    <a:pt x="1711" y="10470"/>
                  </a:lnTo>
                  <a:cubicBezTo>
                    <a:pt x="507" y="11040"/>
                    <a:pt x="0" y="12496"/>
                    <a:pt x="602" y="13700"/>
                  </a:cubicBezTo>
                  <a:lnTo>
                    <a:pt x="1711" y="15917"/>
                  </a:lnTo>
                  <a:lnTo>
                    <a:pt x="26666" y="3566"/>
                  </a:lnTo>
                  <a:lnTo>
                    <a:pt x="25589" y="1349"/>
                  </a:lnTo>
                  <a:cubicBezTo>
                    <a:pt x="25159" y="489"/>
                    <a:pt x="24292" y="0"/>
                    <a:pt x="2339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2823100" y="3373275"/>
              <a:ext cx="950100" cy="969100"/>
            </a:xfrm>
            <a:custGeom>
              <a:avLst/>
              <a:gdLst/>
              <a:ahLst/>
              <a:cxnLst/>
              <a:rect l="l" t="t" r="r" b="b"/>
              <a:pathLst>
                <a:path w="38004" h="38764" extrusionOk="0">
                  <a:moveTo>
                    <a:pt x="24956" y="1"/>
                  </a:moveTo>
                  <a:lnTo>
                    <a:pt x="1" y="12352"/>
                  </a:lnTo>
                  <a:lnTo>
                    <a:pt x="13048" y="38764"/>
                  </a:lnTo>
                  <a:lnTo>
                    <a:pt x="38003" y="26413"/>
                  </a:lnTo>
                  <a:lnTo>
                    <a:pt x="2495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149300" y="4032775"/>
              <a:ext cx="674575" cy="414925"/>
            </a:xfrm>
            <a:custGeom>
              <a:avLst/>
              <a:gdLst/>
              <a:ahLst/>
              <a:cxnLst/>
              <a:rect l="l" t="t" r="r" b="b"/>
              <a:pathLst>
                <a:path w="26983" h="16597" extrusionOk="0">
                  <a:moveTo>
                    <a:pt x="24987" y="1"/>
                  </a:moveTo>
                  <a:lnTo>
                    <a:pt x="0" y="12384"/>
                  </a:lnTo>
                  <a:lnTo>
                    <a:pt x="1425" y="15234"/>
                  </a:lnTo>
                  <a:cubicBezTo>
                    <a:pt x="1854" y="16092"/>
                    <a:pt x="2719" y="16596"/>
                    <a:pt x="3616" y="16596"/>
                  </a:cubicBezTo>
                  <a:cubicBezTo>
                    <a:pt x="3976" y="16596"/>
                    <a:pt x="4342" y="16515"/>
                    <a:pt x="4687" y="16342"/>
                  </a:cubicBezTo>
                  <a:lnTo>
                    <a:pt x="25304" y="6145"/>
                  </a:lnTo>
                  <a:cubicBezTo>
                    <a:pt x="26507" y="5543"/>
                    <a:pt x="26982" y="4086"/>
                    <a:pt x="26412" y="2883"/>
                  </a:cubicBezTo>
                  <a:lnTo>
                    <a:pt x="2498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3043200" y="3436475"/>
              <a:ext cx="129075" cy="73150"/>
            </a:xfrm>
            <a:custGeom>
              <a:avLst/>
              <a:gdLst/>
              <a:ahLst/>
              <a:cxnLst/>
              <a:rect l="l" t="t" r="r" b="b"/>
              <a:pathLst>
                <a:path w="5163" h="2926" extrusionOk="0">
                  <a:moveTo>
                    <a:pt x="4691" y="1"/>
                  </a:moveTo>
                  <a:cubicBezTo>
                    <a:pt x="4636" y="1"/>
                    <a:pt x="4580" y="13"/>
                    <a:pt x="4529" y="38"/>
                  </a:cubicBezTo>
                  <a:lnTo>
                    <a:pt x="286" y="2160"/>
                  </a:lnTo>
                  <a:cubicBezTo>
                    <a:pt x="96" y="2255"/>
                    <a:pt x="1" y="2476"/>
                    <a:pt x="96" y="2698"/>
                  </a:cubicBezTo>
                  <a:cubicBezTo>
                    <a:pt x="165" y="2837"/>
                    <a:pt x="319" y="2925"/>
                    <a:pt x="472" y="2925"/>
                  </a:cubicBezTo>
                  <a:cubicBezTo>
                    <a:pt x="528" y="2925"/>
                    <a:pt x="583" y="2914"/>
                    <a:pt x="634" y="2888"/>
                  </a:cubicBezTo>
                  <a:lnTo>
                    <a:pt x="4878" y="766"/>
                  </a:lnTo>
                  <a:cubicBezTo>
                    <a:pt x="5099" y="671"/>
                    <a:pt x="5163" y="418"/>
                    <a:pt x="5068" y="228"/>
                  </a:cubicBezTo>
                  <a:cubicBezTo>
                    <a:pt x="4998" y="89"/>
                    <a:pt x="4844" y="1"/>
                    <a:pt x="4691" y="1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3424825" y="4200850"/>
              <a:ext cx="148075" cy="97975"/>
            </a:xfrm>
            <a:custGeom>
              <a:avLst/>
              <a:gdLst/>
              <a:ahLst/>
              <a:cxnLst/>
              <a:rect l="l" t="t" r="r" b="b"/>
              <a:pathLst>
                <a:path w="5923" h="3919" extrusionOk="0">
                  <a:moveTo>
                    <a:pt x="4624" y="340"/>
                  </a:moveTo>
                  <a:cubicBezTo>
                    <a:pt x="4909" y="340"/>
                    <a:pt x="5194" y="498"/>
                    <a:pt x="5352" y="783"/>
                  </a:cubicBezTo>
                  <a:cubicBezTo>
                    <a:pt x="5542" y="1195"/>
                    <a:pt x="5384" y="1670"/>
                    <a:pt x="4972" y="1860"/>
                  </a:cubicBezTo>
                  <a:lnTo>
                    <a:pt x="1678" y="3507"/>
                  </a:lnTo>
                  <a:cubicBezTo>
                    <a:pt x="1562" y="3561"/>
                    <a:pt x="1440" y="3587"/>
                    <a:pt x="1320" y="3587"/>
                  </a:cubicBezTo>
                  <a:cubicBezTo>
                    <a:pt x="1018" y="3587"/>
                    <a:pt x="729" y="3422"/>
                    <a:pt x="570" y="3127"/>
                  </a:cubicBezTo>
                  <a:cubicBezTo>
                    <a:pt x="380" y="2747"/>
                    <a:pt x="538" y="2240"/>
                    <a:pt x="950" y="2050"/>
                  </a:cubicBezTo>
                  <a:lnTo>
                    <a:pt x="4244" y="403"/>
                  </a:lnTo>
                  <a:cubicBezTo>
                    <a:pt x="4370" y="372"/>
                    <a:pt x="4497" y="340"/>
                    <a:pt x="4624" y="340"/>
                  </a:cubicBezTo>
                  <a:close/>
                  <a:moveTo>
                    <a:pt x="4614" y="0"/>
                  </a:moveTo>
                  <a:cubicBezTo>
                    <a:pt x="4448" y="0"/>
                    <a:pt x="4279" y="38"/>
                    <a:pt x="4117" y="118"/>
                  </a:cubicBezTo>
                  <a:lnTo>
                    <a:pt x="823" y="1765"/>
                  </a:lnTo>
                  <a:cubicBezTo>
                    <a:pt x="253" y="2019"/>
                    <a:pt x="0" y="2715"/>
                    <a:pt x="285" y="3285"/>
                  </a:cubicBezTo>
                  <a:cubicBezTo>
                    <a:pt x="475" y="3697"/>
                    <a:pt x="887" y="3919"/>
                    <a:pt x="1330" y="3919"/>
                  </a:cubicBezTo>
                  <a:cubicBezTo>
                    <a:pt x="1488" y="3919"/>
                    <a:pt x="1678" y="3887"/>
                    <a:pt x="1837" y="3792"/>
                  </a:cubicBezTo>
                  <a:lnTo>
                    <a:pt x="5130" y="2177"/>
                  </a:lnTo>
                  <a:cubicBezTo>
                    <a:pt x="5700" y="1892"/>
                    <a:pt x="5922" y="1195"/>
                    <a:pt x="5637" y="625"/>
                  </a:cubicBezTo>
                  <a:cubicBezTo>
                    <a:pt x="5433" y="239"/>
                    <a:pt x="5034" y="0"/>
                    <a:pt x="4614" y="0"/>
                  </a:cubicBezTo>
                  <a:close/>
                </a:path>
              </a:pathLst>
            </a:custGeom>
            <a:solidFill>
              <a:srgbClr val="2524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3085150" y="3823775"/>
              <a:ext cx="149675" cy="126700"/>
            </a:xfrm>
            <a:custGeom>
              <a:avLst/>
              <a:gdLst/>
              <a:ahLst/>
              <a:cxnLst/>
              <a:rect l="l" t="t" r="r" b="b"/>
              <a:pathLst>
                <a:path w="5987" h="5068" extrusionOk="0">
                  <a:moveTo>
                    <a:pt x="3770" y="0"/>
                  </a:moveTo>
                  <a:lnTo>
                    <a:pt x="1" y="3959"/>
                  </a:lnTo>
                  <a:lnTo>
                    <a:pt x="539" y="5067"/>
                  </a:lnTo>
                  <a:lnTo>
                    <a:pt x="5986" y="4497"/>
                  </a:lnTo>
                  <a:lnTo>
                    <a:pt x="5448" y="3389"/>
                  </a:lnTo>
                  <a:lnTo>
                    <a:pt x="1711" y="3801"/>
                  </a:lnTo>
                  <a:lnTo>
                    <a:pt x="4308" y="1109"/>
                  </a:lnTo>
                  <a:lnTo>
                    <a:pt x="377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3259350" y="3683625"/>
              <a:ext cx="58600" cy="311975"/>
            </a:xfrm>
            <a:custGeom>
              <a:avLst/>
              <a:gdLst/>
              <a:ahLst/>
              <a:cxnLst/>
              <a:rect l="l" t="t" r="r" b="b"/>
              <a:pathLst>
                <a:path w="2344" h="12479" extrusionOk="0">
                  <a:moveTo>
                    <a:pt x="1330" y="1"/>
                  </a:moveTo>
                  <a:lnTo>
                    <a:pt x="0" y="666"/>
                  </a:lnTo>
                  <a:lnTo>
                    <a:pt x="982" y="12479"/>
                  </a:lnTo>
                  <a:lnTo>
                    <a:pt x="2344" y="11813"/>
                  </a:lnTo>
                  <a:lnTo>
                    <a:pt x="1330" y="1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3342475" y="3728775"/>
              <a:ext cx="149650" cy="126700"/>
            </a:xfrm>
            <a:custGeom>
              <a:avLst/>
              <a:gdLst/>
              <a:ahLst/>
              <a:cxnLst/>
              <a:rect l="l" t="t" r="r" b="b"/>
              <a:pathLst>
                <a:path w="5986" h="5068" extrusionOk="0">
                  <a:moveTo>
                    <a:pt x="5416" y="0"/>
                  </a:moveTo>
                  <a:lnTo>
                    <a:pt x="0" y="570"/>
                  </a:lnTo>
                  <a:lnTo>
                    <a:pt x="539" y="1710"/>
                  </a:lnTo>
                  <a:lnTo>
                    <a:pt x="4276" y="1267"/>
                  </a:lnTo>
                  <a:lnTo>
                    <a:pt x="1647" y="3959"/>
                  </a:lnTo>
                  <a:lnTo>
                    <a:pt x="2217" y="5067"/>
                  </a:lnTo>
                  <a:lnTo>
                    <a:pt x="5986" y="1109"/>
                  </a:lnTo>
                  <a:lnTo>
                    <a:pt x="541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3644925" y="3248200"/>
              <a:ext cx="1771100" cy="341250"/>
            </a:xfrm>
            <a:custGeom>
              <a:avLst/>
              <a:gdLst/>
              <a:ahLst/>
              <a:cxnLst/>
              <a:rect l="l" t="t" r="r" b="b"/>
              <a:pathLst>
                <a:path w="70844" h="13650" extrusionOk="0">
                  <a:moveTo>
                    <a:pt x="23340" y="0"/>
                  </a:moveTo>
                  <a:cubicBezTo>
                    <a:pt x="21123" y="0"/>
                    <a:pt x="19001" y="887"/>
                    <a:pt x="17418" y="2470"/>
                  </a:cubicBezTo>
                  <a:lnTo>
                    <a:pt x="9374" y="10483"/>
                  </a:lnTo>
                  <a:cubicBezTo>
                    <a:pt x="8012" y="11876"/>
                    <a:pt x="6144" y="12668"/>
                    <a:pt x="4180" y="12668"/>
                  </a:cubicBezTo>
                  <a:lnTo>
                    <a:pt x="0" y="12668"/>
                  </a:lnTo>
                  <a:lnTo>
                    <a:pt x="0" y="13649"/>
                  </a:lnTo>
                  <a:lnTo>
                    <a:pt x="4180" y="13649"/>
                  </a:lnTo>
                  <a:cubicBezTo>
                    <a:pt x="6429" y="13649"/>
                    <a:pt x="8519" y="12794"/>
                    <a:pt x="10102" y="11211"/>
                  </a:cubicBezTo>
                  <a:lnTo>
                    <a:pt x="18146" y="3167"/>
                  </a:lnTo>
                  <a:cubicBezTo>
                    <a:pt x="19571" y="1726"/>
                    <a:pt x="21456" y="1006"/>
                    <a:pt x="23344" y="1006"/>
                  </a:cubicBezTo>
                  <a:cubicBezTo>
                    <a:pt x="25232" y="1006"/>
                    <a:pt x="27125" y="1726"/>
                    <a:pt x="28566" y="3167"/>
                  </a:cubicBezTo>
                  <a:lnTo>
                    <a:pt x="32841" y="7474"/>
                  </a:lnTo>
                  <a:cubicBezTo>
                    <a:pt x="34424" y="9057"/>
                    <a:pt x="36546" y="9912"/>
                    <a:pt x="38763" y="9912"/>
                  </a:cubicBezTo>
                  <a:cubicBezTo>
                    <a:pt x="41011" y="9912"/>
                    <a:pt x="43102" y="9057"/>
                    <a:pt x="44685" y="7474"/>
                  </a:cubicBezTo>
                  <a:cubicBezTo>
                    <a:pt x="46079" y="6081"/>
                    <a:pt x="47947" y="5320"/>
                    <a:pt x="49910" y="5320"/>
                  </a:cubicBezTo>
                  <a:cubicBezTo>
                    <a:pt x="51874" y="5320"/>
                    <a:pt x="53711" y="6081"/>
                    <a:pt x="55104" y="7474"/>
                  </a:cubicBezTo>
                  <a:lnTo>
                    <a:pt x="55706" y="8076"/>
                  </a:lnTo>
                  <a:cubicBezTo>
                    <a:pt x="57337" y="9707"/>
                    <a:pt x="59482" y="10522"/>
                    <a:pt x="61628" y="10522"/>
                  </a:cubicBezTo>
                  <a:cubicBezTo>
                    <a:pt x="63774" y="10522"/>
                    <a:pt x="65919" y="9707"/>
                    <a:pt x="67550" y="8076"/>
                  </a:cubicBezTo>
                  <a:lnTo>
                    <a:pt x="70844" y="4782"/>
                  </a:lnTo>
                  <a:lnTo>
                    <a:pt x="70147" y="4054"/>
                  </a:lnTo>
                  <a:lnTo>
                    <a:pt x="66853" y="7379"/>
                  </a:lnTo>
                  <a:cubicBezTo>
                    <a:pt x="65412" y="8804"/>
                    <a:pt x="63528" y="9517"/>
                    <a:pt x="61644" y="9517"/>
                  </a:cubicBezTo>
                  <a:cubicBezTo>
                    <a:pt x="59760" y="9517"/>
                    <a:pt x="57875" y="8804"/>
                    <a:pt x="56434" y="7379"/>
                  </a:cubicBezTo>
                  <a:lnTo>
                    <a:pt x="55833" y="6746"/>
                  </a:lnTo>
                  <a:cubicBezTo>
                    <a:pt x="54249" y="5194"/>
                    <a:pt x="52127" y="4307"/>
                    <a:pt x="49910" y="4307"/>
                  </a:cubicBezTo>
                  <a:cubicBezTo>
                    <a:pt x="47662" y="4307"/>
                    <a:pt x="45572" y="5194"/>
                    <a:pt x="43988" y="6777"/>
                  </a:cubicBezTo>
                  <a:cubicBezTo>
                    <a:pt x="42547" y="8202"/>
                    <a:pt x="40663" y="8915"/>
                    <a:pt x="38779" y="8915"/>
                  </a:cubicBezTo>
                  <a:cubicBezTo>
                    <a:pt x="36894" y="8915"/>
                    <a:pt x="35010" y="8202"/>
                    <a:pt x="33569" y="6777"/>
                  </a:cubicBezTo>
                  <a:lnTo>
                    <a:pt x="29262" y="2470"/>
                  </a:lnTo>
                  <a:cubicBezTo>
                    <a:pt x="27679" y="887"/>
                    <a:pt x="25589" y="0"/>
                    <a:pt x="2334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161125" y="3203850"/>
              <a:ext cx="114025" cy="114025"/>
            </a:xfrm>
            <a:custGeom>
              <a:avLst/>
              <a:gdLst/>
              <a:ahLst/>
              <a:cxnLst/>
              <a:rect l="l" t="t" r="r" b="b"/>
              <a:pathLst>
                <a:path w="4561" h="4561" extrusionOk="0">
                  <a:moveTo>
                    <a:pt x="2280" y="349"/>
                  </a:moveTo>
                  <a:cubicBezTo>
                    <a:pt x="3325" y="349"/>
                    <a:pt x="4212" y="1204"/>
                    <a:pt x="4212" y="2281"/>
                  </a:cubicBezTo>
                  <a:cubicBezTo>
                    <a:pt x="4212" y="3358"/>
                    <a:pt x="3325" y="4213"/>
                    <a:pt x="2280" y="4213"/>
                  </a:cubicBezTo>
                  <a:cubicBezTo>
                    <a:pt x="1204" y="4213"/>
                    <a:pt x="317" y="3358"/>
                    <a:pt x="317" y="2281"/>
                  </a:cubicBezTo>
                  <a:cubicBezTo>
                    <a:pt x="317" y="1204"/>
                    <a:pt x="1204" y="349"/>
                    <a:pt x="2280" y="349"/>
                  </a:cubicBezTo>
                  <a:close/>
                  <a:moveTo>
                    <a:pt x="2280" y="1"/>
                  </a:moveTo>
                  <a:cubicBezTo>
                    <a:pt x="1014" y="1"/>
                    <a:pt x="0" y="1014"/>
                    <a:pt x="0" y="2281"/>
                  </a:cubicBezTo>
                  <a:cubicBezTo>
                    <a:pt x="0" y="3548"/>
                    <a:pt x="1014" y="4561"/>
                    <a:pt x="2280" y="4561"/>
                  </a:cubicBezTo>
                  <a:cubicBezTo>
                    <a:pt x="3516" y="4561"/>
                    <a:pt x="4561" y="3548"/>
                    <a:pt x="4561" y="2281"/>
                  </a:cubicBezTo>
                  <a:cubicBezTo>
                    <a:pt x="4561" y="1014"/>
                    <a:pt x="3516" y="1"/>
                    <a:pt x="228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4571225" y="3445325"/>
              <a:ext cx="75250" cy="76025"/>
            </a:xfrm>
            <a:custGeom>
              <a:avLst/>
              <a:gdLst/>
              <a:ahLst/>
              <a:cxnLst/>
              <a:rect l="l" t="t" r="r" b="b"/>
              <a:pathLst>
                <a:path w="3010" h="3041" extrusionOk="0">
                  <a:moveTo>
                    <a:pt x="1489" y="349"/>
                  </a:moveTo>
                  <a:cubicBezTo>
                    <a:pt x="2154" y="349"/>
                    <a:pt x="2661" y="887"/>
                    <a:pt x="2661" y="1521"/>
                  </a:cubicBezTo>
                  <a:cubicBezTo>
                    <a:pt x="2661" y="2186"/>
                    <a:pt x="2154" y="2693"/>
                    <a:pt x="1489" y="2693"/>
                  </a:cubicBezTo>
                  <a:cubicBezTo>
                    <a:pt x="856" y="2693"/>
                    <a:pt x="318" y="2186"/>
                    <a:pt x="318" y="1521"/>
                  </a:cubicBezTo>
                  <a:cubicBezTo>
                    <a:pt x="318" y="887"/>
                    <a:pt x="856" y="349"/>
                    <a:pt x="1489" y="349"/>
                  </a:cubicBezTo>
                  <a:close/>
                  <a:moveTo>
                    <a:pt x="1489" y="1"/>
                  </a:moveTo>
                  <a:cubicBezTo>
                    <a:pt x="666" y="1"/>
                    <a:pt x="1" y="697"/>
                    <a:pt x="1" y="1521"/>
                  </a:cubicBezTo>
                  <a:cubicBezTo>
                    <a:pt x="1" y="2376"/>
                    <a:pt x="666" y="3041"/>
                    <a:pt x="1489" y="3041"/>
                  </a:cubicBezTo>
                  <a:cubicBezTo>
                    <a:pt x="2344" y="3041"/>
                    <a:pt x="3009" y="2376"/>
                    <a:pt x="3009" y="1521"/>
                  </a:cubicBezTo>
                  <a:cubicBezTo>
                    <a:pt x="3009" y="697"/>
                    <a:pt x="2344" y="1"/>
                    <a:pt x="1489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5119100" y="344532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123" y="349"/>
                  </a:moveTo>
                  <a:cubicBezTo>
                    <a:pt x="3073" y="349"/>
                    <a:pt x="3864" y="1141"/>
                    <a:pt x="3864" y="2122"/>
                  </a:cubicBezTo>
                  <a:cubicBezTo>
                    <a:pt x="3864" y="3073"/>
                    <a:pt x="3073" y="3864"/>
                    <a:pt x="2123" y="3864"/>
                  </a:cubicBezTo>
                  <a:cubicBezTo>
                    <a:pt x="1141" y="3864"/>
                    <a:pt x="349" y="3073"/>
                    <a:pt x="349" y="2122"/>
                  </a:cubicBezTo>
                  <a:cubicBezTo>
                    <a:pt x="349" y="1141"/>
                    <a:pt x="1141" y="349"/>
                    <a:pt x="2123" y="349"/>
                  </a:cubicBezTo>
                  <a:close/>
                  <a:moveTo>
                    <a:pt x="2123" y="1"/>
                  </a:moveTo>
                  <a:cubicBezTo>
                    <a:pt x="951" y="1"/>
                    <a:pt x="1" y="951"/>
                    <a:pt x="1" y="2122"/>
                  </a:cubicBezTo>
                  <a:cubicBezTo>
                    <a:pt x="1" y="3263"/>
                    <a:pt x="951" y="4213"/>
                    <a:pt x="2123" y="4213"/>
                  </a:cubicBezTo>
                  <a:cubicBezTo>
                    <a:pt x="3263" y="4213"/>
                    <a:pt x="4213" y="3263"/>
                    <a:pt x="4213" y="2122"/>
                  </a:cubicBezTo>
                  <a:cubicBezTo>
                    <a:pt x="4213" y="951"/>
                    <a:pt x="3263" y="1"/>
                    <a:pt x="212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5355050" y="3305975"/>
              <a:ext cx="105325" cy="105325"/>
            </a:xfrm>
            <a:custGeom>
              <a:avLst/>
              <a:gdLst/>
              <a:ahLst/>
              <a:cxnLst/>
              <a:rect l="l" t="t" r="r" b="b"/>
              <a:pathLst>
                <a:path w="4213" h="4213" extrusionOk="0">
                  <a:moveTo>
                    <a:pt x="2090" y="349"/>
                  </a:moveTo>
                  <a:cubicBezTo>
                    <a:pt x="3072" y="349"/>
                    <a:pt x="3864" y="1141"/>
                    <a:pt x="3864" y="2123"/>
                  </a:cubicBezTo>
                  <a:cubicBezTo>
                    <a:pt x="3864" y="3073"/>
                    <a:pt x="3072" y="3865"/>
                    <a:pt x="2090" y="3865"/>
                  </a:cubicBezTo>
                  <a:cubicBezTo>
                    <a:pt x="1140" y="3865"/>
                    <a:pt x="349" y="3073"/>
                    <a:pt x="349" y="2091"/>
                  </a:cubicBezTo>
                  <a:cubicBezTo>
                    <a:pt x="349" y="1141"/>
                    <a:pt x="1140" y="349"/>
                    <a:pt x="2090" y="349"/>
                  </a:cubicBezTo>
                  <a:close/>
                  <a:moveTo>
                    <a:pt x="2090" y="1"/>
                  </a:moveTo>
                  <a:cubicBezTo>
                    <a:pt x="950" y="1"/>
                    <a:pt x="0" y="951"/>
                    <a:pt x="0" y="2123"/>
                  </a:cubicBezTo>
                  <a:cubicBezTo>
                    <a:pt x="0" y="3263"/>
                    <a:pt x="950" y="4213"/>
                    <a:pt x="2090" y="4213"/>
                  </a:cubicBezTo>
                  <a:cubicBezTo>
                    <a:pt x="3262" y="4213"/>
                    <a:pt x="4212" y="3263"/>
                    <a:pt x="4212" y="2123"/>
                  </a:cubicBezTo>
                  <a:cubicBezTo>
                    <a:pt x="4212" y="951"/>
                    <a:pt x="3262" y="1"/>
                    <a:pt x="209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377200" y="3328150"/>
              <a:ext cx="61000" cy="61000"/>
            </a:xfrm>
            <a:custGeom>
              <a:avLst/>
              <a:gdLst/>
              <a:ahLst/>
              <a:cxnLst/>
              <a:rect l="l" t="t" r="r" b="b"/>
              <a:pathLst>
                <a:path w="2440" h="2440" extrusionOk="0">
                  <a:moveTo>
                    <a:pt x="1204" y="1"/>
                  </a:moveTo>
                  <a:cubicBezTo>
                    <a:pt x="539" y="1"/>
                    <a:pt x="1" y="539"/>
                    <a:pt x="1" y="1204"/>
                  </a:cubicBezTo>
                  <a:cubicBezTo>
                    <a:pt x="1" y="1901"/>
                    <a:pt x="539" y="2439"/>
                    <a:pt x="1204" y="2439"/>
                  </a:cubicBezTo>
                  <a:cubicBezTo>
                    <a:pt x="1869" y="2439"/>
                    <a:pt x="2439" y="1901"/>
                    <a:pt x="2439" y="1204"/>
                  </a:cubicBezTo>
                  <a:cubicBezTo>
                    <a:pt x="2439" y="539"/>
                    <a:pt x="1869" y="1"/>
                    <a:pt x="120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3592650" y="3524500"/>
              <a:ext cx="104550" cy="105325"/>
            </a:xfrm>
            <a:custGeom>
              <a:avLst/>
              <a:gdLst/>
              <a:ahLst/>
              <a:cxnLst/>
              <a:rect l="l" t="t" r="r" b="b"/>
              <a:pathLst>
                <a:path w="4182" h="4213" extrusionOk="0">
                  <a:moveTo>
                    <a:pt x="2091" y="349"/>
                  </a:moveTo>
                  <a:cubicBezTo>
                    <a:pt x="3073" y="349"/>
                    <a:pt x="3864" y="1109"/>
                    <a:pt x="3864" y="2091"/>
                  </a:cubicBezTo>
                  <a:cubicBezTo>
                    <a:pt x="3864" y="3072"/>
                    <a:pt x="3073" y="3864"/>
                    <a:pt x="2091" y="3864"/>
                  </a:cubicBezTo>
                  <a:cubicBezTo>
                    <a:pt x="1141" y="3864"/>
                    <a:pt x="349" y="3072"/>
                    <a:pt x="349" y="2091"/>
                  </a:cubicBezTo>
                  <a:cubicBezTo>
                    <a:pt x="349" y="1141"/>
                    <a:pt x="1109" y="349"/>
                    <a:pt x="2091" y="349"/>
                  </a:cubicBezTo>
                  <a:close/>
                  <a:moveTo>
                    <a:pt x="2091" y="1"/>
                  </a:moveTo>
                  <a:cubicBezTo>
                    <a:pt x="951" y="1"/>
                    <a:pt x="1" y="951"/>
                    <a:pt x="1" y="2091"/>
                  </a:cubicBezTo>
                  <a:cubicBezTo>
                    <a:pt x="1" y="3262"/>
                    <a:pt x="951" y="4213"/>
                    <a:pt x="2091" y="4213"/>
                  </a:cubicBezTo>
                  <a:cubicBezTo>
                    <a:pt x="3263" y="4213"/>
                    <a:pt x="4181" y="3262"/>
                    <a:pt x="4181" y="2091"/>
                  </a:cubicBezTo>
                  <a:cubicBezTo>
                    <a:pt x="4181" y="951"/>
                    <a:pt x="3263" y="1"/>
                    <a:pt x="209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3614825" y="3546675"/>
              <a:ext cx="61000" cy="60975"/>
            </a:xfrm>
            <a:custGeom>
              <a:avLst/>
              <a:gdLst/>
              <a:ahLst/>
              <a:cxnLst/>
              <a:rect l="l" t="t" r="r" b="b"/>
              <a:pathLst>
                <a:path w="2440" h="2439" extrusionOk="0">
                  <a:moveTo>
                    <a:pt x="1204" y="0"/>
                  </a:moveTo>
                  <a:cubicBezTo>
                    <a:pt x="539" y="0"/>
                    <a:pt x="1" y="539"/>
                    <a:pt x="1" y="1204"/>
                  </a:cubicBezTo>
                  <a:cubicBezTo>
                    <a:pt x="1" y="1900"/>
                    <a:pt x="539" y="2439"/>
                    <a:pt x="1204" y="2439"/>
                  </a:cubicBezTo>
                  <a:cubicBezTo>
                    <a:pt x="1869" y="2439"/>
                    <a:pt x="2439" y="1900"/>
                    <a:pt x="2439" y="1204"/>
                  </a:cubicBezTo>
                  <a:cubicBezTo>
                    <a:pt x="2439" y="539"/>
                    <a:pt x="1869" y="0"/>
                    <a:pt x="120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880000" y="2948925"/>
              <a:ext cx="173425" cy="24550"/>
            </a:xfrm>
            <a:custGeom>
              <a:avLst/>
              <a:gdLst/>
              <a:ahLst/>
              <a:cxnLst/>
              <a:rect l="l" t="t" r="r" b="b"/>
              <a:pathLst>
                <a:path w="6937" h="982" extrusionOk="0">
                  <a:moveTo>
                    <a:pt x="507" y="0"/>
                  </a:moveTo>
                  <a:cubicBezTo>
                    <a:pt x="222" y="0"/>
                    <a:pt x="1" y="222"/>
                    <a:pt x="1" y="507"/>
                  </a:cubicBezTo>
                  <a:cubicBezTo>
                    <a:pt x="1" y="760"/>
                    <a:pt x="222" y="982"/>
                    <a:pt x="507" y="982"/>
                  </a:cubicBezTo>
                  <a:lnTo>
                    <a:pt x="6430" y="982"/>
                  </a:lnTo>
                  <a:cubicBezTo>
                    <a:pt x="6715" y="982"/>
                    <a:pt x="6936" y="760"/>
                    <a:pt x="6936" y="507"/>
                  </a:cubicBezTo>
                  <a:cubicBezTo>
                    <a:pt x="6936" y="222"/>
                    <a:pt x="6715" y="0"/>
                    <a:pt x="643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5108025" y="2948925"/>
              <a:ext cx="81575" cy="24550"/>
            </a:xfrm>
            <a:custGeom>
              <a:avLst/>
              <a:gdLst/>
              <a:ahLst/>
              <a:cxnLst/>
              <a:rect l="l" t="t" r="r" b="b"/>
              <a:pathLst>
                <a:path w="3263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2756" y="982"/>
                  </a:lnTo>
                  <a:cubicBezTo>
                    <a:pt x="3041" y="982"/>
                    <a:pt x="3262" y="760"/>
                    <a:pt x="3262" y="507"/>
                  </a:cubicBezTo>
                  <a:cubicBezTo>
                    <a:pt x="3262" y="222"/>
                    <a:pt x="3041" y="0"/>
                    <a:pt x="275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5300425" y="2948925"/>
              <a:ext cx="58600" cy="24550"/>
            </a:xfrm>
            <a:custGeom>
              <a:avLst/>
              <a:gdLst/>
              <a:ahLst/>
              <a:cxnLst/>
              <a:rect l="l" t="t" r="r" b="b"/>
              <a:pathLst>
                <a:path w="2344" h="982" extrusionOk="0">
                  <a:moveTo>
                    <a:pt x="507" y="0"/>
                  </a:moveTo>
                  <a:cubicBezTo>
                    <a:pt x="222" y="0"/>
                    <a:pt x="0" y="222"/>
                    <a:pt x="0" y="507"/>
                  </a:cubicBezTo>
                  <a:cubicBezTo>
                    <a:pt x="0" y="760"/>
                    <a:pt x="222" y="982"/>
                    <a:pt x="507" y="982"/>
                  </a:cubicBezTo>
                  <a:lnTo>
                    <a:pt x="1837" y="982"/>
                  </a:lnTo>
                  <a:cubicBezTo>
                    <a:pt x="2122" y="982"/>
                    <a:pt x="2344" y="760"/>
                    <a:pt x="2344" y="507"/>
                  </a:cubicBezTo>
                  <a:cubicBezTo>
                    <a:pt x="2344" y="222"/>
                    <a:pt x="2122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127025" y="3021750"/>
              <a:ext cx="197950" cy="25375"/>
            </a:xfrm>
            <a:custGeom>
              <a:avLst/>
              <a:gdLst/>
              <a:ahLst/>
              <a:cxnLst/>
              <a:rect l="l" t="t" r="r" b="b"/>
              <a:pathLst>
                <a:path w="7918" h="1015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7443" y="1014"/>
                  </a:lnTo>
                  <a:cubicBezTo>
                    <a:pt x="7696" y="1014"/>
                    <a:pt x="7918" y="793"/>
                    <a:pt x="7918" y="508"/>
                  </a:cubicBezTo>
                  <a:cubicBezTo>
                    <a:pt x="7918" y="222"/>
                    <a:pt x="7696" y="1"/>
                    <a:pt x="7443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3979025" y="3617125"/>
              <a:ext cx="119575" cy="24575"/>
            </a:xfrm>
            <a:custGeom>
              <a:avLst/>
              <a:gdLst/>
              <a:ahLst/>
              <a:cxnLst/>
              <a:rect l="l" t="t" r="r" b="b"/>
              <a:pathLst>
                <a:path w="4783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4307" y="983"/>
                  </a:lnTo>
                  <a:cubicBezTo>
                    <a:pt x="4561" y="983"/>
                    <a:pt x="4782" y="761"/>
                    <a:pt x="4782" y="508"/>
                  </a:cubicBezTo>
                  <a:cubicBezTo>
                    <a:pt x="4782" y="222"/>
                    <a:pt x="4561" y="1"/>
                    <a:pt x="430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4148450" y="3617125"/>
              <a:ext cx="50700" cy="24575"/>
            </a:xfrm>
            <a:custGeom>
              <a:avLst/>
              <a:gdLst/>
              <a:ahLst/>
              <a:cxnLst/>
              <a:rect l="l" t="t" r="r" b="b"/>
              <a:pathLst>
                <a:path w="2028" h="983" extrusionOk="0">
                  <a:moveTo>
                    <a:pt x="507" y="1"/>
                  </a:moveTo>
                  <a:cubicBezTo>
                    <a:pt x="222" y="1"/>
                    <a:pt x="1" y="222"/>
                    <a:pt x="1" y="508"/>
                  </a:cubicBezTo>
                  <a:cubicBezTo>
                    <a:pt x="1" y="761"/>
                    <a:pt x="222" y="983"/>
                    <a:pt x="507" y="983"/>
                  </a:cubicBezTo>
                  <a:lnTo>
                    <a:pt x="1521" y="983"/>
                  </a:lnTo>
                  <a:cubicBezTo>
                    <a:pt x="1806" y="983"/>
                    <a:pt x="2027" y="761"/>
                    <a:pt x="2027" y="508"/>
                  </a:cubicBezTo>
                  <a:cubicBezTo>
                    <a:pt x="2027" y="222"/>
                    <a:pt x="1806" y="1"/>
                    <a:pt x="1521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750175" y="3617125"/>
              <a:ext cx="136975" cy="24575"/>
            </a:xfrm>
            <a:custGeom>
              <a:avLst/>
              <a:gdLst/>
              <a:ahLst/>
              <a:cxnLst/>
              <a:rect l="l" t="t" r="r" b="b"/>
              <a:pathLst>
                <a:path w="5479" h="983" extrusionOk="0">
                  <a:moveTo>
                    <a:pt x="475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475" y="983"/>
                  </a:cubicBezTo>
                  <a:lnTo>
                    <a:pt x="4972" y="983"/>
                  </a:lnTo>
                  <a:cubicBezTo>
                    <a:pt x="5257" y="983"/>
                    <a:pt x="5479" y="761"/>
                    <a:pt x="5479" y="508"/>
                  </a:cubicBezTo>
                  <a:cubicBezTo>
                    <a:pt x="5479" y="222"/>
                    <a:pt x="5257" y="1"/>
                    <a:pt x="497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4933850" y="3617125"/>
              <a:ext cx="58600" cy="24575"/>
            </a:xfrm>
            <a:custGeom>
              <a:avLst/>
              <a:gdLst/>
              <a:ahLst/>
              <a:cxnLst/>
              <a:rect l="l" t="t" r="r" b="b"/>
              <a:pathLst>
                <a:path w="2344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1837" y="983"/>
                  </a:lnTo>
                  <a:cubicBezTo>
                    <a:pt x="2122" y="983"/>
                    <a:pt x="2344" y="761"/>
                    <a:pt x="2344" y="508"/>
                  </a:cubicBezTo>
                  <a:cubicBezTo>
                    <a:pt x="2344" y="222"/>
                    <a:pt x="2122" y="1"/>
                    <a:pt x="1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163450" y="3617125"/>
              <a:ext cx="73650" cy="24575"/>
            </a:xfrm>
            <a:custGeom>
              <a:avLst/>
              <a:gdLst/>
              <a:ahLst/>
              <a:cxnLst/>
              <a:rect l="l" t="t" r="r" b="b"/>
              <a:pathLst>
                <a:path w="2946" h="983" extrusionOk="0">
                  <a:moveTo>
                    <a:pt x="507" y="1"/>
                  </a:moveTo>
                  <a:cubicBezTo>
                    <a:pt x="222" y="1"/>
                    <a:pt x="0" y="222"/>
                    <a:pt x="0" y="508"/>
                  </a:cubicBezTo>
                  <a:cubicBezTo>
                    <a:pt x="0" y="761"/>
                    <a:pt x="222" y="983"/>
                    <a:pt x="507" y="983"/>
                  </a:cubicBezTo>
                  <a:lnTo>
                    <a:pt x="2439" y="983"/>
                  </a:lnTo>
                  <a:cubicBezTo>
                    <a:pt x="2724" y="983"/>
                    <a:pt x="2946" y="761"/>
                    <a:pt x="2946" y="508"/>
                  </a:cubicBezTo>
                  <a:cubicBezTo>
                    <a:pt x="2946" y="222"/>
                    <a:pt x="2724" y="1"/>
                    <a:pt x="243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676575" y="2937825"/>
              <a:ext cx="139375" cy="25375"/>
            </a:xfrm>
            <a:custGeom>
              <a:avLst/>
              <a:gdLst/>
              <a:ahLst/>
              <a:cxnLst/>
              <a:rect l="l" t="t" r="r" b="b"/>
              <a:pathLst>
                <a:path w="5575" h="1015" extrusionOk="0">
                  <a:moveTo>
                    <a:pt x="507" y="1"/>
                  </a:moveTo>
                  <a:cubicBezTo>
                    <a:pt x="222" y="1"/>
                    <a:pt x="1" y="254"/>
                    <a:pt x="1" y="508"/>
                  </a:cubicBezTo>
                  <a:cubicBezTo>
                    <a:pt x="1" y="793"/>
                    <a:pt x="222" y="1014"/>
                    <a:pt x="507" y="1014"/>
                  </a:cubicBezTo>
                  <a:lnTo>
                    <a:pt x="5068" y="1014"/>
                  </a:lnTo>
                  <a:cubicBezTo>
                    <a:pt x="5321" y="1014"/>
                    <a:pt x="5575" y="793"/>
                    <a:pt x="5543" y="508"/>
                  </a:cubicBezTo>
                  <a:cubicBezTo>
                    <a:pt x="5543" y="223"/>
                    <a:pt x="5321" y="1"/>
                    <a:pt x="5068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852350" y="2937825"/>
              <a:ext cx="68100" cy="25375"/>
            </a:xfrm>
            <a:custGeom>
              <a:avLst/>
              <a:gdLst/>
              <a:ahLst/>
              <a:cxnLst/>
              <a:rect l="l" t="t" r="r" b="b"/>
              <a:pathLst>
                <a:path w="2724" h="1015" extrusionOk="0">
                  <a:moveTo>
                    <a:pt x="507" y="1"/>
                  </a:moveTo>
                  <a:cubicBezTo>
                    <a:pt x="222" y="1"/>
                    <a:pt x="0" y="254"/>
                    <a:pt x="0" y="508"/>
                  </a:cubicBezTo>
                  <a:cubicBezTo>
                    <a:pt x="0" y="793"/>
                    <a:pt x="222" y="1014"/>
                    <a:pt x="507" y="1014"/>
                  </a:cubicBezTo>
                  <a:lnTo>
                    <a:pt x="2217" y="1014"/>
                  </a:lnTo>
                  <a:cubicBezTo>
                    <a:pt x="2502" y="1014"/>
                    <a:pt x="2724" y="793"/>
                    <a:pt x="2724" y="508"/>
                  </a:cubicBezTo>
                  <a:cubicBezTo>
                    <a:pt x="2724" y="223"/>
                    <a:pt x="2502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966400" y="2846400"/>
              <a:ext cx="266050" cy="531650"/>
            </a:xfrm>
            <a:custGeom>
              <a:avLst/>
              <a:gdLst/>
              <a:ahLst/>
              <a:cxnLst/>
              <a:rect l="l" t="t" r="r" b="b"/>
              <a:pathLst>
                <a:path w="10642" h="21266" extrusionOk="0">
                  <a:moveTo>
                    <a:pt x="191" y="0"/>
                  </a:moveTo>
                  <a:cubicBezTo>
                    <a:pt x="143" y="0"/>
                    <a:pt x="96" y="16"/>
                    <a:pt x="64" y="48"/>
                  </a:cubicBezTo>
                  <a:cubicBezTo>
                    <a:pt x="1" y="111"/>
                    <a:pt x="1" y="238"/>
                    <a:pt x="64" y="301"/>
                  </a:cubicBezTo>
                  <a:lnTo>
                    <a:pt x="10293" y="10530"/>
                  </a:lnTo>
                  <a:lnTo>
                    <a:pt x="10293" y="21076"/>
                  </a:lnTo>
                  <a:cubicBezTo>
                    <a:pt x="10293" y="21171"/>
                    <a:pt x="10388" y="21266"/>
                    <a:pt x="10483" y="21266"/>
                  </a:cubicBezTo>
                  <a:cubicBezTo>
                    <a:pt x="10546" y="21266"/>
                    <a:pt x="10641" y="21171"/>
                    <a:pt x="10641" y="21076"/>
                  </a:cubicBezTo>
                  <a:lnTo>
                    <a:pt x="10641" y="10435"/>
                  </a:lnTo>
                  <a:cubicBezTo>
                    <a:pt x="10641" y="10403"/>
                    <a:pt x="10610" y="10372"/>
                    <a:pt x="10578" y="10340"/>
                  </a:cubicBezTo>
                  <a:lnTo>
                    <a:pt x="317" y="48"/>
                  </a:lnTo>
                  <a:cubicBezTo>
                    <a:pt x="286" y="16"/>
                    <a:pt x="238" y="0"/>
                    <a:pt x="19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2741550" y="2634600"/>
              <a:ext cx="266850" cy="266850"/>
            </a:xfrm>
            <a:custGeom>
              <a:avLst/>
              <a:gdLst/>
              <a:ahLst/>
              <a:cxnLst/>
              <a:rect l="l" t="t" r="r" b="b"/>
              <a:pathLst>
                <a:path w="10674" h="10674" extrusionOk="0">
                  <a:moveTo>
                    <a:pt x="5321" y="317"/>
                  </a:moveTo>
                  <a:cubicBezTo>
                    <a:pt x="8076" y="317"/>
                    <a:pt x="10325" y="2566"/>
                    <a:pt x="10325" y="5353"/>
                  </a:cubicBezTo>
                  <a:cubicBezTo>
                    <a:pt x="10325" y="8108"/>
                    <a:pt x="8076" y="10356"/>
                    <a:pt x="5321" y="10356"/>
                  </a:cubicBezTo>
                  <a:cubicBezTo>
                    <a:pt x="2566" y="10356"/>
                    <a:pt x="317" y="8108"/>
                    <a:pt x="317" y="5353"/>
                  </a:cubicBezTo>
                  <a:cubicBezTo>
                    <a:pt x="317" y="2566"/>
                    <a:pt x="2566" y="317"/>
                    <a:pt x="5321" y="317"/>
                  </a:cubicBezTo>
                  <a:close/>
                  <a:moveTo>
                    <a:pt x="5321" y="1"/>
                  </a:moveTo>
                  <a:cubicBezTo>
                    <a:pt x="2376" y="1"/>
                    <a:pt x="1" y="2408"/>
                    <a:pt x="1" y="5353"/>
                  </a:cubicBezTo>
                  <a:cubicBezTo>
                    <a:pt x="1" y="8298"/>
                    <a:pt x="2376" y="10673"/>
                    <a:pt x="5321" y="10673"/>
                  </a:cubicBezTo>
                  <a:cubicBezTo>
                    <a:pt x="8266" y="10673"/>
                    <a:pt x="10673" y="8298"/>
                    <a:pt x="10673" y="5353"/>
                  </a:cubicBezTo>
                  <a:cubicBezTo>
                    <a:pt x="10673" y="2408"/>
                    <a:pt x="8266" y="1"/>
                    <a:pt x="5321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2770850" y="2673800"/>
              <a:ext cx="207450" cy="188450"/>
            </a:xfrm>
            <a:custGeom>
              <a:avLst/>
              <a:gdLst/>
              <a:ahLst/>
              <a:cxnLst/>
              <a:rect l="l" t="t" r="r" b="b"/>
              <a:pathLst>
                <a:path w="8298" h="7538" extrusionOk="0">
                  <a:moveTo>
                    <a:pt x="4161" y="0"/>
                  </a:moveTo>
                  <a:cubicBezTo>
                    <a:pt x="3199" y="0"/>
                    <a:pt x="2233" y="365"/>
                    <a:pt x="1489" y="1093"/>
                  </a:cubicBezTo>
                  <a:cubicBezTo>
                    <a:pt x="0" y="2581"/>
                    <a:pt x="0" y="4957"/>
                    <a:pt x="1489" y="6445"/>
                  </a:cubicBezTo>
                  <a:cubicBezTo>
                    <a:pt x="2233" y="7173"/>
                    <a:pt x="3199" y="7538"/>
                    <a:pt x="4161" y="7538"/>
                  </a:cubicBezTo>
                  <a:cubicBezTo>
                    <a:pt x="5123" y="7538"/>
                    <a:pt x="6081" y="7173"/>
                    <a:pt x="6809" y="6445"/>
                  </a:cubicBezTo>
                  <a:cubicBezTo>
                    <a:pt x="8298" y="4957"/>
                    <a:pt x="8298" y="2581"/>
                    <a:pt x="6809" y="1093"/>
                  </a:cubicBezTo>
                  <a:cubicBezTo>
                    <a:pt x="6081" y="365"/>
                    <a:pt x="5123" y="0"/>
                    <a:pt x="416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700325" y="2547525"/>
              <a:ext cx="8750" cy="292150"/>
            </a:xfrm>
            <a:custGeom>
              <a:avLst/>
              <a:gdLst/>
              <a:ahLst/>
              <a:cxnLst/>
              <a:rect l="l" t="t" r="r" b="b"/>
              <a:pathLst>
                <a:path w="350" h="11686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lnTo>
                    <a:pt x="1" y="11528"/>
                  </a:lnTo>
                  <a:cubicBezTo>
                    <a:pt x="1" y="11623"/>
                    <a:pt x="96" y="11686"/>
                    <a:pt x="191" y="11686"/>
                  </a:cubicBezTo>
                  <a:cubicBezTo>
                    <a:pt x="254" y="11686"/>
                    <a:pt x="349" y="11623"/>
                    <a:pt x="349" y="11528"/>
                  </a:cubicBezTo>
                  <a:lnTo>
                    <a:pt x="349" y="158"/>
                  </a:lnTo>
                  <a:cubicBezTo>
                    <a:pt x="349" y="63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2598250" y="3306775"/>
              <a:ext cx="424400" cy="669025"/>
            </a:xfrm>
            <a:custGeom>
              <a:avLst/>
              <a:gdLst/>
              <a:ahLst/>
              <a:cxnLst/>
              <a:rect l="l" t="t" r="r" b="b"/>
              <a:pathLst>
                <a:path w="16976" h="26761" extrusionOk="0">
                  <a:moveTo>
                    <a:pt x="159" y="1"/>
                  </a:moveTo>
                  <a:cubicBezTo>
                    <a:pt x="64" y="1"/>
                    <a:pt x="0" y="64"/>
                    <a:pt x="0" y="159"/>
                  </a:cubicBezTo>
                  <a:lnTo>
                    <a:pt x="0" y="16532"/>
                  </a:lnTo>
                  <a:cubicBezTo>
                    <a:pt x="0" y="16563"/>
                    <a:pt x="32" y="16595"/>
                    <a:pt x="64" y="16627"/>
                  </a:cubicBezTo>
                  <a:lnTo>
                    <a:pt x="10103" y="26697"/>
                  </a:lnTo>
                  <a:cubicBezTo>
                    <a:pt x="10135" y="26729"/>
                    <a:pt x="10198" y="26761"/>
                    <a:pt x="10230" y="26761"/>
                  </a:cubicBezTo>
                  <a:lnTo>
                    <a:pt x="16817" y="26761"/>
                  </a:lnTo>
                  <a:cubicBezTo>
                    <a:pt x="16912" y="26761"/>
                    <a:pt x="16975" y="26666"/>
                    <a:pt x="16975" y="26571"/>
                  </a:cubicBezTo>
                  <a:cubicBezTo>
                    <a:pt x="16975" y="26476"/>
                    <a:pt x="16880" y="26412"/>
                    <a:pt x="16785" y="26412"/>
                  </a:cubicBezTo>
                  <a:lnTo>
                    <a:pt x="10293" y="26412"/>
                  </a:lnTo>
                  <a:lnTo>
                    <a:pt x="349" y="16437"/>
                  </a:lnTo>
                  <a:lnTo>
                    <a:pt x="349" y="159"/>
                  </a:lnTo>
                  <a:cubicBezTo>
                    <a:pt x="349" y="64"/>
                    <a:pt x="254" y="1"/>
                    <a:pt x="15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5914000" y="2241900"/>
              <a:ext cx="8725" cy="249425"/>
            </a:xfrm>
            <a:custGeom>
              <a:avLst/>
              <a:gdLst/>
              <a:ahLst/>
              <a:cxnLst/>
              <a:rect l="l" t="t" r="r" b="b"/>
              <a:pathLst>
                <a:path w="349" h="9977" extrusionOk="0">
                  <a:moveTo>
                    <a:pt x="191" y="1"/>
                  </a:moveTo>
                  <a:cubicBezTo>
                    <a:pt x="96" y="1"/>
                    <a:pt x="1" y="96"/>
                    <a:pt x="1" y="191"/>
                  </a:cubicBezTo>
                  <a:lnTo>
                    <a:pt x="1" y="9787"/>
                  </a:lnTo>
                  <a:cubicBezTo>
                    <a:pt x="1" y="9882"/>
                    <a:pt x="96" y="9977"/>
                    <a:pt x="191" y="9977"/>
                  </a:cubicBezTo>
                  <a:cubicBezTo>
                    <a:pt x="286" y="9977"/>
                    <a:pt x="349" y="9882"/>
                    <a:pt x="349" y="9787"/>
                  </a:cubicBezTo>
                  <a:lnTo>
                    <a:pt x="349" y="191"/>
                  </a:lnTo>
                  <a:cubicBezTo>
                    <a:pt x="349" y="96"/>
                    <a:pt x="286" y="1"/>
                    <a:pt x="19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4192800" y="2458050"/>
              <a:ext cx="240700" cy="240700"/>
            </a:xfrm>
            <a:custGeom>
              <a:avLst/>
              <a:gdLst/>
              <a:ahLst/>
              <a:cxnLst/>
              <a:rect l="l" t="t" r="r" b="b"/>
              <a:pathLst>
                <a:path w="9628" h="9628" extrusionOk="0">
                  <a:moveTo>
                    <a:pt x="4814" y="1014"/>
                  </a:moveTo>
                  <a:cubicBezTo>
                    <a:pt x="6936" y="1014"/>
                    <a:pt x="8646" y="2724"/>
                    <a:pt x="8646" y="4814"/>
                  </a:cubicBezTo>
                  <a:cubicBezTo>
                    <a:pt x="8646" y="6904"/>
                    <a:pt x="6936" y="8614"/>
                    <a:pt x="4814" y="8614"/>
                  </a:cubicBezTo>
                  <a:cubicBezTo>
                    <a:pt x="2724" y="8614"/>
                    <a:pt x="1013" y="6904"/>
                    <a:pt x="1013" y="4814"/>
                  </a:cubicBezTo>
                  <a:cubicBezTo>
                    <a:pt x="1013" y="2724"/>
                    <a:pt x="2724" y="1014"/>
                    <a:pt x="4814" y="1014"/>
                  </a:cubicBezTo>
                  <a:close/>
                  <a:moveTo>
                    <a:pt x="4814" y="1"/>
                  </a:moveTo>
                  <a:cubicBezTo>
                    <a:pt x="2185" y="1"/>
                    <a:pt x="0" y="2154"/>
                    <a:pt x="0" y="4814"/>
                  </a:cubicBezTo>
                  <a:cubicBezTo>
                    <a:pt x="0" y="7474"/>
                    <a:pt x="2185" y="9628"/>
                    <a:pt x="4814" y="9628"/>
                  </a:cubicBezTo>
                  <a:cubicBezTo>
                    <a:pt x="7474" y="9628"/>
                    <a:pt x="9627" y="7474"/>
                    <a:pt x="9627" y="4814"/>
                  </a:cubicBezTo>
                  <a:cubicBezTo>
                    <a:pt x="9627" y="2154"/>
                    <a:pt x="7474" y="1"/>
                    <a:pt x="481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135000" y="1664750"/>
              <a:ext cx="438625" cy="438625"/>
            </a:xfrm>
            <a:custGeom>
              <a:avLst/>
              <a:gdLst/>
              <a:ahLst/>
              <a:cxnLst/>
              <a:rect l="l" t="t" r="r" b="b"/>
              <a:pathLst>
                <a:path w="17545" h="17545" extrusionOk="0">
                  <a:moveTo>
                    <a:pt x="8772" y="1362"/>
                  </a:moveTo>
                  <a:cubicBezTo>
                    <a:pt x="12858" y="1362"/>
                    <a:pt x="16183" y="4687"/>
                    <a:pt x="16183" y="8773"/>
                  </a:cubicBezTo>
                  <a:cubicBezTo>
                    <a:pt x="16183" y="12858"/>
                    <a:pt x="12858" y="16183"/>
                    <a:pt x="8772" y="16183"/>
                  </a:cubicBezTo>
                  <a:cubicBezTo>
                    <a:pt x="4687" y="16183"/>
                    <a:pt x="1362" y="12858"/>
                    <a:pt x="1362" y="8773"/>
                  </a:cubicBezTo>
                  <a:cubicBezTo>
                    <a:pt x="1362" y="4687"/>
                    <a:pt x="4687" y="1362"/>
                    <a:pt x="8772" y="1362"/>
                  </a:cubicBezTo>
                  <a:close/>
                  <a:moveTo>
                    <a:pt x="8772" y="0"/>
                  </a:moveTo>
                  <a:cubicBezTo>
                    <a:pt x="3959" y="0"/>
                    <a:pt x="0" y="3927"/>
                    <a:pt x="0" y="8773"/>
                  </a:cubicBezTo>
                  <a:cubicBezTo>
                    <a:pt x="0" y="13618"/>
                    <a:pt x="3959" y="17545"/>
                    <a:pt x="8772" y="17545"/>
                  </a:cubicBezTo>
                  <a:cubicBezTo>
                    <a:pt x="13618" y="17545"/>
                    <a:pt x="17545" y="13586"/>
                    <a:pt x="17545" y="8773"/>
                  </a:cubicBezTo>
                  <a:cubicBezTo>
                    <a:pt x="17545" y="3927"/>
                    <a:pt x="13618" y="0"/>
                    <a:pt x="87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3285475" y="2764450"/>
              <a:ext cx="172625" cy="172625"/>
            </a:xfrm>
            <a:custGeom>
              <a:avLst/>
              <a:gdLst/>
              <a:ahLst/>
              <a:cxnLst/>
              <a:rect l="l" t="t" r="r" b="b"/>
              <a:pathLst>
                <a:path w="6905" h="6905" extrusionOk="0">
                  <a:moveTo>
                    <a:pt x="3452" y="1014"/>
                  </a:moveTo>
                  <a:cubicBezTo>
                    <a:pt x="4814" y="1014"/>
                    <a:pt x="5891" y="2091"/>
                    <a:pt x="5891" y="3452"/>
                  </a:cubicBezTo>
                  <a:cubicBezTo>
                    <a:pt x="5891" y="4782"/>
                    <a:pt x="4782" y="5891"/>
                    <a:pt x="3452" y="5891"/>
                  </a:cubicBezTo>
                  <a:cubicBezTo>
                    <a:pt x="2090" y="5891"/>
                    <a:pt x="1014" y="4782"/>
                    <a:pt x="1014" y="3452"/>
                  </a:cubicBezTo>
                  <a:cubicBezTo>
                    <a:pt x="1014" y="2091"/>
                    <a:pt x="2122" y="1014"/>
                    <a:pt x="3452" y="1014"/>
                  </a:cubicBezTo>
                  <a:close/>
                  <a:moveTo>
                    <a:pt x="3452" y="0"/>
                  </a:moveTo>
                  <a:cubicBezTo>
                    <a:pt x="1552" y="0"/>
                    <a:pt x="0" y="1552"/>
                    <a:pt x="0" y="3452"/>
                  </a:cubicBezTo>
                  <a:cubicBezTo>
                    <a:pt x="0" y="5352"/>
                    <a:pt x="1552" y="6904"/>
                    <a:pt x="3452" y="6904"/>
                  </a:cubicBezTo>
                  <a:cubicBezTo>
                    <a:pt x="5352" y="6904"/>
                    <a:pt x="6904" y="5352"/>
                    <a:pt x="6904" y="3452"/>
                  </a:cubicBezTo>
                  <a:cubicBezTo>
                    <a:pt x="6904" y="1552"/>
                    <a:pt x="5352" y="0"/>
                    <a:pt x="345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5016975" y="1886425"/>
              <a:ext cx="254950" cy="254950"/>
            </a:xfrm>
            <a:custGeom>
              <a:avLst/>
              <a:gdLst/>
              <a:ahLst/>
              <a:cxnLst/>
              <a:rect l="l" t="t" r="r" b="b"/>
              <a:pathLst>
                <a:path w="10198" h="10198" extrusionOk="0">
                  <a:moveTo>
                    <a:pt x="5099" y="982"/>
                  </a:moveTo>
                  <a:cubicBezTo>
                    <a:pt x="7348" y="982"/>
                    <a:pt x="9185" y="2819"/>
                    <a:pt x="9185" y="5099"/>
                  </a:cubicBezTo>
                  <a:cubicBezTo>
                    <a:pt x="9185" y="7348"/>
                    <a:pt x="7348" y="9185"/>
                    <a:pt x="5099" y="9185"/>
                  </a:cubicBezTo>
                  <a:cubicBezTo>
                    <a:pt x="2851" y="9185"/>
                    <a:pt x="1014" y="7348"/>
                    <a:pt x="1014" y="5099"/>
                  </a:cubicBezTo>
                  <a:cubicBezTo>
                    <a:pt x="1014" y="2819"/>
                    <a:pt x="2851" y="982"/>
                    <a:pt x="5099" y="982"/>
                  </a:cubicBezTo>
                  <a:close/>
                  <a:moveTo>
                    <a:pt x="5099" y="1"/>
                  </a:moveTo>
                  <a:cubicBezTo>
                    <a:pt x="2281" y="1"/>
                    <a:pt x="1" y="2281"/>
                    <a:pt x="1" y="5099"/>
                  </a:cubicBezTo>
                  <a:cubicBezTo>
                    <a:pt x="1" y="7886"/>
                    <a:pt x="2281" y="10198"/>
                    <a:pt x="5099" y="10198"/>
                  </a:cubicBezTo>
                  <a:cubicBezTo>
                    <a:pt x="7918" y="10198"/>
                    <a:pt x="10198" y="7886"/>
                    <a:pt x="10198" y="5099"/>
                  </a:cubicBezTo>
                  <a:cubicBezTo>
                    <a:pt x="10198" y="2281"/>
                    <a:pt x="7918" y="1"/>
                    <a:pt x="509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183975" y="1449400"/>
              <a:ext cx="254975" cy="254950"/>
            </a:xfrm>
            <a:custGeom>
              <a:avLst/>
              <a:gdLst/>
              <a:ahLst/>
              <a:cxnLst/>
              <a:rect l="l" t="t" r="r" b="b"/>
              <a:pathLst>
                <a:path w="10199" h="10198" extrusionOk="0">
                  <a:moveTo>
                    <a:pt x="5099" y="1014"/>
                  </a:moveTo>
                  <a:cubicBezTo>
                    <a:pt x="7348" y="1014"/>
                    <a:pt x="9185" y="2851"/>
                    <a:pt x="9185" y="5099"/>
                  </a:cubicBezTo>
                  <a:cubicBezTo>
                    <a:pt x="9185" y="7379"/>
                    <a:pt x="7348" y="9216"/>
                    <a:pt x="5099" y="9216"/>
                  </a:cubicBezTo>
                  <a:cubicBezTo>
                    <a:pt x="2819" y="9216"/>
                    <a:pt x="982" y="7379"/>
                    <a:pt x="982" y="5099"/>
                  </a:cubicBezTo>
                  <a:cubicBezTo>
                    <a:pt x="982" y="2851"/>
                    <a:pt x="2819" y="1014"/>
                    <a:pt x="5099" y="1014"/>
                  </a:cubicBezTo>
                  <a:close/>
                  <a:moveTo>
                    <a:pt x="5099" y="0"/>
                  </a:moveTo>
                  <a:cubicBezTo>
                    <a:pt x="2281" y="0"/>
                    <a:pt x="1" y="2312"/>
                    <a:pt x="1" y="5099"/>
                  </a:cubicBezTo>
                  <a:cubicBezTo>
                    <a:pt x="1" y="7918"/>
                    <a:pt x="2281" y="10198"/>
                    <a:pt x="5099" y="10198"/>
                  </a:cubicBezTo>
                  <a:cubicBezTo>
                    <a:pt x="7886" y="10198"/>
                    <a:pt x="10198" y="7918"/>
                    <a:pt x="10198" y="5099"/>
                  </a:cubicBezTo>
                  <a:cubicBezTo>
                    <a:pt x="10198" y="2312"/>
                    <a:pt x="7886" y="0"/>
                    <a:pt x="509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605975" y="3315475"/>
              <a:ext cx="394300" cy="394325"/>
            </a:xfrm>
            <a:custGeom>
              <a:avLst/>
              <a:gdLst/>
              <a:ahLst/>
              <a:cxnLst/>
              <a:rect l="l" t="t" r="r" b="b"/>
              <a:pathLst>
                <a:path w="15772" h="15773" extrusionOk="0">
                  <a:moveTo>
                    <a:pt x="7886" y="1014"/>
                  </a:moveTo>
                  <a:cubicBezTo>
                    <a:pt x="11686" y="1014"/>
                    <a:pt x="14790" y="4118"/>
                    <a:pt x="14790" y="7887"/>
                  </a:cubicBezTo>
                  <a:cubicBezTo>
                    <a:pt x="14790" y="11687"/>
                    <a:pt x="11686" y="14790"/>
                    <a:pt x="7886" y="14790"/>
                  </a:cubicBezTo>
                  <a:cubicBezTo>
                    <a:pt x="4086" y="14790"/>
                    <a:pt x="1014" y="11687"/>
                    <a:pt x="1014" y="7887"/>
                  </a:cubicBezTo>
                  <a:cubicBezTo>
                    <a:pt x="1014" y="4118"/>
                    <a:pt x="4086" y="1014"/>
                    <a:pt x="7886" y="1014"/>
                  </a:cubicBezTo>
                  <a:close/>
                  <a:moveTo>
                    <a:pt x="7886" y="1"/>
                  </a:moveTo>
                  <a:cubicBezTo>
                    <a:pt x="3547" y="1"/>
                    <a:pt x="0" y="3548"/>
                    <a:pt x="0" y="7887"/>
                  </a:cubicBezTo>
                  <a:cubicBezTo>
                    <a:pt x="0" y="12257"/>
                    <a:pt x="3547" y="15772"/>
                    <a:pt x="7886" y="15772"/>
                  </a:cubicBezTo>
                  <a:cubicBezTo>
                    <a:pt x="12256" y="15772"/>
                    <a:pt x="15772" y="12257"/>
                    <a:pt x="15772" y="7887"/>
                  </a:cubicBezTo>
                  <a:cubicBezTo>
                    <a:pt x="15772" y="3548"/>
                    <a:pt x="12225" y="1"/>
                    <a:pt x="788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647150" y="2157200"/>
              <a:ext cx="178150" cy="178150"/>
            </a:xfrm>
            <a:custGeom>
              <a:avLst/>
              <a:gdLst/>
              <a:ahLst/>
              <a:cxnLst/>
              <a:rect l="l" t="t" r="r" b="b"/>
              <a:pathLst>
                <a:path w="7126" h="7126" extrusionOk="0">
                  <a:moveTo>
                    <a:pt x="3579" y="1014"/>
                  </a:moveTo>
                  <a:cubicBezTo>
                    <a:pt x="4972" y="1014"/>
                    <a:pt x="6144" y="2154"/>
                    <a:pt x="6144" y="3579"/>
                  </a:cubicBezTo>
                  <a:cubicBezTo>
                    <a:pt x="6144" y="4972"/>
                    <a:pt x="4972" y="6112"/>
                    <a:pt x="3579" y="6112"/>
                  </a:cubicBezTo>
                  <a:cubicBezTo>
                    <a:pt x="2154" y="6112"/>
                    <a:pt x="1014" y="4972"/>
                    <a:pt x="1014" y="3579"/>
                  </a:cubicBezTo>
                  <a:cubicBezTo>
                    <a:pt x="1014" y="2154"/>
                    <a:pt x="2154" y="1014"/>
                    <a:pt x="3579" y="1014"/>
                  </a:cubicBezTo>
                  <a:close/>
                  <a:moveTo>
                    <a:pt x="3579" y="0"/>
                  </a:moveTo>
                  <a:cubicBezTo>
                    <a:pt x="1615" y="0"/>
                    <a:pt x="0" y="1615"/>
                    <a:pt x="0" y="3579"/>
                  </a:cubicBezTo>
                  <a:cubicBezTo>
                    <a:pt x="0" y="5542"/>
                    <a:pt x="1615" y="7126"/>
                    <a:pt x="3579" y="7126"/>
                  </a:cubicBezTo>
                  <a:cubicBezTo>
                    <a:pt x="5542" y="7126"/>
                    <a:pt x="7126" y="5542"/>
                    <a:pt x="7126" y="3579"/>
                  </a:cubicBezTo>
                  <a:cubicBezTo>
                    <a:pt x="7126" y="1615"/>
                    <a:pt x="5542" y="0"/>
                    <a:pt x="357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4713750" y="2228450"/>
              <a:ext cx="91850" cy="91075"/>
            </a:xfrm>
            <a:custGeom>
              <a:avLst/>
              <a:gdLst/>
              <a:ahLst/>
              <a:cxnLst/>
              <a:rect l="l" t="t" r="r" b="b"/>
              <a:pathLst>
                <a:path w="3674" h="3643" extrusionOk="0">
                  <a:moveTo>
                    <a:pt x="1837" y="982"/>
                  </a:moveTo>
                  <a:cubicBezTo>
                    <a:pt x="2280" y="982"/>
                    <a:pt x="2660" y="1362"/>
                    <a:pt x="2660" y="1806"/>
                  </a:cubicBezTo>
                  <a:cubicBezTo>
                    <a:pt x="2660" y="2281"/>
                    <a:pt x="2280" y="2661"/>
                    <a:pt x="1837" y="2661"/>
                  </a:cubicBezTo>
                  <a:cubicBezTo>
                    <a:pt x="1394" y="2661"/>
                    <a:pt x="1014" y="2281"/>
                    <a:pt x="1014" y="1806"/>
                  </a:cubicBezTo>
                  <a:cubicBezTo>
                    <a:pt x="1014" y="1362"/>
                    <a:pt x="1394" y="982"/>
                    <a:pt x="1837" y="982"/>
                  </a:cubicBezTo>
                  <a:close/>
                  <a:moveTo>
                    <a:pt x="1837" y="1"/>
                  </a:moveTo>
                  <a:cubicBezTo>
                    <a:pt x="824" y="1"/>
                    <a:pt x="0" y="824"/>
                    <a:pt x="0" y="1806"/>
                  </a:cubicBezTo>
                  <a:cubicBezTo>
                    <a:pt x="0" y="2819"/>
                    <a:pt x="824" y="3642"/>
                    <a:pt x="1837" y="3642"/>
                  </a:cubicBezTo>
                  <a:cubicBezTo>
                    <a:pt x="2850" y="3642"/>
                    <a:pt x="3674" y="2819"/>
                    <a:pt x="3674" y="1806"/>
                  </a:cubicBezTo>
                  <a:cubicBezTo>
                    <a:pt x="3674" y="824"/>
                    <a:pt x="2850" y="1"/>
                    <a:pt x="183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606900" y="2093075"/>
              <a:ext cx="152850" cy="153600"/>
            </a:xfrm>
            <a:custGeom>
              <a:avLst/>
              <a:gdLst/>
              <a:ahLst/>
              <a:cxnLst/>
              <a:rect l="l" t="t" r="r" b="b"/>
              <a:pathLst>
                <a:path w="6114" h="6144" extrusionOk="0">
                  <a:moveTo>
                    <a:pt x="3073" y="1014"/>
                  </a:moveTo>
                  <a:cubicBezTo>
                    <a:pt x="4181" y="1014"/>
                    <a:pt x="5131" y="1932"/>
                    <a:pt x="5131" y="3072"/>
                  </a:cubicBezTo>
                  <a:cubicBezTo>
                    <a:pt x="5131" y="4212"/>
                    <a:pt x="4181" y="5131"/>
                    <a:pt x="3073" y="5131"/>
                  </a:cubicBezTo>
                  <a:cubicBezTo>
                    <a:pt x="1933" y="5131"/>
                    <a:pt x="1014" y="4212"/>
                    <a:pt x="1014" y="3072"/>
                  </a:cubicBezTo>
                  <a:cubicBezTo>
                    <a:pt x="1014" y="1932"/>
                    <a:pt x="1933" y="1014"/>
                    <a:pt x="3073" y="1014"/>
                  </a:cubicBezTo>
                  <a:close/>
                  <a:moveTo>
                    <a:pt x="3073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44"/>
                    <a:pt x="3073" y="6144"/>
                  </a:cubicBezTo>
                  <a:cubicBezTo>
                    <a:pt x="4751" y="6144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7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4774700" y="1416150"/>
              <a:ext cx="152825" cy="152825"/>
            </a:xfrm>
            <a:custGeom>
              <a:avLst/>
              <a:gdLst/>
              <a:ahLst/>
              <a:cxnLst/>
              <a:rect l="l" t="t" r="r" b="b"/>
              <a:pathLst>
                <a:path w="6113" h="6113" extrusionOk="0">
                  <a:moveTo>
                    <a:pt x="3041" y="1014"/>
                  </a:moveTo>
                  <a:cubicBezTo>
                    <a:pt x="4181" y="1014"/>
                    <a:pt x="5099" y="1932"/>
                    <a:pt x="5099" y="3072"/>
                  </a:cubicBezTo>
                  <a:cubicBezTo>
                    <a:pt x="5099" y="4212"/>
                    <a:pt x="4181" y="5131"/>
                    <a:pt x="3041" y="5131"/>
                  </a:cubicBezTo>
                  <a:cubicBezTo>
                    <a:pt x="1901" y="5131"/>
                    <a:pt x="983" y="4212"/>
                    <a:pt x="983" y="3072"/>
                  </a:cubicBezTo>
                  <a:cubicBezTo>
                    <a:pt x="983" y="1932"/>
                    <a:pt x="1901" y="1014"/>
                    <a:pt x="3041" y="1014"/>
                  </a:cubicBezTo>
                  <a:close/>
                  <a:moveTo>
                    <a:pt x="3041" y="0"/>
                  </a:moveTo>
                  <a:cubicBezTo>
                    <a:pt x="1363" y="0"/>
                    <a:pt x="1" y="1394"/>
                    <a:pt x="1" y="3072"/>
                  </a:cubicBezTo>
                  <a:cubicBezTo>
                    <a:pt x="1" y="4751"/>
                    <a:pt x="1363" y="6112"/>
                    <a:pt x="3041" y="6112"/>
                  </a:cubicBezTo>
                  <a:cubicBezTo>
                    <a:pt x="4751" y="6112"/>
                    <a:pt x="6113" y="4751"/>
                    <a:pt x="6113" y="3072"/>
                  </a:cubicBezTo>
                  <a:cubicBezTo>
                    <a:pt x="6113" y="1394"/>
                    <a:pt x="4751" y="0"/>
                    <a:pt x="30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681375" y="4073950"/>
              <a:ext cx="197975" cy="197175"/>
            </a:xfrm>
            <a:custGeom>
              <a:avLst/>
              <a:gdLst/>
              <a:ahLst/>
              <a:cxnLst/>
              <a:rect l="l" t="t" r="r" b="b"/>
              <a:pathLst>
                <a:path w="7919" h="7887" extrusionOk="0">
                  <a:moveTo>
                    <a:pt x="3959" y="982"/>
                  </a:moveTo>
                  <a:cubicBezTo>
                    <a:pt x="5575" y="982"/>
                    <a:pt x="6905" y="2313"/>
                    <a:pt x="6905" y="3928"/>
                  </a:cubicBezTo>
                  <a:cubicBezTo>
                    <a:pt x="6905" y="5574"/>
                    <a:pt x="5575" y="6873"/>
                    <a:pt x="3959" y="6873"/>
                  </a:cubicBezTo>
                  <a:cubicBezTo>
                    <a:pt x="2344" y="6873"/>
                    <a:pt x="1014" y="5574"/>
                    <a:pt x="1014" y="3928"/>
                  </a:cubicBezTo>
                  <a:cubicBezTo>
                    <a:pt x="1014" y="2313"/>
                    <a:pt x="2344" y="982"/>
                    <a:pt x="3959" y="982"/>
                  </a:cubicBezTo>
                  <a:close/>
                  <a:moveTo>
                    <a:pt x="3959" y="1"/>
                  </a:moveTo>
                  <a:cubicBezTo>
                    <a:pt x="1774" y="1"/>
                    <a:pt x="1" y="1774"/>
                    <a:pt x="1" y="3928"/>
                  </a:cubicBezTo>
                  <a:cubicBezTo>
                    <a:pt x="1" y="6113"/>
                    <a:pt x="1774" y="7886"/>
                    <a:pt x="3959" y="7886"/>
                  </a:cubicBezTo>
                  <a:cubicBezTo>
                    <a:pt x="6145" y="7886"/>
                    <a:pt x="7886" y="6113"/>
                    <a:pt x="7918" y="3928"/>
                  </a:cubicBezTo>
                  <a:cubicBezTo>
                    <a:pt x="7918" y="1774"/>
                    <a:pt x="6145" y="1"/>
                    <a:pt x="3959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/>
        </p:nvSpPr>
        <p:spPr>
          <a:xfrm>
            <a:off x="710250" y="29152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Bodoni MT Black" panose="02070A03080606020203" pitchFamily="18" charset="0"/>
                <a:ea typeface="Fira Sans Medium"/>
                <a:cs typeface="Fira Sans Medium"/>
                <a:sym typeface="Fira Sans Medium"/>
              </a:rPr>
              <a:t>Team members</a:t>
            </a:r>
            <a:endParaRPr sz="2800" dirty="0">
              <a:latin typeface="Bodoni MT Black" panose="02070A03080606020203" pitchFamily="18" charset="0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221" name="Google Shape;221;p14"/>
          <p:cNvGrpSpPr/>
          <p:nvPr/>
        </p:nvGrpSpPr>
        <p:grpSpPr>
          <a:xfrm>
            <a:off x="263390" y="1349945"/>
            <a:ext cx="3502263" cy="2951424"/>
            <a:chOff x="2820853" y="1403508"/>
            <a:chExt cx="3502263" cy="2951424"/>
          </a:xfrm>
        </p:grpSpPr>
        <p:sp>
          <p:nvSpPr>
            <p:cNvPr id="222" name="Google Shape;222;p14"/>
            <p:cNvSpPr/>
            <p:nvPr/>
          </p:nvSpPr>
          <p:spPr>
            <a:xfrm>
              <a:off x="2942335" y="1403508"/>
              <a:ext cx="3260177" cy="2951424"/>
            </a:xfrm>
            <a:custGeom>
              <a:avLst/>
              <a:gdLst/>
              <a:ahLst/>
              <a:cxnLst/>
              <a:rect l="l" t="t" r="r" b="b"/>
              <a:pathLst>
                <a:path w="122402" h="110810" fill="none" extrusionOk="0">
                  <a:moveTo>
                    <a:pt x="25335" y="0"/>
                  </a:moveTo>
                  <a:cubicBezTo>
                    <a:pt x="10008" y="11148"/>
                    <a:pt x="0" y="29199"/>
                    <a:pt x="0" y="49594"/>
                  </a:cubicBezTo>
                  <a:cubicBezTo>
                    <a:pt x="0" y="83416"/>
                    <a:pt x="27394" y="110810"/>
                    <a:pt x="61185" y="110810"/>
                  </a:cubicBezTo>
                  <a:cubicBezTo>
                    <a:pt x="95007" y="110810"/>
                    <a:pt x="122401" y="83416"/>
                    <a:pt x="122401" y="49594"/>
                  </a:cubicBezTo>
                  <a:cubicBezTo>
                    <a:pt x="122401" y="29199"/>
                    <a:pt x="112394" y="11116"/>
                    <a:pt x="97034" y="0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820853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" y="0"/>
                  </a:moveTo>
                  <a:lnTo>
                    <a:pt x="18939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2820853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1" y="1"/>
                  </a:moveTo>
                  <a:lnTo>
                    <a:pt x="26888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2820853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1" y="1"/>
                  </a:moveTo>
                  <a:lnTo>
                    <a:pt x="4783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5818676" y="1675958"/>
              <a:ext cx="504440" cy="27"/>
            </a:xfrm>
            <a:custGeom>
              <a:avLst/>
              <a:gdLst/>
              <a:ahLst/>
              <a:cxnLst/>
              <a:rect l="l" t="t" r="r" b="b"/>
              <a:pathLst>
                <a:path w="18939" h="1" fill="none" extrusionOk="0">
                  <a:moveTo>
                    <a:pt x="18939" y="0"/>
                  </a:moveTo>
                  <a:lnTo>
                    <a:pt x="1" y="0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5606954" y="3985452"/>
              <a:ext cx="716162" cy="27"/>
            </a:xfrm>
            <a:custGeom>
              <a:avLst/>
              <a:gdLst/>
              <a:ahLst/>
              <a:cxnLst/>
              <a:rect l="l" t="t" r="r" b="b"/>
              <a:pathLst>
                <a:path w="26888" h="1" fill="none" extrusionOk="0">
                  <a:moveTo>
                    <a:pt x="26888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6195721" y="2828161"/>
              <a:ext cx="127395" cy="27"/>
            </a:xfrm>
            <a:custGeom>
              <a:avLst/>
              <a:gdLst/>
              <a:ahLst/>
              <a:cxnLst/>
              <a:rect l="l" t="t" r="r" b="b"/>
              <a:pathLst>
                <a:path w="4783" h="1" fill="none" extrusionOk="0">
                  <a:moveTo>
                    <a:pt x="4783" y="1"/>
                  </a:moveTo>
                  <a:lnTo>
                    <a:pt x="1" y="1"/>
                  </a:ln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3623872" y="1880914"/>
              <a:ext cx="1896226" cy="1175030"/>
            </a:xfrm>
            <a:custGeom>
              <a:avLst/>
              <a:gdLst/>
              <a:ahLst/>
              <a:cxnLst/>
              <a:rect l="l" t="t" r="r" b="b"/>
              <a:pathLst>
                <a:path w="71193" h="44116" extrusionOk="0">
                  <a:moveTo>
                    <a:pt x="3421" y="1"/>
                  </a:moveTo>
                  <a:cubicBezTo>
                    <a:pt x="1553" y="1"/>
                    <a:pt x="1" y="1521"/>
                    <a:pt x="1" y="3421"/>
                  </a:cubicBezTo>
                  <a:lnTo>
                    <a:pt x="1" y="40695"/>
                  </a:lnTo>
                  <a:cubicBezTo>
                    <a:pt x="1" y="42595"/>
                    <a:pt x="1553" y="44116"/>
                    <a:pt x="3421" y="44116"/>
                  </a:cubicBezTo>
                  <a:lnTo>
                    <a:pt x="67773" y="44116"/>
                  </a:lnTo>
                  <a:cubicBezTo>
                    <a:pt x="69641" y="44116"/>
                    <a:pt x="71193" y="42595"/>
                    <a:pt x="71193" y="40695"/>
                  </a:cubicBezTo>
                  <a:lnTo>
                    <a:pt x="71193" y="3421"/>
                  </a:lnTo>
                  <a:cubicBezTo>
                    <a:pt x="71193" y="1521"/>
                    <a:pt x="69641" y="1"/>
                    <a:pt x="6777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3331180" y="3017962"/>
              <a:ext cx="2481610" cy="455512"/>
            </a:xfrm>
            <a:custGeom>
              <a:avLst/>
              <a:gdLst/>
              <a:ahLst/>
              <a:cxnLst/>
              <a:rect l="l" t="t" r="r" b="b"/>
              <a:pathLst>
                <a:path w="93171" h="17102" extrusionOk="0">
                  <a:moveTo>
                    <a:pt x="14410" y="0"/>
                  </a:moveTo>
                  <a:cubicBezTo>
                    <a:pt x="12542" y="0"/>
                    <a:pt x="10610" y="634"/>
                    <a:pt x="10103" y="1394"/>
                  </a:cubicBezTo>
                  <a:lnTo>
                    <a:pt x="507" y="15740"/>
                  </a:lnTo>
                  <a:cubicBezTo>
                    <a:pt x="1" y="16468"/>
                    <a:pt x="1616" y="17102"/>
                    <a:pt x="4118" y="17102"/>
                  </a:cubicBezTo>
                  <a:lnTo>
                    <a:pt x="89086" y="17102"/>
                  </a:lnTo>
                  <a:cubicBezTo>
                    <a:pt x="91556" y="17102"/>
                    <a:pt x="93171" y="16468"/>
                    <a:pt x="92664" y="15740"/>
                  </a:cubicBezTo>
                  <a:lnTo>
                    <a:pt x="83069" y="1394"/>
                  </a:lnTo>
                  <a:cubicBezTo>
                    <a:pt x="82594" y="634"/>
                    <a:pt x="80630" y="0"/>
                    <a:pt x="78762" y="0"/>
                  </a:cubicBezTo>
                  <a:close/>
                </a:path>
              </a:pathLst>
            </a:custGeom>
            <a:solidFill>
              <a:srgbClr val="FFFFFF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3338771" y="3444761"/>
              <a:ext cx="2467280" cy="81849"/>
            </a:xfrm>
            <a:custGeom>
              <a:avLst/>
              <a:gdLst/>
              <a:ahLst/>
              <a:cxnLst/>
              <a:rect l="l" t="t" r="r" b="b"/>
              <a:pathLst>
                <a:path w="92633" h="3073" extrusionOk="0">
                  <a:moveTo>
                    <a:pt x="127" y="1"/>
                  </a:moveTo>
                  <a:lnTo>
                    <a:pt x="127" y="1"/>
                  </a:lnTo>
                  <a:cubicBezTo>
                    <a:pt x="1" y="1869"/>
                    <a:pt x="3358" y="3073"/>
                    <a:pt x="5543" y="3073"/>
                  </a:cubicBezTo>
                  <a:lnTo>
                    <a:pt x="87091" y="3073"/>
                  </a:lnTo>
                  <a:cubicBezTo>
                    <a:pt x="89276" y="3073"/>
                    <a:pt x="92633" y="1869"/>
                    <a:pt x="92474" y="1"/>
                  </a:cubicBezTo>
                  <a:lnTo>
                    <a:pt x="92474" y="1"/>
                  </a:lnTo>
                  <a:cubicBezTo>
                    <a:pt x="92443" y="603"/>
                    <a:pt x="90954" y="1078"/>
                    <a:pt x="88801" y="1078"/>
                  </a:cubicBezTo>
                  <a:lnTo>
                    <a:pt x="3833" y="1078"/>
                  </a:lnTo>
                  <a:cubicBezTo>
                    <a:pt x="1679" y="1078"/>
                    <a:pt x="191" y="603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3747032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1046" y="1"/>
                  </a:moveTo>
                  <a:cubicBezTo>
                    <a:pt x="697" y="1"/>
                    <a:pt x="380" y="96"/>
                    <a:pt x="317" y="223"/>
                  </a:cubicBezTo>
                  <a:cubicBezTo>
                    <a:pt x="222" y="381"/>
                    <a:pt x="190" y="476"/>
                    <a:pt x="95" y="634"/>
                  </a:cubicBezTo>
                  <a:cubicBezTo>
                    <a:pt x="0" y="761"/>
                    <a:pt x="222" y="856"/>
                    <a:pt x="571" y="856"/>
                  </a:cubicBezTo>
                  <a:lnTo>
                    <a:pt x="2946" y="856"/>
                  </a:lnTo>
                  <a:cubicBezTo>
                    <a:pt x="3262" y="856"/>
                    <a:pt x="3579" y="761"/>
                    <a:pt x="3642" y="634"/>
                  </a:cubicBezTo>
                  <a:cubicBezTo>
                    <a:pt x="3737" y="476"/>
                    <a:pt x="3769" y="381"/>
                    <a:pt x="3864" y="223"/>
                  </a:cubicBezTo>
                  <a:cubicBezTo>
                    <a:pt x="3927" y="96"/>
                    <a:pt x="3706" y="1"/>
                    <a:pt x="338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3858366" y="3062656"/>
              <a:ext cx="102944" cy="22800"/>
            </a:xfrm>
            <a:custGeom>
              <a:avLst/>
              <a:gdLst/>
              <a:ahLst/>
              <a:cxnLst/>
              <a:rect l="l" t="t" r="r" b="b"/>
              <a:pathLst>
                <a:path w="3865" h="856" extrusionOk="0">
                  <a:moveTo>
                    <a:pt x="951" y="1"/>
                  </a:moveTo>
                  <a:cubicBezTo>
                    <a:pt x="634" y="1"/>
                    <a:pt x="317" y="96"/>
                    <a:pt x="286" y="223"/>
                  </a:cubicBezTo>
                  <a:cubicBezTo>
                    <a:pt x="191" y="381"/>
                    <a:pt x="127" y="476"/>
                    <a:pt x="64" y="634"/>
                  </a:cubicBezTo>
                  <a:cubicBezTo>
                    <a:pt x="1" y="761"/>
                    <a:pt x="222" y="856"/>
                    <a:pt x="539" y="856"/>
                  </a:cubicBezTo>
                  <a:lnTo>
                    <a:pt x="2946" y="856"/>
                  </a:lnTo>
                  <a:cubicBezTo>
                    <a:pt x="3263" y="856"/>
                    <a:pt x="3579" y="761"/>
                    <a:pt x="3611" y="634"/>
                  </a:cubicBezTo>
                  <a:cubicBezTo>
                    <a:pt x="3706" y="476"/>
                    <a:pt x="3738" y="381"/>
                    <a:pt x="3801" y="223"/>
                  </a:cubicBezTo>
                  <a:cubicBezTo>
                    <a:pt x="3864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968875" y="3062656"/>
              <a:ext cx="102092" cy="22800"/>
            </a:xfrm>
            <a:custGeom>
              <a:avLst/>
              <a:gdLst/>
              <a:ahLst/>
              <a:cxnLst/>
              <a:rect l="l" t="t" r="r" b="b"/>
              <a:pathLst>
                <a:path w="3833" h="856" extrusionOk="0">
                  <a:moveTo>
                    <a:pt x="919" y="1"/>
                  </a:moveTo>
                  <a:cubicBezTo>
                    <a:pt x="602" y="1"/>
                    <a:pt x="285" y="96"/>
                    <a:pt x="254" y="223"/>
                  </a:cubicBezTo>
                  <a:cubicBezTo>
                    <a:pt x="190" y="381"/>
                    <a:pt x="127" y="476"/>
                    <a:pt x="64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42" y="634"/>
                  </a:cubicBezTo>
                  <a:cubicBezTo>
                    <a:pt x="3706" y="476"/>
                    <a:pt x="3737" y="381"/>
                    <a:pt x="3769" y="223"/>
                  </a:cubicBezTo>
                  <a:cubicBezTo>
                    <a:pt x="3832" y="96"/>
                    <a:pt x="3611" y="1"/>
                    <a:pt x="326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4080209" y="3062656"/>
              <a:ext cx="100414" cy="22800"/>
            </a:xfrm>
            <a:custGeom>
              <a:avLst/>
              <a:gdLst/>
              <a:ahLst/>
              <a:cxnLst/>
              <a:rect l="l" t="t" r="r" b="b"/>
              <a:pathLst>
                <a:path w="3770" h="856" extrusionOk="0">
                  <a:moveTo>
                    <a:pt x="856" y="1"/>
                  </a:moveTo>
                  <a:cubicBezTo>
                    <a:pt x="539" y="1"/>
                    <a:pt x="222" y="96"/>
                    <a:pt x="191" y="223"/>
                  </a:cubicBezTo>
                  <a:cubicBezTo>
                    <a:pt x="127" y="381"/>
                    <a:pt x="96" y="476"/>
                    <a:pt x="64" y="634"/>
                  </a:cubicBezTo>
                  <a:cubicBezTo>
                    <a:pt x="1" y="761"/>
                    <a:pt x="254" y="856"/>
                    <a:pt x="571" y="856"/>
                  </a:cubicBezTo>
                  <a:lnTo>
                    <a:pt x="2946" y="856"/>
                  </a:lnTo>
                  <a:cubicBezTo>
                    <a:pt x="3294" y="856"/>
                    <a:pt x="3579" y="761"/>
                    <a:pt x="3611" y="634"/>
                  </a:cubicBezTo>
                  <a:cubicBezTo>
                    <a:pt x="3674" y="476"/>
                    <a:pt x="3674" y="381"/>
                    <a:pt x="3738" y="223"/>
                  </a:cubicBezTo>
                  <a:cubicBezTo>
                    <a:pt x="3769" y="96"/>
                    <a:pt x="3516" y="1"/>
                    <a:pt x="319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4191570" y="3062656"/>
              <a:ext cx="98709" cy="22800"/>
            </a:xfrm>
            <a:custGeom>
              <a:avLst/>
              <a:gdLst/>
              <a:ahLst/>
              <a:cxnLst/>
              <a:rect l="l" t="t" r="r" b="b"/>
              <a:pathLst>
                <a:path w="3706" h="856" extrusionOk="0">
                  <a:moveTo>
                    <a:pt x="792" y="1"/>
                  </a:moveTo>
                  <a:cubicBezTo>
                    <a:pt x="475" y="1"/>
                    <a:pt x="158" y="96"/>
                    <a:pt x="127" y="223"/>
                  </a:cubicBezTo>
                  <a:cubicBezTo>
                    <a:pt x="95" y="381"/>
                    <a:pt x="63" y="476"/>
                    <a:pt x="32" y="634"/>
                  </a:cubicBezTo>
                  <a:cubicBezTo>
                    <a:pt x="0" y="761"/>
                    <a:pt x="222" y="856"/>
                    <a:pt x="570" y="856"/>
                  </a:cubicBezTo>
                  <a:lnTo>
                    <a:pt x="2945" y="856"/>
                  </a:lnTo>
                  <a:cubicBezTo>
                    <a:pt x="3294" y="856"/>
                    <a:pt x="3579" y="761"/>
                    <a:pt x="3610" y="634"/>
                  </a:cubicBezTo>
                  <a:cubicBezTo>
                    <a:pt x="3642" y="476"/>
                    <a:pt x="3642" y="381"/>
                    <a:pt x="3674" y="223"/>
                  </a:cubicBezTo>
                  <a:cubicBezTo>
                    <a:pt x="3705" y="96"/>
                    <a:pt x="3452" y="1"/>
                    <a:pt x="313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4302052" y="3062656"/>
              <a:ext cx="97031" cy="22800"/>
            </a:xfrm>
            <a:custGeom>
              <a:avLst/>
              <a:gdLst/>
              <a:ahLst/>
              <a:cxnLst/>
              <a:rect l="l" t="t" r="r" b="b"/>
              <a:pathLst>
                <a:path w="3643" h="856" extrusionOk="0">
                  <a:moveTo>
                    <a:pt x="729" y="1"/>
                  </a:moveTo>
                  <a:cubicBezTo>
                    <a:pt x="412" y="1"/>
                    <a:pt x="127" y="96"/>
                    <a:pt x="96" y="223"/>
                  </a:cubicBezTo>
                  <a:cubicBezTo>
                    <a:pt x="96" y="381"/>
                    <a:pt x="64" y="476"/>
                    <a:pt x="32" y="634"/>
                  </a:cubicBezTo>
                  <a:cubicBezTo>
                    <a:pt x="1" y="761"/>
                    <a:pt x="254" y="856"/>
                    <a:pt x="602" y="856"/>
                  </a:cubicBezTo>
                  <a:lnTo>
                    <a:pt x="2978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611" y="476"/>
                    <a:pt x="3611" y="381"/>
                    <a:pt x="3643" y="223"/>
                  </a:cubicBezTo>
                  <a:cubicBezTo>
                    <a:pt x="3643" y="96"/>
                    <a:pt x="3421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4413413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65" y="1"/>
                  </a:moveTo>
                  <a:cubicBezTo>
                    <a:pt x="348" y="1"/>
                    <a:pt x="63" y="96"/>
                    <a:pt x="63" y="223"/>
                  </a:cubicBezTo>
                  <a:cubicBezTo>
                    <a:pt x="32" y="381"/>
                    <a:pt x="32" y="476"/>
                    <a:pt x="0" y="634"/>
                  </a:cubicBezTo>
                  <a:cubicBezTo>
                    <a:pt x="0" y="761"/>
                    <a:pt x="253" y="856"/>
                    <a:pt x="602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79" y="634"/>
                  </a:cubicBezTo>
                  <a:cubicBezTo>
                    <a:pt x="3579" y="476"/>
                    <a:pt x="3579" y="381"/>
                    <a:pt x="3610" y="223"/>
                  </a:cubicBezTo>
                  <a:cubicBezTo>
                    <a:pt x="3610" y="96"/>
                    <a:pt x="3357" y="1"/>
                    <a:pt x="300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4524747" y="3062656"/>
              <a:ext cx="95327" cy="22800"/>
            </a:xfrm>
            <a:custGeom>
              <a:avLst/>
              <a:gdLst/>
              <a:ahLst/>
              <a:cxnLst/>
              <a:rect l="l" t="t" r="r" b="b"/>
              <a:pathLst>
                <a:path w="3579" h="856" extrusionOk="0">
                  <a:moveTo>
                    <a:pt x="602" y="1"/>
                  </a:moveTo>
                  <a:cubicBezTo>
                    <a:pt x="285" y="1"/>
                    <a:pt x="0" y="96"/>
                    <a:pt x="0" y="223"/>
                  </a:cubicBezTo>
                  <a:cubicBezTo>
                    <a:pt x="0" y="381"/>
                    <a:pt x="0" y="476"/>
                    <a:pt x="0" y="634"/>
                  </a:cubicBezTo>
                  <a:cubicBezTo>
                    <a:pt x="0" y="761"/>
                    <a:pt x="254" y="856"/>
                    <a:pt x="570" y="856"/>
                  </a:cubicBezTo>
                  <a:lnTo>
                    <a:pt x="2977" y="856"/>
                  </a:lnTo>
                  <a:cubicBezTo>
                    <a:pt x="3294" y="856"/>
                    <a:pt x="3579" y="761"/>
                    <a:pt x="3547" y="634"/>
                  </a:cubicBezTo>
                  <a:cubicBezTo>
                    <a:pt x="3547" y="476"/>
                    <a:pt x="3547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4634404" y="3062656"/>
              <a:ext cx="96179" cy="22800"/>
            </a:xfrm>
            <a:custGeom>
              <a:avLst/>
              <a:gdLst/>
              <a:ahLst/>
              <a:cxnLst/>
              <a:rect l="l" t="t" r="r" b="b"/>
              <a:pathLst>
                <a:path w="3611" h="856" extrusionOk="0">
                  <a:moveTo>
                    <a:pt x="602" y="1"/>
                  </a:moveTo>
                  <a:cubicBezTo>
                    <a:pt x="254" y="1"/>
                    <a:pt x="0" y="96"/>
                    <a:pt x="0" y="223"/>
                  </a:cubicBezTo>
                  <a:cubicBezTo>
                    <a:pt x="32" y="381"/>
                    <a:pt x="32" y="476"/>
                    <a:pt x="32" y="634"/>
                  </a:cubicBezTo>
                  <a:cubicBezTo>
                    <a:pt x="32" y="761"/>
                    <a:pt x="317" y="856"/>
                    <a:pt x="634" y="856"/>
                  </a:cubicBezTo>
                  <a:lnTo>
                    <a:pt x="3009" y="856"/>
                  </a:lnTo>
                  <a:cubicBezTo>
                    <a:pt x="3357" y="856"/>
                    <a:pt x="3611" y="761"/>
                    <a:pt x="3611" y="634"/>
                  </a:cubicBezTo>
                  <a:cubicBezTo>
                    <a:pt x="3579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4744060" y="3062656"/>
              <a:ext cx="97857" cy="22800"/>
            </a:xfrm>
            <a:custGeom>
              <a:avLst/>
              <a:gdLst/>
              <a:ahLst/>
              <a:cxnLst/>
              <a:rect l="l" t="t" r="r" b="b"/>
              <a:pathLst>
                <a:path w="3674" h="856" extrusionOk="0">
                  <a:moveTo>
                    <a:pt x="602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32" y="381"/>
                    <a:pt x="64" y="476"/>
                    <a:pt x="64" y="634"/>
                  </a:cubicBezTo>
                  <a:cubicBezTo>
                    <a:pt x="95" y="761"/>
                    <a:pt x="380" y="856"/>
                    <a:pt x="697" y="856"/>
                  </a:cubicBezTo>
                  <a:lnTo>
                    <a:pt x="3072" y="856"/>
                  </a:lnTo>
                  <a:cubicBezTo>
                    <a:pt x="3421" y="856"/>
                    <a:pt x="3674" y="761"/>
                    <a:pt x="3642" y="634"/>
                  </a:cubicBezTo>
                  <a:cubicBezTo>
                    <a:pt x="3611" y="476"/>
                    <a:pt x="3579" y="381"/>
                    <a:pt x="3547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4853716" y="3062656"/>
              <a:ext cx="99562" cy="22800"/>
            </a:xfrm>
            <a:custGeom>
              <a:avLst/>
              <a:gdLst/>
              <a:ahLst/>
              <a:cxnLst/>
              <a:rect l="l" t="t" r="r" b="b"/>
              <a:pathLst>
                <a:path w="3738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64" y="381"/>
                    <a:pt x="95" y="476"/>
                    <a:pt x="127" y="634"/>
                  </a:cubicBezTo>
                  <a:cubicBezTo>
                    <a:pt x="159" y="761"/>
                    <a:pt x="444" y="856"/>
                    <a:pt x="760" y="856"/>
                  </a:cubicBezTo>
                  <a:lnTo>
                    <a:pt x="3167" y="856"/>
                  </a:lnTo>
                  <a:cubicBezTo>
                    <a:pt x="3484" y="856"/>
                    <a:pt x="3737" y="761"/>
                    <a:pt x="3706" y="634"/>
                  </a:cubicBezTo>
                  <a:cubicBezTo>
                    <a:pt x="3642" y="476"/>
                    <a:pt x="3611" y="381"/>
                    <a:pt x="3579" y="223"/>
                  </a:cubicBezTo>
                  <a:cubicBezTo>
                    <a:pt x="3547" y="96"/>
                    <a:pt x="3262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4963373" y="3062656"/>
              <a:ext cx="100387" cy="22800"/>
            </a:xfrm>
            <a:custGeom>
              <a:avLst/>
              <a:gdLst/>
              <a:ahLst/>
              <a:cxnLst/>
              <a:rect l="l" t="t" r="r" b="b"/>
              <a:pathLst>
                <a:path w="3769" h="856" extrusionOk="0">
                  <a:moveTo>
                    <a:pt x="570" y="1"/>
                  </a:moveTo>
                  <a:cubicBezTo>
                    <a:pt x="254" y="1"/>
                    <a:pt x="0" y="96"/>
                    <a:pt x="32" y="223"/>
                  </a:cubicBezTo>
                  <a:cubicBezTo>
                    <a:pt x="95" y="381"/>
                    <a:pt x="127" y="476"/>
                    <a:pt x="159" y="634"/>
                  </a:cubicBezTo>
                  <a:cubicBezTo>
                    <a:pt x="190" y="761"/>
                    <a:pt x="475" y="856"/>
                    <a:pt x="824" y="856"/>
                  </a:cubicBezTo>
                  <a:lnTo>
                    <a:pt x="3199" y="856"/>
                  </a:lnTo>
                  <a:cubicBezTo>
                    <a:pt x="3516" y="856"/>
                    <a:pt x="3769" y="761"/>
                    <a:pt x="3737" y="634"/>
                  </a:cubicBezTo>
                  <a:cubicBezTo>
                    <a:pt x="3674" y="476"/>
                    <a:pt x="3642" y="381"/>
                    <a:pt x="3579" y="223"/>
                  </a:cubicBezTo>
                  <a:cubicBezTo>
                    <a:pt x="3547" y="96"/>
                    <a:pt x="3231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5073029" y="3062656"/>
              <a:ext cx="101240" cy="22800"/>
            </a:xfrm>
            <a:custGeom>
              <a:avLst/>
              <a:gdLst/>
              <a:ahLst/>
              <a:cxnLst/>
              <a:rect l="l" t="t" r="r" b="b"/>
              <a:pathLst>
                <a:path w="3801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95" y="381"/>
                    <a:pt x="127" y="476"/>
                    <a:pt x="190" y="634"/>
                  </a:cubicBezTo>
                  <a:cubicBezTo>
                    <a:pt x="254" y="761"/>
                    <a:pt x="539" y="856"/>
                    <a:pt x="887" y="856"/>
                  </a:cubicBezTo>
                  <a:lnTo>
                    <a:pt x="3262" y="856"/>
                  </a:lnTo>
                  <a:cubicBezTo>
                    <a:pt x="3579" y="856"/>
                    <a:pt x="3801" y="761"/>
                    <a:pt x="3769" y="634"/>
                  </a:cubicBezTo>
                  <a:cubicBezTo>
                    <a:pt x="3706" y="476"/>
                    <a:pt x="3642" y="381"/>
                    <a:pt x="3579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5182685" y="3062656"/>
              <a:ext cx="102918" cy="22800"/>
            </a:xfrm>
            <a:custGeom>
              <a:avLst/>
              <a:gdLst/>
              <a:ahLst/>
              <a:cxnLst/>
              <a:rect l="l" t="t" r="r" b="b"/>
              <a:pathLst>
                <a:path w="3864" h="856" extrusionOk="0">
                  <a:moveTo>
                    <a:pt x="570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27" y="381"/>
                    <a:pt x="159" y="476"/>
                    <a:pt x="254" y="634"/>
                  </a:cubicBezTo>
                  <a:cubicBezTo>
                    <a:pt x="285" y="761"/>
                    <a:pt x="602" y="856"/>
                    <a:pt x="919" y="856"/>
                  </a:cubicBezTo>
                  <a:lnTo>
                    <a:pt x="3325" y="856"/>
                  </a:lnTo>
                  <a:cubicBezTo>
                    <a:pt x="3642" y="856"/>
                    <a:pt x="3864" y="761"/>
                    <a:pt x="3801" y="634"/>
                  </a:cubicBezTo>
                  <a:cubicBezTo>
                    <a:pt x="3737" y="476"/>
                    <a:pt x="3674" y="381"/>
                    <a:pt x="3610" y="223"/>
                  </a:cubicBezTo>
                  <a:cubicBezTo>
                    <a:pt x="3547" y="96"/>
                    <a:pt x="3230" y="1"/>
                    <a:pt x="291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5292341" y="3062656"/>
              <a:ext cx="104622" cy="22800"/>
            </a:xfrm>
            <a:custGeom>
              <a:avLst/>
              <a:gdLst/>
              <a:ahLst/>
              <a:cxnLst/>
              <a:rect l="l" t="t" r="r" b="b"/>
              <a:pathLst>
                <a:path w="3928" h="856" extrusionOk="0">
                  <a:moveTo>
                    <a:pt x="539" y="1"/>
                  </a:moveTo>
                  <a:cubicBezTo>
                    <a:pt x="222" y="1"/>
                    <a:pt x="0" y="96"/>
                    <a:pt x="64" y="223"/>
                  </a:cubicBezTo>
                  <a:cubicBezTo>
                    <a:pt x="159" y="381"/>
                    <a:pt x="190" y="476"/>
                    <a:pt x="285" y="634"/>
                  </a:cubicBezTo>
                  <a:cubicBezTo>
                    <a:pt x="349" y="761"/>
                    <a:pt x="665" y="856"/>
                    <a:pt x="982" y="856"/>
                  </a:cubicBezTo>
                  <a:lnTo>
                    <a:pt x="3389" y="856"/>
                  </a:lnTo>
                  <a:cubicBezTo>
                    <a:pt x="3705" y="856"/>
                    <a:pt x="3927" y="761"/>
                    <a:pt x="3864" y="634"/>
                  </a:cubicBezTo>
                  <a:cubicBezTo>
                    <a:pt x="3737" y="476"/>
                    <a:pt x="3705" y="381"/>
                    <a:pt x="3610" y="223"/>
                  </a:cubicBezTo>
                  <a:cubicBezTo>
                    <a:pt x="3547" y="96"/>
                    <a:pt x="3230" y="1"/>
                    <a:pt x="288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3724259" y="3091342"/>
              <a:ext cx="80997" cy="35451"/>
            </a:xfrm>
            <a:custGeom>
              <a:avLst/>
              <a:gdLst/>
              <a:ahLst/>
              <a:cxnLst/>
              <a:rect l="l" t="t" r="r" b="b"/>
              <a:pathLst>
                <a:path w="3041" h="1331" extrusionOk="0">
                  <a:moveTo>
                    <a:pt x="1299" y="1"/>
                  </a:moveTo>
                  <a:cubicBezTo>
                    <a:pt x="950" y="1"/>
                    <a:pt x="634" y="96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1806" y="1331"/>
                  </a:lnTo>
                  <a:cubicBezTo>
                    <a:pt x="2122" y="1331"/>
                    <a:pt x="2471" y="1236"/>
                    <a:pt x="2534" y="1109"/>
                  </a:cubicBezTo>
                  <a:cubicBezTo>
                    <a:pt x="2692" y="761"/>
                    <a:pt x="2787" y="571"/>
                    <a:pt x="2977" y="222"/>
                  </a:cubicBezTo>
                  <a:cubicBezTo>
                    <a:pt x="3041" y="96"/>
                    <a:pt x="2819" y="1"/>
                    <a:pt x="24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3806082" y="309134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1204" y="1"/>
                  </a:moveTo>
                  <a:cubicBezTo>
                    <a:pt x="887" y="1"/>
                    <a:pt x="570" y="96"/>
                    <a:pt x="507" y="222"/>
                  </a:cubicBezTo>
                  <a:cubicBezTo>
                    <a:pt x="317" y="571"/>
                    <a:pt x="222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009" y="1331"/>
                  </a:lnTo>
                  <a:cubicBezTo>
                    <a:pt x="3357" y="1331"/>
                    <a:pt x="3674" y="1236"/>
                    <a:pt x="3706" y="1109"/>
                  </a:cubicBezTo>
                  <a:cubicBezTo>
                    <a:pt x="3864" y="761"/>
                    <a:pt x="3959" y="571"/>
                    <a:pt x="4117" y="222"/>
                  </a:cubicBezTo>
                  <a:cubicBezTo>
                    <a:pt x="4149" y="96"/>
                    <a:pt x="3927" y="1"/>
                    <a:pt x="361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3919946" y="309134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1141" y="1"/>
                  </a:moveTo>
                  <a:cubicBezTo>
                    <a:pt x="792" y="1"/>
                    <a:pt x="476" y="96"/>
                    <a:pt x="444" y="222"/>
                  </a:cubicBezTo>
                  <a:cubicBezTo>
                    <a:pt x="286" y="571"/>
                    <a:pt x="222" y="761"/>
                    <a:pt x="64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4" y="1236"/>
                    <a:pt x="3706" y="1109"/>
                  </a:cubicBezTo>
                  <a:cubicBezTo>
                    <a:pt x="3833" y="761"/>
                    <a:pt x="3928" y="571"/>
                    <a:pt x="4054" y="222"/>
                  </a:cubicBezTo>
                  <a:cubicBezTo>
                    <a:pt x="4086" y="96"/>
                    <a:pt x="3864" y="1"/>
                    <a:pt x="351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4033811" y="3091342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1046" y="1"/>
                  </a:moveTo>
                  <a:cubicBezTo>
                    <a:pt x="729" y="1"/>
                    <a:pt x="413" y="96"/>
                    <a:pt x="381" y="222"/>
                  </a:cubicBezTo>
                  <a:cubicBezTo>
                    <a:pt x="254" y="571"/>
                    <a:pt x="191" y="761"/>
                    <a:pt x="64" y="1109"/>
                  </a:cubicBezTo>
                  <a:cubicBezTo>
                    <a:pt x="1" y="1236"/>
                    <a:pt x="254" y="1331"/>
                    <a:pt x="603" y="1331"/>
                  </a:cubicBezTo>
                  <a:lnTo>
                    <a:pt x="3041" y="1331"/>
                  </a:lnTo>
                  <a:cubicBezTo>
                    <a:pt x="3390" y="1331"/>
                    <a:pt x="3675" y="1236"/>
                    <a:pt x="3738" y="1109"/>
                  </a:cubicBezTo>
                  <a:cubicBezTo>
                    <a:pt x="3833" y="761"/>
                    <a:pt x="3865" y="571"/>
                    <a:pt x="3991" y="222"/>
                  </a:cubicBezTo>
                  <a:cubicBezTo>
                    <a:pt x="4023" y="96"/>
                    <a:pt x="3770" y="1"/>
                    <a:pt x="345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4148528" y="3091342"/>
              <a:ext cx="103797" cy="35451"/>
            </a:xfrm>
            <a:custGeom>
              <a:avLst/>
              <a:gdLst/>
              <a:ahLst/>
              <a:cxnLst/>
              <a:rect l="l" t="t" r="r" b="b"/>
              <a:pathLst>
                <a:path w="3897" h="1331" extrusionOk="0">
                  <a:moveTo>
                    <a:pt x="919" y="1"/>
                  </a:moveTo>
                  <a:cubicBezTo>
                    <a:pt x="603" y="1"/>
                    <a:pt x="318" y="96"/>
                    <a:pt x="286" y="222"/>
                  </a:cubicBezTo>
                  <a:cubicBezTo>
                    <a:pt x="159" y="571"/>
                    <a:pt x="128" y="761"/>
                    <a:pt x="33" y="1109"/>
                  </a:cubicBezTo>
                  <a:cubicBezTo>
                    <a:pt x="1" y="1236"/>
                    <a:pt x="254" y="1331"/>
                    <a:pt x="571" y="1331"/>
                  </a:cubicBezTo>
                  <a:lnTo>
                    <a:pt x="3041" y="1331"/>
                  </a:lnTo>
                  <a:cubicBezTo>
                    <a:pt x="3358" y="1331"/>
                    <a:pt x="3675" y="1236"/>
                    <a:pt x="3675" y="1109"/>
                  </a:cubicBezTo>
                  <a:cubicBezTo>
                    <a:pt x="3770" y="761"/>
                    <a:pt x="3801" y="571"/>
                    <a:pt x="3865" y="222"/>
                  </a:cubicBezTo>
                  <a:cubicBezTo>
                    <a:pt x="3896" y="96"/>
                    <a:pt x="3643" y="1"/>
                    <a:pt x="332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4262419" y="3091342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855" y="1"/>
                  </a:moveTo>
                  <a:cubicBezTo>
                    <a:pt x="507" y="1"/>
                    <a:pt x="222" y="96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54" y="1331"/>
                    <a:pt x="602" y="1331"/>
                  </a:cubicBezTo>
                  <a:lnTo>
                    <a:pt x="3040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37" y="761"/>
                    <a:pt x="3769" y="571"/>
                    <a:pt x="3801" y="222"/>
                  </a:cubicBezTo>
                  <a:cubicBezTo>
                    <a:pt x="3832" y="96"/>
                    <a:pt x="3579" y="1"/>
                    <a:pt x="323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4376284" y="3091342"/>
              <a:ext cx="99562" cy="35451"/>
            </a:xfrm>
            <a:custGeom>
              <a:avLst/>
              <a:gdLst/>
              <a:ahLst/>
              <a:cxnLst/>
              <a:rect l="l" t="t" r="r" b="b"/>
              <a:pathLst>
                <a:path w="3738" h="1331" extrusionOk="0">
                  <a:moveTo>
                    <a:pt x="761" y="1"/>
                  </a:moveTo>
                  <a:cubicBezTo>
                    <a:pt x="444" y="1"/>
                    <a:pt x="159" y="96"/>
                    <a:pt x="127" y="222"/>
                  </a:cubicBezTo>
                  <a:cubicBezTo>
                    <a:pt x="96" y="571"/>
                    <a:pt x="64" y="761"/>
                    <a:pt x="32" y="1109"/>
                  </a:cubicBezTo>
                  <a:cubicBezTo>
                    <a:pt x="1" y="1236"/>
                    <a:pt x="286" y="1331"/>
                    <a:pt x="602" y="1331"/>
                  </a:cubicBezTo>
                  <a:lnTo>
                    <a:pt x="3072" y="1331"/>
                  </a:lnTo>
                  <a:cubicBezTo>
                    <a:pt x="3389" y="1331"/>
                    <a:pt x="3674" y="1236"/>
                    <a:pt x="3674" y="1109"/>
                  </a:cubicBezTo>
                  <a:cubicBezTo>
                    <a:pt x="3706" y="761"/>
                    <a:pt x="3706" y="571"/>
                    <a:pt x="3738" y="222"/>
                  </a:cubicBezTo>
                  <a:cubicBezTo>
                    <a:pt x="3738" y="96"/>
                    <a:pt x="3484" y="1"/>
                    <a:pt x="316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4490148" y="3091342"/>
              <a:ext cx="97884" cy="35451"/>
            </a:xfrm>
            <a:custGeom>
              <a:avLst/>
              <a:gdLst/>
              <a:ahLst/>
              <a:cxnLst/>
              <a:rect l="l" t="t" r="r" b="b"/>
              <a:pathLst>
                <a:path w="3675" h="1331" extrusionOk="0">
                  <a:moveTo>
                    <a:pt x="666" y="1"/>
                  </a:moveTo>
                  <a:cubicBezTo>
                    <a:pt x="349" y="1"/>
                    <a:pt x="64" y="96"/>
                    <a:pt x="64" y="222"/>
                  </a:cubicBezTo>
                  <a:cubicBezTo>
                    <a:pt x="64" y="571"/>
                    <a:pt x="33" y="761"/>
                    <a:pt x="33" y="1109"/>
                  </a:cubicBezTo>
                  <a:cubicBezTo>
                    <a:pt x="1" y="1236"/>
                    <a:pt x="286" y="1331"/>
                    <a:pt x="634" y="1331"/>
                  </a:cubicBezTo>
                  <a:lnTo>
                    <a:pt x="3073" y="1331"/>
                  </a:lnTo>
                  <a:cubicBezTo>
                    <a:pt x="3421" y="1331"/>
                    <a:pt x="3675" y="1236"/>
                    <a:pt x="3675" y="1109"/>
                  </a:cubicBezTo>
                  <a:cubicBezTo>
                    <a:pt x="3675" y="761"/>
                    <a:pt x="3675" y="571"/>
                    <a:pt x="3675" y="222"/>
                  </a:cubicBezTo>
                  <a:cubicBezTo>
                    <a:pt x="3675" y="96"/>
                    <a:pt x="3390" y="1"/>
                    <a:pt x="307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4604040" y="3091342"/>
              <a:ext cx="98709" cy="35451"/>
            </a:xfrm>
            <a:custGeom>
              <a:avLst/>
              <a:gdLst/>
              <a:ahLst/>
              <a:cxnLst/>
              <a:rect l="l" t="t" r="r" b="b"/>
              <a:pathLst>
                <a:path w="3706" h="1331" extrusionOk="0">
                  <a:moveTo>
                    <a:pt x="602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0" y="571"/>
                    <a:pt x="0" y="761"/>
                    <a:pt x="32" y="1109"/>
                  </a:cubicBezTo>
                  <a:cubicBezTo>
                    <a:pt x="32" y="1236"/>
                    <a:pt x="285" y="1331"/>
                    <a:pt x="634" y="1331"/>
                  </a:cubicBezTo>
                  <a:lnTo>
                    <a:pt x="3104" y="1331"/>
                  </a:lnTo>
                  <a:cubicBezTo>
                    <a:pt x="3420" y="1331"/>
                    <a:pt x="3706" y="1236"/>
                    <a:pt x="3674" y="1109"/>
                  </a:cubicBezTo>
                  <a:cubicBezTo>
                    <a:pt x="3642" y="761"/>
                    <a:pt x="3642" y="571"/>
                    <a:pt x="3611" y="222"/>
                  </a:cubicBezTo>
                  <a:cubicBezTo>
                    <a:pt x="3579" y="96"/>
                    <a:pt x="3325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4716226" y="3091342"/>
              <a:ext cx="100387" cy="35451"/>
            </a:xfrm>
            <a:custGeom>
              <a:avLst/>
              <a:gdLst/>
              <a:ahLst/>
              <a:cxnLst/>
              <a:rect l="l" t="t" r="r" b="b"/>
              <a:pathLst>
                <a:path w="3769" h="1331" extrusionOk="0">
                  <a:moveTo>
                    <a:pt x="570" y="1"/>
                  </a:moveTo>
                  <a:cubicBezTo>
                    <a:pt x="254" y="1"/>
                    <a:pt x="0" y="96"/>
                    <a:pt x="0" y="222"/>
                  </a:cubicBezTo>
                  <a:cubicBezTo>
                    <a:pt x="32" y="571"/>
                    <a:pt x="32" y="761"/>
                    <a:pt x="95" y="1109"/>
                  </a:cubicBezTo>
                  <a:cubicBezTo>
                    <a:pt x="95" y="1236"/>
                    <a:pt x="380" y="1331"/>
                    <a:pt x="729" y="1331"/>
                  </a:cubicBezTo>
                  <a:lnTo>
                    <a:pt x="3167" y="1331"/>
                  </a:lnTo>
                  <a:cubicBezTo>
                    <a:pt x="3515" y="1331"/>
                    <a:pt x="3769" y="1236"/>
                    <a:pt x="3737" y="1109"/>
                  </a:cubicBezTo>
                  <a:cubicBezTo>
                    <a:pt x="3674" y="761"/>
                    <a:pt x="3674" y="571"/>
                    <a:pt x="3610" y="222"/>
                  </a:cubicBezTo>
                  <a:cubicBezTo>
                    <a:pt x="3579" y="96"/>
                    <a:pt x="3294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4827561" y="3091342"/>
              <a:ext cx="102944" cy="35451"/>
            </a:xfrm>
            <a:custGeom>
              <a:avLst/>
              <a:gdLst/>
              <a:ahLst/>
              <a:cxnLst/>
              <a:rect l="l" t="t" r="r" b="b"/>
              <a:pathLst>
                <a:path w="3865" h="1331" extrusionOk="0">
                  <a:moveTo>
                    <a:pt x="602" y="1"/>
                  </a:moveTo>
                  <a:cubicBezTo>
                    <a:pt x="254" y="1"/>
                    <a:pt x="1" y="96"/>
                    <a:pt x="32" y="222"/>
                  </a:cubicBezTo>
                  <a:cubicBezTo>
                    <a:pt x="96" y="571"/>
                    <a:pt x="127" y="761"/>
                    <a:pt x="191" y="1109"/>
                  </a:cubicBezTo>
                  <a:cubicBezTo>
                    <a:pt x="191" y="1236"/>
                    <a:pt x="476" y="1331"/>
                    <a:pt x="824" y="1331"/>
                  </a:cubicBezTo>
                  <a:lnTo>
                    <a:pt x="3262" y="1331"/>
                  </a:lnTo>
                  <a:cubicBezTo>
                    <a:pt x="3611" y="1331"/>
                    <a:pt x="3864" y="1236"/>
                    <a:pt x="3832" y="1109"/>
                  </a:cubicBezTo>
                  <a:cubicBezTo>
                    <a:pt x="3769" y="761"/>
                    <a:pt x="3706" y="571"/>
                    <a:pt x="3642" y="222"/>
                  </a:cubicBezTo>
                  <a:cubicBezTo>
                    <a:pt x="3611" y="96"/>
                    <a:pt x="3326" y="1"/>
                    <a:pt x="297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4939747" y="3091342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571" y="1"/>
                  </a:moveTo>
                  <a:cubicBezTo>
                    <a:pt x="222" y="1"/>
                    <a:pt x="1" y="96"/>
                    <a:pt x="32" y="222"/>
                  </a:cubicBezTo>
                  <a:cubicBezTo>
                    <a:pt x="96" y="571"/>
                    <a:pt x="159" y="761"/>
                    <a:pt x="222" y="1109"/>
                  </a:cubicBezTo>
                  <a:cubicBezTo>
                    <a:pt x="254" y="1236"/>
                    <a:pt x="571" y="1331"/>
                    <a:pt x="919" y="1331"/>
                  </a:cubicBezTo>
                  <a:lnTo>
                    <a:pt x="3357" y="1331"/>
                  </a:lnTo>
                  <a:cubicBezTo>
                    <a:pt x="3706" y="1331"/>
                    <a:pt x="3927" y="1236"/>
                    <a:pt x="3896" y="1109"/>
                  </a:cubicBezTo>
                  <a:cubicBezTo>
                    <a:pt x="3801" y="761"/>
                    <a:pt x="3737" y="571"/>
                    <a:pt x="3642" y="222"/>
                  </a:cubicBezTo>
                  <a:cubicBezTo>
                    <a:pt x="3579" y="96"/>
                    <a:pt x="3294" y="1"/>
                    <a:pt x="294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5051082" y="309134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571" y="1"/>
                  </a:moveTo>
                  <a:cubicBezTo>
                    <a:pt x="254" y="1"/>
                    <a:pt x="1" y="96"/>
                    <a:pt x="64" y="222"/>
                  </a:cubicBezTo>
                  <a:cubicBezTo>
                    <a:pt x="159" y="571"/>
                    <a:pt x="223" y="761"/>
                    <a:pt x="318" y="1109"/>
                  </a:cubicBezTo>
                  <a:cubicBezTo>
                    <a:pt x="381" y="1236"/>
                    <a:pt x="666" y="1331"/>
                    <a:pt x="1014" y="1331"/>
                  </a:cubicBezTo>
                  <a:lnTo>
                    <a:pt x="3484" y="1331"/>
                  </a:lnTo>
                  <a:cubicBezTo>
                    <a:pt x="3801" y="1331"/>
                    <a:pt x="4054" y="1236"/>
                    <a:pt x="3991" y="1109"/>
                  </a:cubicBezTo>
                  <a:cubicBezTo>
                    <a:pt x="3864" y="761"/>
                    <a:pt x="3801" y="571"/>
                    <a:pt x="3643" y="222"/>
                  </a:cubicBezTo>
                  <a:cubicBezTo>
                    <a:pt x="3611" y="96"/>
                    <a:pt x="3294" y="1"/>
                    <a:pt x="297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5163268" y="3091342"/>
              <a:ext cx="256468" cy="35451"/>
            </a:xfrm>
            <a:custGeom>
              <a:avLst/>
              <a:gdLst/>
              <a:ahLst/>
              <a:cxnLst/>
              <a:rect l="l" t="t" r="r" b="b"/>
              <a:pathLst>
                <a:path w="9629" h="1331" extrusionOk="0">
                  <a:moveTo>
                    <a:pt x="571" y="1"/>
                  </a:moveTo>
                  <a:cubicBezTo>
                    <a:pt x="223" y="1"/>
                    <a:pt x="1" y="96"/>
                    <a:pt x="32" y="222"/>
                  </a:cubicBezTo>
                  <a:cubicBezTo>
                    <a:pt x="191" y="571"/>
                    <a:pt x="254" y="761"/>
                    <a:pt x="381" y="1109"/>
                  </a:cubicBezTo>
                  <a:cubicBezTo>
                    <a:pt x="444" y="1236"/>
                    <a:pt x="761" y="1331"/>
                    <a:pt x="1109" y="1331"/>
                  </a:cubicBezTo>
                  <a:lnTo>
                    <a:pt x="9058" y="1331"/>
                  </a:lnTo>
                  <a:cubicBezTo>
                    <a:pt x="9407" y="1331"/>
                    <a:pt x="9628" y="1236"/>
                    <a:pt x="9565" y="1109"/>
                  </a:cubicBezTo>
                  <a:cubicBezTo>
                    <a:pt x="9343" y="761"/>
                    <a:pt x="9248" y="571"/>
                    <a:pt x="9058" y="222"/>
                  </a:cubicBezTo>
                  <a:cubicBezTo>
                    <a:pt x="8995" y="96"/>
                    <a:pt x="8678" y="1"/>
                    <a:pt x="833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3701486" y="3132679"/>
              <a:ext cx="148490" cy="35451"/>
            </a:xfrm>
            <a:custGeom>
              <a:avLst/>
              <a:gdLst/>
              <a:ahLst/>
              <a:cxnLst/>
              <a:rect l="l" t="t" r="r" b="b"/>
              <a:pathLst>
                <a:path w="5575" h="1331" extrusionOk="0">
                  <a:moveTo>
                    <a:pt x="1299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1"/>
                    <a:pt x="285" y="761"/>
                    <a:pt x="64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4371" y="1331"/>
                  </a:lnTo>
                  <a:cubicBezTo>
                    <a:pt x="4719" y="1331"/>
                    <a:pt x="5036" y="1236"/>
                    <a:pt x="5099" y="1109"/>
                  </a:cubicBezTo>
                  <a:cubicBezTo>
                    <a:pt x="5257" y="761"/>
                    <a:pt x="5352" y="571"/>
                    <a:pt x="5511" y="222"/>
                  </a:cubicBezTo>
                  <a:cubicBezTo>
                    <a:pt x="5574" y="95"/>
                    <a:pt x="5352" y="0"/>
                    <a:pt x="50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3852480" y="3132679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1172" y="0"/>
                  </a:moveTo>
                  <a:cubicBezTo>
                    <a:pt x="823" y="0"/>
                    <a:pt x="507" y="95"/>
                    <a:pt x="443" y="222"/>
                  </a:cubicBezTo>
                  <a:cubicBezTo>
                    <a:pt x="285" y="571"/>
                    <a:pt x="222" y="761"/>
                    <a:pt x="63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59" y="761"/>
                    <a:pt x="4022" y="571"/>
                    <a:pt x="4149" y="222"/>
                  </a:cubicBezTo>
                  <a:cubicBezTo>
                    <a:pt x="4212" y="95"/>
                    <a:pt x="3990" y="0"/>
                    <a:pt x="364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3969727" y="3132679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1077" y="0"/>
                  </a:moveTo>
                  <a:cubicBezTo>
                    <a:pt x="728" y="0"/>
                    <a:pt x="412" y="95"/>
                    <a:pt x="380" y="222"/>
                  </a:cubicBezTo>
                  <a:cubicBezTo>
                    <a:pt x="253" y="571"/>
                    <a:pt x="158" y="761"/>
                    <a:pt x="32" y="1109"/>
                  </a:cubicBezTo>
                  <a:cubicBezTo>
                    <a:pt x="0" y="1236"/>
                    <a:pt x="222" y="1331"/>
                    <a:pt x="570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927" y="761"/>
                    <a:pt x="3959" y="571"/>
                    <a:pt x="4085" y="222"/>
                  </a:cubicBezTo>
                  <a:cubicBezTo>
                    <a:pt x="4117" y="95"/>
                    <a:pt x="3895" y="0"/>
                    <a:pt x="354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408697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982" y="0"/>
                  </a:moveTo>
                  <a:cubicBezTo>
                    <a:pt x="633" y="0"/>
                    <a:pt x="348" y="95"/>
                    <a:pt x="285" y="222"/>
                  </a:cubicBezTo>
                  <a:cubicBezTo>
                    <a:pt x="190" y="571"/>
                    <a:pt x="127" y="761"/>
                    <a:pt x="32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800" y="1109"/>
                  </a:cubicBezTo>
                  <a:cubicBezTo>
                    <a:pt x="3864" y="761"/>
                    <a:pt x="3927" y="571"/>
                    <a:pt x="4022" y="222"/>
                  </a:cubicBezTo>
                  <a:cubicBezTo>
                    <a:pt x="4022" y="95"/>
                    <a:pt x="3800" y="0"/>
                    <a:pt x="345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4204222" y="3132679"/>
              <a:ext cx="105448" cy="35451"/>
            </a:xfrm>
            <a:custGeom>
              <a:avLst/>
              <a:gdLst/>
              <a:ahLst/>
              <a:cxnLst/>
              <a:rect l="l" t="t" r="r" b="b"/>
              <a:pathLst>
                <a:path w="3959" h="1331" extrusionOk="0">
                  <a:moveTo>
                    <a:pt x="887" y="0"/>
                  </a:moveTo>
                  <a:cubicBezTo>
                    <a:pt x="538" y="0"/>
                    <a:pt x="253" y="95"/>
                    <a:pt x="222" y="222"/>
                  </a:cubicBezTo>
                  <a:cubicBezTo>
                    <a:pt x="127" y="571"/>
                    <a:pt x="95" y="761"/>
                    <a:pt x="0" y="1109"/>
                  </a:cubicBezTo>
                  <a:cubicBezTo>
                    <a:pt x="0" y="1236"/>
                    <a:pt x="253" y="1331"/>
                    <a:pt x="602" y="1331"/>
                  </a:cubicBezTo>
                  <a:lnTo>
                    <a:pt x="3104" y="1331"/>
                  </a:lnTo>
                  <a:cubicBezTo>
                    <a:pt x="3452" y="1331"/>
                    <a:pt x="3769" y="1236"/>
                    <a:pt x="3769" y="1109"/>
                  </a:cubicBezTo>
                  <a:cubicBezTo>
                    <a:pt x="3832" y="761"/>
                    <a:pt x="3864" y="571"/>
                    <a:pt x="3927" y="222"/>
                  </a:cubicBezTo>
                  <a:cubicBezTo>
                    <a:pt x="3959" y="95"/>
                    <a:pt x="3705" y="0"/>
                    <a:pt x="335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4320617" y="3132679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824" y="0"/>
                  </a:moveTo>
                  <a:cubicBezTo>
                    <a:pt x="475" y="0"/>
                    <a:pt x="190" y="95"/>
                    <a:pt x="190" y="222"/>
                  </a:cubicBezTo>
                  <a:cubicBezTo>
                    <a:pt x="127" y="571"/>
                    <a:pt x="95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801" y="1236"/>
                    <a:pt x="3801" y="1109"/>
                  </a:cubicBezTo>
                  <a:cubicBezTo>
                    <a:pt x="3832" y="761"/>
                    <a:pt x="3832" y="571"/>
                    <a:pt x="3896" y="222"/>
                  </a:cubicBezTo>
                  <a:cubicBezTo>
                    <a:pt x="3896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4437864" y="313267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729" y="0"/>
                  </a:moveTo>
                  <a:cubicBezTo>
                    <a:pt x="380" y="0"/>
                    <a:pt x="95" y="95"/>
                    <a:pt x="95" y="222"/>
                  </a:cubicBezTo>
                  <a:cubicBezTo>
                    <a:pt x="64" y="571"/>
                    <a:pt x="64" y="761"/>
                    <a:pt x="32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36" y="1331"/>
                  </a:lnTo>
                  <a:cubicBezTo>
                    <a:pt x="3484" y="1331"/>
                    <a:pt x="3769" y="1236"/>
                    <a:pt x="3769" y="1109"/>
                  </a:cubicBezTo>
                  <a:cubicBezTo>
                    <a:pt x="3801" y="761"/>
                    <a:pt x="3801" y="571"/>
                    <a:pt x="3801" y="222"/>
                  </a:cubicBezTo>
                  <a:cubicBezTo>
                    <a:pt x="3801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4555111" y="3132679"/>
              <a:ext cx="100414" cy="35451"/>
            </a:xfrm>
            <a:custGeom>
              <a:avLst/>
              <a:gdLst/>
              <a:ahLst/>
              <a:cxnLst/>
              <a:rect l="l" t="t" r="r" b="b"/>
              <a:pathLst>
                <a:path w="3770" h="1331" extrusionOk="0">
                  <a:moveTo>
                    <a:pt x="634" y="0"/>
                  </a:moveTo>
                  <a:cubicBezTo>
                    <a:pt x="285" y="0"/>
                    <a:pt x="32" y="95"/>
                    <a:pt x="32" y="222"/>
                  </a:cubicBezTo>
                  <a:cubicBezTo>
                    <a:pt x="0" y="571"/>
                    <a:pt x="0" y="761"/>
                    <a:pt x="0" y="1109"/>
                  </a:cubicBezTo>
                  <a:cubicBezTo>
                    <a:pt x="0" y="1236"/>
                    <a:pt x="285" y="1331"/>
                    <a:pt x="634" y="1331"/>
                  </a:cubicBezTo>
                  <a:lnTo>
                    <a:pt x="3167" y="1331"/>
                  </a:lnTo>
                  <a:cubicBezTo>
                    <a:pt x="3516" y="1331"/>
                    <a:pt x="3769" y="1236"/>
                    <a:pt x="3769" y="1109"/>
                  </a:cubicBezTo>
                  <a:cubicBezTo>
                    <a:pt x="3737" y="761"/>
                    <a:pt x="3737" y="571"/>
                    <a:pt x="3737" y="222"/>
                  </a:cubicBezTo>
                  <a:cubicBezTo>
                    <a:pt x="3706" y="95"/>
                    <a:pt x="3452" y="0"/>
                    <a:pt x="310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4670681" y="3132679"/>
              <a:ext cx="102092" cy="35451"/>
            </a:xfrm>
            <a:custGeom>
              <a:avLst/>
              <a:gdLst/>
              <a:ahLst/>
              <a:cxnLst/>
              <a:rect l="l" t="t" r="r" b="b"/>
              <a:pathLst>
                <a:path w="3833" h="1331" extrusionOk="0">
                  <a:moveTo>
                    <a:pt x="602" y="0"/>
                  </a:moveTo>
                  <a:cubicBezTo>
                    <a:pt x="253" y="0"/>
                    <a:pt x="0" y="95"/>
                    <a:pt x="0" y="222"/>
                  </a:cubicBezTo>
                  <a:cubicBezTo>
                    <a:pt x="32" y="571"/>
                    <a:pt x="32" y="761"/>
                    <a:pt x="63" y="1109"/>
                  </a:cubicBezTo>
                  <a:cubicBezTo>
                    <a:pt x="63" y="1236"/>
                    <a:pt x="348" y="1331"/>
                    <a:pt x="697" y="1331"/>
                  </a:cubicBezTo>
                  <a:lnTo>
                    <a:pt x="3230" y="1331"/>
                  </a:lnTo>
                  <a:cubicBezTo>
                    <a:pt x="3579" y="1331"/>
                    <a:pt x="3832" y="1236"/>
                    <a:pt x="3832" y="1109"/>
                  </a:cubicBezTo>
                  <a:cubicBezTo>
                    <a:pt x="3769" y="761"/>
                    <a:pt x="3769" y="571"/>
                    <a:pt x="3705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4785397" y="3132679"/>
              <a:ext cx="104622" cy="35451"/>
            </a:xfrm>
            <a:custGeom>
              <a:avLst/>
              <a:gdLst/>
              <a:ahLst/>
              <a:cxnLst/>
              <a:rect l="l" t="t" r="r" b="b"/>
              <a:pathLst>
                <a:path w="3928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63" y="571"/>
                    <a:pt x="95" y="761"/>
                    <a:pt x="127" y="1109"/>
                  </a:cubicBezTo>
                  <a:cubicBezTo>
                    <a:pt x="158" y="1236"/>
                    <a:pt x="443" y="1331"/>
                    <a:pt x="792" y="1331"/>
                  </a:cubicBezTo>
                  <a:lnTo>
                    <a:pt x="3325" y="1331"/>
                  </a:lnTo>
                  <a:cubicBezTo>
                    <a:pt x="3674" y="1331"/>
                    <a:pt x="3927" y="1236"/>
                    <a:pt x="3895" y="1109"/>
                  </a:cubicBezTo>
                  <a:cubicBezTo>
                    <a:pt x="3832" y="761"/>
                    <a:pt x="3800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4900114" y="3132679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602" y="0"/>
                  </a:moveTo>
                  <a:cubicBezTo>
                    <a:pt x="253" y="0"/>
                    <a:pt x="0" y="95"/>
                    <a:pt x="32" y="222"/>
                  </a:cubicBezTo>
                  <a:cubicBezTo>
                    <a:pt x="95" y="571"/>
                    <a:pt x="158" y="761"/>
                    <a:pt x="222" y="1109"/>
                  </a:cubicBezTo>
                  <a:cubicBezTo>
                    <a:pt x="253" y="1236"/>
                    <a:pt x="538" y="1331"/>
                    <a:pt x="887" y="1331"/>
                  </a:cubicBezTo>
                  <a:lnTo>
                    <a:pt x="3420" y="1331"/>
                  </a:lnTo>
                  <a:cubicBezTo>
                    <a:pt x="3769" y="1331"/>
                    <a:pt x="4022" y="1236"/>
                    <a:pt x="3990" y="1109"/>
                  </a:cubicBezTo>
                  <a:cubicBezTo>
                    <a:pt x="3895" y="761"/>
                    <a:pt x="3832" y="571"/>
                    <a:pt x="3737" y="222"/>
                  </a:cubicBezTo>
                  <a:cubicBezTo>
                    <a:pt x="3705" y="95"/>
                    <a:pt x="3420" y="0"/>
                    <a:pt x="307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5015657" y="3132679"/>
              <a:ext cx="108857" cy="35451"/>
            </a:xfrm>
            <a:custGeom>
              <a:avLst/>
              <a:gdLst/>
              <a:ahLst/>
              <a:cxnLst/>
              <a:rect l="l" t="t" r="r" b="b"/>
              <a:pathLst>
                <a:path w="4087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27" y="571"/>
                    <a:pt x="159" y="761"/>
                    <a:pt x="286" y="1109"/>
                  </a:cubicBezTo>
                  <a:cubicBezTo>
                    <a:pt x="317" y="1236"/>
                    <a:pt x="634" y="1331"/>
                    <a:pt x="982" y="1331"/>
                  </a:cubicBezTo>
                  <a:lnTo>
                    <a:pt x="3484" y="1331"/>
                  </a:lnTo>
                  <a:cubicBezTo>
                    <a:pt x="3833" y="1331"/>
                    <a:pt x="4086" y="1236"/>
                    <a:pt x="4054" y="1109"/>
                  </a:cubicBezTo>
                  <a:cubicBezTo>
                    <a:pt x="3928" y="761"/>
                    <a:pt x="3864" y="571"/>
                    <a:pt x="3738" y="222"/>
                  </a:cubicBezTo>
                  <a:cubicBezTo>
                    <a:pt x="3674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5130374" y="3132679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571" y="0"/>
                  </a:moveTo>
                  <a:cubicBezTo>
                    <a:pt x="222" y="0"/>
                    <a:pt x="1" y="95"/>
                    <a:pt x="32" y="222"/>
                  </a:cubicBezTo>
                  <a:cubicBezTo>
                    <a:pt x="159" y="571"/>
                    <a:pt x="222" y="761"/>
                    <a:pt x="349" y="1109"/>
                  </a:cubicBezTo>
                  <a:cubicBezTo>
                    <a:pt x="412" y="1236"/>
                    <a:pt x="729" y="1331"/>
                    <a:pt x="1077" y="1331"/>
                  </a:cubicBezTo>
                  <a:lnTo>
                    <a:pt x="3579" y="1331"/>
                  </a:lnTo>
                  <a:cubicBezTo>
                    <a:pt x="3928" y="1331"/>
                    <a:pt x="4181" y="1236"/>
                    <a:pt x="4118" y="1109"/>
                  </a:cubicBezTo>
                  <a:cubicBezTo>
                    <a:pt x="3959" y="761"/>
                    <a:pt x="3896" y="571"/>
                    <a:pt x="3738" y="222"/>
                  </a:cubicBezTo>
                  <a:cubicBezTo>
                    <a:pt x="3706" y="95"/>
                    <a:pt x="3389" y="0"/>
                    <a:pt x="304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5245091" y="3132679"/>
              <a:ext cx="197419" cy="35451"/>
            </a:xfrm>
            <a:custGeom>
              <a:avLst/>
              <a:gdLst/>
              <a:ahLst/>
              <a:cxnLst/>
              <a:rect l="l" t="t" r="r" b="b"/>
              <a:pathLst>
                <a:path w="7412" h="1331" extrusionOk="0">
                  <a:moveTo>
                    <a:pt x="571" y="0"/>
                  </a:moveTo>
                  <a:cubicBezTo>
                    <a:pt x="222" y="0"/>
                    <a:pt x="1" y="95"/>
                    <a:pt x="64" y="222"/>
                  </a:cubicBezTo>
                  <a:cubicBezTo>
                    <a:pt x="222" y="571"/>
                    <a:pt x="286" y="761"/>
                    <a:pt x="444" y="1109"/>
                  </a:cubicBezTo>
                  <a:cubicBezTo>
                    <a:pt x="507" y="1236"/>
                    <a:pt x="824" y="1331"/>
                    <a:pt x="1172" y="1331"/>
                  </a:cubicBezTo>
                  <a:lnTo>
                    <a:pt x="6841" y="1331"/>
                  </a:lnTo>
                  <a:cubicBezTo>
                    <a:pt x="7190" y="1331"/>
                    <a:pt x="7411" y="1236"/>
                    <a:pt x="7348" y="1109"/>
                  </a:cubicBezTo>
                  <a:cubicBezTo>
                    <a:pt x="7126" y="761"/>
                    <a:pt x="7031" y="571"/>
                    <a:pt x="6841" y="222"/>
                  </a:cubicBezTo>
                  <a:cubicBezTo>
                    <a:pt x="6778" y="95"/>
                    <a:pt x="6461" y="0"/>
                    <a:pt x="611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3678713" y="3174017"/>
              <a:ext cx="185593" cy="35451"/>
            </a:xfrm>
            <a:custGeom>
              <a:avLst/>
              <a:gdLst/>
              <a:ahLst/>
              <a:cxnLst/>
              <a:rect l="l" t="t" r="r" b="b"/>
              <a:pathLst>
                <a:path w="6968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54" y="729"/>
                    <a:pt x="64" y="1109"/>
                  </a:cubicBezTo>
                  <a:cubicBezTo>
                    <a:pt x="0" y="1204"/>
                    <a:pt x="254" y="1330"/>
                    <a:pt x="602" y="1330"/>
                  </a:cubicBezTo>
                  <a:lnTo>
                    <a:pt x="5764" y="1330"/>
                  </a:lnTo>
                  <a:cubicBezTo>
                    <a:pt x="6112" y="1330"/>
                    <a:pt x="6461" y="1204"/>
                    <a:pt x="6524" y="1109"/>
                  </a:cubicBezTo>
                  <a:cubicBezTo>
                    <a:pt x="6682" y="729"/>
                    <a:pt x="6746" y="570"/>
                    <a:pt x="6904" y="222"/>
                  </a:cubicBezTo>
                  <a:cubicBezTo>
                    <a:pt x="6967" y="95"/>
                    <a:pt x="6714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3867662" y="3174017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72" y="0"/>
                  </a:moveTo>
                  <a:cubicBezTo>
                    <a:pt x="824" y="0"/>
                    <a:pt x="507" y="95"/>
                    <a:pt x="444" y="222"/>
                  </a:cubicBezTo>
                  <a:cubicBezTo>
                    <a:pt x="285" y="570"/>
                    <a:pt x="222" y="729"/>
                    <a:pt x="63" y="1109"/>
                  </a:cubicBezTo>
                  <a:cubicBezTo>
                    <a:pt x="0" y="1204"/>
                    <a:pt x="253" y="1330"/>
                    <a:pt x="602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927" y="1109"/>
                  </a:cubicBezTo>
                  <a:cubicBezTo>
                    <a:pt x="4054" y="729"/>
                    <a:pt x="4117" y="570"/>
                    <a:pt x="4244" y="222"/>
                  </a:cubicBezTo>
                  <a:cubicBezTo>
                    <a:pt x="4307" y="95"/>
                    <a:pt x="4054" y="0"/>
                    <a:pt x="370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3988265" y="3174017"/>
              <a:ext cx="111388" cy="35451"/>
            </a:xfrm>
            <a:custGeom>
              <a:avLst/>
              <a:gdLst/>
              <a:ahLst/>
              <a:cxnLst/>
              <a:rect l="l" t="t" r="r" b="b"/>
              <a:pathLst>
                <a:path w="4182" h="1331" extrusionOk="0">
                  <a:moveTo>
                    <a:pt x="1078" y="0"/>
                  </a:moveTo>
                  <a:cubicBezTo>
                    <a:pt x="729" y="0"/>
                    <a:pt x="413" y="95"/>
                    <a:pt x="349" y="222"/>
                  </a:cubicBezTo>
                  <a:cubicBezTo>
                    <a:pt x="222" y="570"/>
                    <a:pt x="159" y="729"/>
                    <a:pt x="32" y="1109"/>
                  </a:cubicBezTo>
                  <a:cubicBezTo>
                    <a:pt x="1" y="1204"/>
                    <a:pt x="254" y="1330"/>
                    <a:pt x="603" y="1330"/>
                  </a:cubicBezTo>
                  <a:lnTo>
                    <a:pt x="3168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54" y="570"/>
                    <a:pt x="4149" y="222"/>
                  </a:cubicBezTo>
                  <a:cubicBezTo>
                    <a:pt x="4181" y="95"/>
                    <a:pt x="3928" y="0"/>
                    <a:pt x="357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4108043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983" y="0"/>
                  </a:moveTo>
                  <a:cubicBezTo>
                    <a:pt x="634" y="0"/>
                    <a:pt x="318" y="95"/>
                    <a:pt x="286" y="222"/>
                  </a:cubicBezTo>
                  <a:cubicBezTo>
                    <a:pt x="191" y="570"/>
                    <a:pt x="128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8" y="1330"/>
                    <a:pt x="3864" y="1204"/>
                    <a:pt x="3896" y="1109"/>
                  </a:cubicBezTo>
                  <a:cubicBezTo>
                    <a:pt x="3991" y="729"/>
                    <a:pt x="4023" y="570"/>
                    <a:pt x="4086" y="222"/>
                  </a:cubicBezTo>
                  <a:cubicBezTo>
                    <a:pt x="4118" y="95"/>
                    <a:pt x="3864" y="0"/>
                    <a:pt x="351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4228673" y="3174017"/>
              <a:ext cx="107153" cy="35451"/>
            </a:xfrm>
            <a:custGeom>
              <a:avLst/>
              <a:gdLst/>
              <a:ahLst/>
              <a:cxnLst/>
              <a:rect l="l" t="t" r="r" b="b"/>
              <a:pathLst>
                <a:path w="4023" h="1331" extrusionOk="0">
                  <a:moveTo>
                    <a:pt x="887" y="0"/>
                  </a:moveTo>
                  <a:cubicBezTo>
                    <a:pt x="539" y="0"/>
                    <a:pt x="254" y="95"/>
                    <a:pt x="222" y="222"/>
                  </a:cubicBezTo>
                  <a:cubicBezTo>
                    <a:pt x="127" y="570"/>
                    <a:pt x="96" y="729"/>
                    <a:pt x="32" y="1109"/>
                  </a:cubicBezTo>
                  <a:cubicBezTo>
                    <a:pt x="1" y="1204"/>
                    <a:pt x="254" y="1330"/>
                    <a:pt x="634" y="1330"/>
                  </a:cubicBezTo>
                  <a:lnTo>
                    <a:pt x="3199" y="1330"/>
                  </a:lnTo>
                  <a:cubicBezTo>
                    <a:pt x="3547" y="1330"/>
                    <a:pt x="3864" y="1204"/>
                    <a:pt x="3896" y="1109"/>
                  </a:cubicBezTo>
                  <a:cubicBezTo>
                    <a:pt x="3927" y="729"/>
                    <a:pt x="3959" y="570"/>
                    <a:pt x="4022" y="222"/>
                  </a:cubicBezTo>
                  <a:cubicBezTo>
                    <a:pt x="4022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4348450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824" y="0"/>
                  </a:moveTo>
                  <a:cubicBezTo>
                    <a:pt x="476" y="0"/>
                    <a:pt x="159" y="95"/>
                    <a:pt x="159" y="222"/>
                  </a:cubicBezTo>
                  <a:cubicBezTo>
                    <a:pt x="96" y="570"/>
                    <a:pt x="64" y="729"/>
                    <a:pt x="32" y="1109"/>
                  </a:cubicBezTo>
                  <a:cubicBezTo>
                    <a:pt x="1" y="1204"/>
                    <a:pt x="286" y="1330"/>
                    <a:pt x="634" y="1330"/>
                  </a:cubicBezTo>
                  <a:lnTo>
                    <a:pt x="3231" y="1330"/>
                  </a:lnTo>
                  <a:cubicBezTo>
                    <a:pt x="3579" y="1330"/>
                    <a:pt x="3864" y="1204"/>
                    <a:pt x="3896" y="1109"/>
                  </a:cubicBezTo>
                  <a:cubicBezTo>
                    <a:pt x="3927" y="729"/>
                    <a:pt x="3927" y="570"/>
                    <a:pt x="3959" y="222"/>
                  </a:cubicBezTo>
                  <a:cubicBezTo>
                    <a:pt x="3959" y="95"/>
                    <a:pt x="3674" y="0"/>
                    <a:pt x="332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4469080" y="3174017"/>
              <a:ext cx="102918" cy="35451"/>
            </a:xfrm>
            <a:custGeom>
              <a:avLst/>
              <a:gdLst/>
              <a:ahLst/>
              <a:cxnLst/>
              <a:rect l="l" t="t" r="r" b="b"/>
              <a:pathLst>
                <a:path w="3864" h="1331" extrusionOk="0">
                  <a:moveTo>
                    <a:pt x="697" y="0"/>
                  </a:moveTo>
                  <a:cubicBezTo>
                    <a:pt x="349" y="0"/>
                    <a:pt x="64" y="95"/>
                    <a:pt x="64" y="222"/>
                  </a:cubicBezTo>
                  <a:cubicBezTo>
                    <a:pt x="32" y="570"/>
                    <a:pt x="32" y="729"/>
                    <a:pt x="0" y="1109"/>
                  </a:cubicBezTo>
                  <a:cubicBezTo>
                    <a:pt x="0" y="1204"/>
                    <a:pt x="285" y="1330"/>
                    <a:pt x="634" y="1330"/>
                  </a:cubicBezTo>
                  <a:lnTo>
                    <a:pt x="3199" y="1330"/>
                  </a:lnTo>
                  <a:cubicBezTo>
                    <a:pt x="3579" y="1330"/>
                    <a:pt x="3864" y="1204"/>
                    <a:pt x="3864" y="1109"/>
                  </a:cubicBezTo>
                  <a:lnTo>
                    <a:pt x="3864" y="222"/>
                  </a:lnTo>
                  <a:cubicBezTo>
                    <a:pt x="3864" y="95"/>
                    <a:pt x="3579" y="0"/>
                    <a:pt x="323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4588858" y="3174017"/>
              <a:ext cx="103770" cy="35451"/>
            </a:xfrm>
            <a:custGeom>
              <a:avLst/>
              <a:gdLst/>
              <a:ahLst/>
              <a:cxnLst/>
              <a:rect l="l" t="t" r="r" b="b"/>
              <a:pathLst>
                <a:path w="3896" h="1331" extrusionOk="0">
                  <a:moveTo>
                    <a:pt x="634" y="0"/>
                  </a:moveTo>
                  <a:cubicBezTo>
                    <a:pt x="285" y="0"/>
                    <a:pt x="0" y="95"/>
                    <a:pt x="0" y="222"/>
                  </a:cubicBezTo>
                  <a:cubicBezTo>
                    <a:pt x="0" y="570"/>
                    <a:pt x="0" y="729"/>
                    <a:pt x="0" y="1109"/>
                  </a:cubicBezTo>
                  <a:cubicBezTo>
                    <a:pt x="0" y="1204"/>
                    <a:pt x="317" y="1330"/>
                    <a:pt x="665" y="1330"/>
                  </a:cubicBezTo>
                  <a:lnTo>
                    <a:pt x="3230" y="1330"/>
                  </a:lnTo>
                  <a:cubicBezTo>
                    <a:pt x="3610" y="1330"/>
                    <a:pt x="3895" y="1204"/>
                    <a:pt x="3864" y="1109"/>
                  </a:cubicBezTo>
                  <a:cubicBezTo>
                    <a:pt x="3832" y="729"/>
                    <a:pt x="3832" y="570"/>
                    <a:pt x="3800" y="222"/>
                  </a:cubicBezTo>
                  <a:cubicBezTo>
                    <a:pt x="3800" y="95"/>
                    <a:pt x="3515" y="0"/>
                    <a:pt x="316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4706931" y="3174017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86" y="0"/>
                    <a:pt x="1" y="95"/>
                    <a:pt x="1" y="222"/>
                  </a:cubicBezTo>
                  <a:cubicBezTo>
                    <a:pt x="33" y="570"/>
                    <a:pt x="64" y="729"/>
                    <a:pt x="96" y="1109"/>
                  </a:cubicBezTo>
                  <a:cubicBezTo>
                    <a:pt x="96" y="1204"/>
                    <a:pt x="381" y="1330"/>
                    <a:pt x="761" y="1330"/>
                  </a:cubicBezTo>
                  <a:lnTo>
                    <a:pt x="3326" y="1330"/>
                  </a:lnTo>
                  <a:cubicBezTo>
                    <a:pt x="3674" y="1330"/>
                    <a:pt x="3959" y="1204"/>
                    <a:pt x="3959" y="1109"/>
                  </a:cubicBezTo>
                  <a:cubicBezTo>
                    <a:pt x="3896" y="729"/>
                    <a:pt x="3864" y="570"/>
                    <a:pt x="3801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4825030" y="3174017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602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64" y="570"/>
                    <a:pt x="96" y="729"/>
                    <a:pt x="159" y="1109"/>
                  </a:cubicBezTo>
                  <a:cubicBezTo>
                    <a:pt x="191" y="1204"/>
                    <a:pt x="476" y="1330"/>
                    <a:pt x="824" y="1330"/>
                  </a:cubicBezTo>
                  <a:lnTo>
                    <a:pt x="3421" y="1330"/>
                  </a:lnTo>
                  <a:cubicBezTo>
                    <a:pt x="3769" y="1330"/>
                    <a:pt x="4054" y="1204"/>
                    <a:pt x="4023" y="1109"/>
                  </a:cubicBezTo>
                  <a:cubicBezTo>
                    <a:pt x="3927" y="729"/>
                    <a:pt x="3896" y="570"/>
                    <a:pt x="3832" y="222"/>
                  </a:cubicBezTo>
                  <a:cubicBezTo>
                    <a:pt x="3801" y="95"/>
                    <a:pt x="3484" y="0"/>
                    <a:pt x="313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4943130" y="3174017"/>
              <a:ext cx="109683" cy="35451"/>
            </a:xfrm>
            <a:custGeom>
              <a:avLst/>
              <a:gdLst/>
              <a:ahLst/>
              <a:cxnLst/>
              <a:rect l="l" t="t" r="r" b="b"/>
              <a:pathLst>
                <a:path w="4118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59" y="729"/>
                    <a:pt x="222" y="1109"/>
                  </a:cubicBezTo>
                  <a:cubicBezTo>
                    <a:pt x="254" y="1204"/>
                    <a:pt x="570" y="1330"/>
                    <a:pt x="919" y="1330"/>
                  </a:cubicBezTo>
                  <a:lnTo>
                    <a:pt x="3515" y="1330"/>
                  </a:lnTo>
                  <a:cubicBezTo>
                    <a:pt x="3864" y="1330"/>
                    <a:pt x="4117" y="1204"/>
                    <a:pt x="4086" y="1109"/>
                  </a:cubicBezTo>
                  <a:cubicBezTo>
                    <a:pt x="3991" y="729"/>
                    <a:pt x="3927" y="570"/>
                    <a:pt x="3832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5060377" y="3174017"/>
              <a:ext cx="113039" cy="35451"/>
            </a:xfrm>
            <a:custGeom>
              <a:avLst/>
              <a:gdLst/>
              <a:ahLst/>
              <a:cxnLst/>
              <a:rect l="l" t="t" r="r" b="b"/>
              <a:pathLst>
                <a:path w="4244" h="1331" extrusionOk="0">
                  <a:moveTo>
                    <a:pt x="634" y="0"/>
                  </a:moveTo>
                  <a:cubicBezTo>
                    <a:pt x="285" y="0"/>
                    <a:pt x="0" y="95"/>
                    <a:pt x="64" y="222"/>
                  </a:cubicBezTo>
                  <a:cubicBezTo>
                    <a:pt x="159" y="570"/>
                    <a:pt x="222" y="729"/>
                    <a:pt x="317" y="1109"/>
                  </a:cubicBezTo>
                  <a:cubicBezTo>
                    <a:pt x="380" y="1204"/>
                    <a:pt x="697" y="1330"/>
                    <a:pt x="1045" y="1330"/>
                  </a:cubicBezTo>
                  <a:lnTo>
                    <a:pt x="3610" y="1330"/>
                  </a:lnTo>
                  <a:cubicBezTo>
                    <a:pt x="3991" y="1330"/>
                    <a:pt x="4244" y="1204"/>
                    <a:pt x="4181" y="1109"/>
                  </a:cubicBezTo>
                  <a:cubicBezTo>
                    <a:pt x="4054" y="729"/>
                    <a:pt x="3991" y="570"/>
                    <a:pt x="3864" y="222"/>
                  </a:cubicBezTo>
                  <a:cubicBezTo>
                    <a:pt x="3800" y="95"/>
                    <a:pt x="3484" y="0"/>
                    <a:pt x="313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5178450" y="3174017"/>
              <a:ext cx="286832" cy="35451"/>
            </a:xfrm>
            <a:custGeom>
              <a:avLst/>
              <a:gdLst/>
              <a:ahLst/>
              <a:cxnLst/>
              <a:rect l="l" t="t" r="r" b="b"/>
              <a:pathLst>
                <a:path w="10769" h="1331" extrusionOk="0">
                  <a:moveTo>
                    <a:pt x="603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191" y="570"/>
                    <a:pt x="254" y="729"/>
                    <a:pt x="413" y="1109"/>
                  </a:cubicBezTo>
                  <a:cubicBezTo>
                    <a:pt x="444" y="1204"/>
                    <a:pt x="761" y="1330"/>
                    <a:pt x="1141" y="1330"/>
                  </a:cubicBezTo>
                  <a:lnTo>
                    <a:pt x="10167" y="1330"/>
                  </a:lnTo>
                  <a:cubicBezTo>
                    <a:pt x="10515" y="1330"/>
                    <a:pt x="10768" y="1204"/>
                    <a:pt x="10705" y="1109"/>
                  </a:cubicBezTo>
                  <a:cubicBezTo>
                    <a:pt x="10483" y="729"/>
                    <a:pt x="10388" y="570"/>
                    <a:pt x="10198" y="222"/>
                  </a:cubicBezTo>
                  <a:cubicBezTo>
                    <a:pt x="10135" y="95"/>
                    <a:pt x="9787" y="0"/>
                    <a:pt x="943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3655940" y="3214502"/>
              <a:ext cx="293571" cy="35451"/>
            </a:xfrm>
            <a:custGeom>
              <a:avLst/>
              <a:gdLst/>
              <a:ahLst/>
              <a:cxnLst/>
              <a:rect l="l" t="t" r="r" b="b"/>
              <a:pathLst>
                <a:path w="11022" h="1331" extrusionOk="0">
                  <a:moveTo>
                    <a:pt x="1330" y="0"/>
                  </a:moveTo>
                  <a:cubicBezTo>
                    <a:pt x="982" y="0"/>
                    <a:pt x="634" y="95"/>
                    <a:pt x="570" y="222"/>
                  </a:cubicBezTo>
                  <a:cubicBezTo>
                    <a:pt x="380" y="570"/>
                    <a:pt x="285" y="760"/>
                    <a:pt x="64" y="1109"/>
                  </a:cubicBezTo>
                  <a:cubicBezTo>
                    <a:pt x="0" y="1235"/>
                    <a:pt x="254" y="1330"/>
                    <a:pt x="602" y="1330"/>
                  </a:cubicBezTo>
                  <a:lnTo>
                    <a:pt x="9881" y="1330"/>
                  </a:lnTo>
                  <a:cubicBezTo>
                    <a:pt x="10261" y="1330"/>
                    <a:pt x="10578" y="1235"/>
                    <a:pt x="10641" y="1109"/>
                  </a:cubicBezTo>
                  <a:cubicBezTo>
                    <a:pt x="10768" y="760"/>
                    <a:pt x="10831" y="570"/>
                    <a:pt x="10989" y="222"/>
                  </a:cubicBezTo>
                  <a:cubicBezTo>
                    <a:pt x="11021" y="95"/>
                    <a:pt x="10768" y="0"/>
                    <a:pt x="1041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3955371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1109" y="0"/>
                  </a:moveTo>
                  <a:cubicBezTo>
                    <a:pt x="729" y="0"/>
                    <a:pt x="412" y="95"/>
                    <a:pt x="381" y="222"/>
                  </a:cubicBezTo>
                  <a:cubicBezTo>
                    <a:pt x="254" y="570"/>
                    <a:pt x="159" y="760"/>
                    <a:pt x="32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263" y="1330"/>
                  </a:lnTo>
                  <a:cubicBezTo>
                    <a:pt x="3643" y="1330"/>
                    <a:pt x="3959" y="1235"/>
                    <a:pt x="3991" y="1109"/>
                  </a:cubicBezTo>
                  <a:cubicBezTo>
                    <a:pt x="4118" y="760"/>
                    <a:pt x="4181" y="570"/>
                    <a:pt x="4276" y="222"/>
                  </a:cubicBezTo>
                  <a:cubicBezTo>
                    <a:pt x="4308" y="95"/>
                    <a:pt x="4054" y="0"/>
                    <a:pt x="370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4078531" y="3214502"/>
              <a:ext cx="113066" cy="35451"/>
            </a:xfrm>
            <a:custGeom>
              <a:avLst/>
              <a:gdLst/>
              <a:ahLst/>
              <a:cxnLst/>
              <a:rect l="l" t="t" r="r" b="b"/>
              <a:pathLst>
                <a:path w="4245" h="1331" extrusionOk="0">
                  <a:moveTo>
                    <a:pt x="1014" y="0"/>
                  </a:moveTo>
                  <a:cubicBezTo>
                    <a:pt x="665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74" y="1330"/>
                    <a:pt x="3991" y="1235"/>
                    <a:pt x="4022" y="1109"/>
                  </a:cubicBezTo>
                  <a:cubicBezTo>
                    <a:pt x="4086" y="760"/>
                    <a:pt x="4117" y="570"/>
                    <a:pt x="4212" y="222"/>
                  </a:cubicBezTo>
                  <a:cubicBezTo>
                    <a:pt x="4244" y="95"/>
                    <a:pt x="3959" y="0"/>
                    <a:pt x="361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4201691" y="3214502"/>
              <a:ext cx="110509" cy="35451"/>
            </a:xfrm>
            <a:custGeom>
              <a:avLst/>
              <a:gdLst/>
              <a:ahLst/>
              <a:cxnLst/>
              <a:rect l="l" t="t" r="r" b="b"/>
              <a:pathLst>
                <a:path w="4149" h="1331" extrusionOk="0">
                  <a:moveTo>
                    <a:pt x="918" y="0"/>
                  </a:moveTo>
                  <a:cubicBezTo>
                    <a:pt x="570" y="0"/>
                    <a:pt x="253" y="95"/>
                    <a:pt x="222" y="222"/>
                  </a:cubicBezTo>
                  <a:cubicBezTo>
                    <a:pt x="158" y="570"/>
                    <a:pt x="127" y="760"/>
                    <a:pt x="32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90" y="1235"/>
                    <a:pt x="3990" y="1109"/>
                  </a:cubicBezTo>
                  <a:cubicBezTo>
                    <a:pt x="4054" y="760"/>
                    <a:pt x="4085" y="570"/>
                    <a:pt x="4149" y="222"/>
                  </a:cubicBezTo>
                  <a:cubicBezTo>
                    <a:pt x="4149" y="95"/>
                    <a:pt x="3895" y="0"/>
                    <a:pt x="351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4325677" y="3214502"/>
              <a:ext cx="108005" cy="35451"/>
            </a:xfrm>
            <a:custGeom>
              <a:avLst/>
              <a:gdLst/>
              <a:ahLst/>
              <a:cxnLst/>
              <a:rect l="l" t="t" r="r" b="b"/>
              <a:pathLst>
                <a:path w="4055" h="1331" extrusionOk="0">
                  <a:moveTo>
                    <a:pt x="824" y="0"/>
                  </a:moveTo>
                  <a:cubicBezTo>
                    <a:pt x="475" y="0"/>
                    <a:pt x="159" y="95"/>
                    <a:pt x="127" y="222"/>
                  </a:cubicBezTo>
                  <a:cubicBezTo>
                    <a:pt x="95" y="570"/>
                    <a:pt x="64" y="760"/>
                    <a:pt x="0" y="1109"/>
                  </a:cubicBezTo>
                  <a:cubicBezTo>
                    <a:pt x="0" y="1235"/>
                    <a:pt x="285" y="1330"/>
                    <a:pt x="634" y="1330"/>
                  </a:cubicBezTo>
                  <a:lnTo>
                    <a:pt x="3294" y="1330"/>
                  </a:lnTo>
                  <a:cubicBezTo>
                    <a:pt x="3642" y="1330"/>
                    <a:pt x="3959" y="1235"/>
                    <a:pt x="3959" y="1109"/>
                  </a:cubicBezTo>
                  <a:cubicBezTo>
                    <a:pt x="3991" y="760"/>
                    <a:pt x="4022" y="570"/>
                    <a:pt x="4054" y="222"/>
                  </a:cubicBezTo>
                  <a:cubicBezTo>
                    <a:pt x="4054" y="95"/>
                    <a:pt x="3769" y="0"/>
                    <a:pt x="342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4448838" y="3214502"/>
              <a:ext cx="106300" cy="35451"/>
            </a:xfrm>
            <a:custGeom>
              <a:avLst/>
              <a:gdLst/>
              <a:ahLst/>
              <a:cxnLst/>
              <a:rect l="l" t="t" r="r" b="b"/>
              <a:pathLst>
                <a:path w="3991" h="1331" extrusionOk="0">
                  <a:moveTo>
                    <a:pt x="729" y="0"/>
                  </a:moveTo>
                  <a:cubicBezTo>
                    <a:pt x="380" y="0"/>
                    <a:pt x="95" y="95"/>
                    <a:pt x="63" y="222"/>
                  </a:cubicBezTo>
                  <a:cubicBezTo>
                    <a:pt x="32" y="570"/>
                    <a:pt x="32" y="760"/>
                    <a:pt x="0" y="1109"/>
                  </a:cubicBezTo>
                  <a:cubicBezTo>
                    <a:pt x="0" y="1235"/>
                    <a:pt x="285" y="1330"/>
                    <a:pt x="665" y="1330"/>
                  </a:cubicBezTo>
                  <a:lnTo>
                    <a:pt x="3294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59" y="760"/>
                    <a:pt x="3959" y="570"/>
                    <a:pt x="3990" y="222"/>
                  </a:cubicBezTo>
                  <a:cubicBezTo>
                    <a:pt x="3990" y="95"/>
                    <a:pt x="3674" y="0"/>
                    <a:pt x="33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4571971" y="3214502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66" y="0"/>
                  </a:moveTo>
                  <a:cubicBezTo>
                    <a:pt x="286" y="0"/>
                    <a:pt x="1" y="95"/>
                    <a:pt x="1" y="222"/>
                  </a:cubicBezTo>
                  <a:lnTo>
                    <a:pt x="1" y="1109"/>
                  </a:lnTo>
                  <a:cubicBezTo>
                    <a:pt x="1" y="1235"/>
                    <a:pt x="286" y="1330"/>
                    <a:pt x="666" y="1330"/>
                  </a:cubicBezTo>
                  <a:lnTo>
                    <a:pt x="3326" y="1330"/>
                  </a:lnTo>
                  <a:cubicBezTo>
                    <a:pt x="3674" y="1330"/>
                    <a:pt x="3959" y="1235"/>
                    <a:pt x="3959" y="1109"/>
                  </a:cubicBezTo>
                  <a:cubicBezTo>
                    <a:pt x="3928" y="760"/>
                    <a:pt x="3928" y="570"/>
                    <a:pt x="3896" y="222"/>
                  </a:cubicBezTo>
                  <a:cubicBezTo>
                    <a:pt x="3896" y="95"/>
                    <a:pt x="3611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4692601" y="3214502"/>
              <a:ext cx="108831" cy="35451"/>
            </a:xfrm>
            <a:custGeom>
              <a:avLst/>
              <a:gdLst/>
              <a:ahLst/>
              <a:cxnLst/>
              <a:rect l="l" t="t" r="r" b="b"/>
              <a:pathLst>
                <a:path w="4086" h="1331" extrusionOk="0">
                  <a:moveTo>
                    <a:pt x="666" y="0"/>
                  </a:moveTo>
                  <a:cubicBezTo>
                    <a:pt x="286" y="0"/>
                    <a:pt x="0" y="95"/>
                    <a:pt x="32" y="222"/>
                  </a:cubicBezTo>
                  <a:cubicBezTo>
                    <a:pt x="64" y="570"/>
                    <a:pt x="64" y="760"/>
                    <a:pt x="95" y="1109"/>
                  </a:cubicBezTo>
                  <a:cubicBezTo>
                    <a:pt x="95" y="1235"/>
                    <a:pt x="412" y="1330"/>
                    <a:pt x="761" y="1330"/>
                  </a:cubicBezTo>
                  <a:lnTo>
                    <a:pt x="3421" y="1330"/>
                  </a:lnTo>
                  <a:cubicBezTo>
                    <a:pt x="3801" y="1330"/>
                    <a:pt x="4086" y="1235"/>
                    <a:pt x="4054" y="1109"/>
                  </a:cubicBezTo>
                  <a:cubicBezTo>
                    <a:pt x="4022" y="760"/>
                    <a:pt x="3991" y="570"/>
                    <a:pt x="3927" y="222"/>
                  </a:cubicBezTo>
                  <a:cubicBezTo>
                    <a:pt x="3927" y="95"/>
                    <a:pt x="3611" y="0"/>
                    <a:pt x="326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4814057" y="3214502"/>
              <a:ext cx="110535" cy="35451"/>
            </a:xfrm>
            <a:custGeom>
              <a:avLst/>
              <a:gdLst/>
              <a:ahLst/>
              <a:cxnLst/>
              <a:rect l="l" t="t" r="r" b="b"/>
              <a:pathLst>
                <a:path w="4150" h="1331" extrusionOk="0">
                  <a:moveTo>
                    <a:pt x="634" y="0"/>
                  </a:moveTo>
                  <a:cubicBezTo>
                    <a:pt x="286" y="0"/>
                    <a:pt x="1" y="95"/>
                    <a:pt x="33" y="222"/>
                  </a:cubicBezTo>
                  <a:cubicBezTo>
                    <a:pt x="64" y="570"/>
                    <a:pt x="96" y="760"/>
                    <a:pt x="159" y="1109"/>
                  </a:cubicBezTo>
                  <a:cubicBezTo>
                    <a:pt x="159" y="1235"/>
                    <a:pt x="476" y="1330"/>
                    <a:pt x="856" y="1330"/>
                  </a:cubicBezTo>
                  <a:lnTo>
                    <a:pt x="3516" y="1330"/>
                  </a:lnTo>
                  <a:cubicBezTo>
                    <a:pt x="3864" y="1330"/>
                    <a:pt x="4149" y="1235"/>
                    <a:pt x="4118" y="1109"/>
                  </a:cubicBezTo>
                  <a:cubicBezTo>
                    <a:pt x="4054" y="760"/>
                    <a:pt x="3991" y="570"/>
                    <a:pt x="3928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4935539" y="3214502"/>
              <a:ext cx="112213" cy="35451"/>
            </a:xfrm>
            <a:custGeom>
              <a:avLst/>
              <a:gdLst/>
              <a:ahLst/>
              <a:cxnLst/>
              <a:rect l="l" t="t" r="r" b="b"/>
              <a:pathLst>
                <a:path w="4213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95" y="570"/>
                    <a:pt x="127" y="760"/>
                    <a:pt x="222" y="1109"/>
                  </a:cubicBezTo>
                  <a:cubicBezTo>
                    <a:pt x="254" y="1235"/>
                    <a:pt x="570" y="1330"/>
                    <a:pt x="919" y="1330"/>
                  </a:cubicBezTo>
                  <a:lnTo>
                    <a:pt x="3579" y="1330"/>
                  </a:lnTo>
                  <a:cubicBezTo>
                    <a:pt x="3927" y="1330"/>
                    <a:pt x="4212" y="1235"/>
                    <a:pt x="4180" y="1109"/>
                  </a:cubicBezTo>
                  <a:cubicBezTo>
                    <a:pt x="4085" y="760"/>
                    <a:pt x="4022" y="570"/>
                    <a:pt x="3927" y="222"/>
                  </a:cubicBezTo>
                  <a:cubicBezTo>
                    <a:pt x="3895" y="95"/>
                    <a:pt x="3547" y="0"/>
                    <a:pt x="319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5056142" y="3214502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59" y="570"/>
                    <a:pt x="191" y="760"/>
                    <a:pt x="318" y="1109"/>
                  </a:cubicBezTo>
                  <a:cubicBezTo>
                    <a:pt x="349" y="1235"/>
                    <a:pt x="666" y="1330"/>
                    <a:pt x="1046" y="1330"/>
                  </a:cubicBezTo>
                  <a:lnTo>
                    <a:pt x="3674" y="1330"/>
                  </a:lnTo>
                  <a:cubicBezTo>
                    <a:pt x="4054" y="1330"/>
                    <a:pt x="4308" y="1235"/>
                    <a:pt x="4276" y="1109"/>
                  </a:cubicBezTo>
                  <a:cubicBezTo>
                    <a:pt x="4150" y="760"/>
                    <a:pt x="4086" y="570"/>
                    <a:pt x="3959" y="222"/>
                  </a:cubicBezTo>
                  <a:cubicBezTo>
                    <a:pt x="3896" y="95"/>
                    <a:pt x="3579" y="0"/>
                    <a:pt x="323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5177624" y="3214502"/>
              <a:ext cx="310431" cy="35451"/>
            </a:xfrm>
            <a:custGeom>
              <a:avLst/>
              <a:gdLst/>
              <a:ahLst/>
              <a:cxnLst/>
              <a:rect l="l" t="t" r="r" b="b"/>
              <a:pathLst>
                <a:path w="11655" h="1331" extrusionOk="0">
                  <a:moveTo>
                    <a:pt x="602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59" y="570"/>
                    <a:pt x="222" y="760"/>
                    <a:pt x="380" y="1109"/>
                  </a:cubicBezTo>
                  <a:cubicBezTo>
                    <a:pt x="412" y="1235"/>
                    <a:pt x="760" y="1330"/>
                    <a:pt x="1109" y="1330"/>
                  </a:cubicBezTo>
                  <a:lnTo>
                    <a:pt x="11053" y="1330"/>
                  </a:lnTo>
                  <a:cubicBezTo>
                    <a:pt x="11401" y="1330"/>
                    <a:pt x="11654" y="1235"/>
                    <a:pt x="11591" y="1109"/>
                  </a:cubicBezTo>
                  <a:cubicBezTo>
                    <a:pt x="11401" y="760"/>
                    <a:pt x="11306" y="570"/>
                    <a:pt x="11084" y="222"/>
                  </a:cubicBezTo>
                  <a:cubicBezTo>
                    <a:pt x="11021" y="95"/>
                    <a:pt x="10673" y="0"/>
                    <a:pt x="1032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3633167" y="3255839"/>
              <a:ext cx="123160" cy="35451"/>
            </a:xfrm>
            <a:custGeom>
              <a:avLst/>
              <a:gdLst/>
              <a:ahLst/>
              <a:cxnLst/>
              <a:rect l="l" t="t" r="r" b="b"/>
              <a:pathLst>
                <a:path w="4624" h="1331" extrusionOk="0">
                  <a:moveTo>
                    <a:pt x="1330" y="0"/>
                  </a:moveTo>
                  <a:cubicBezTo>
                    <a:pt x="982" y="0"/>
                    <a:pt x="634" y="95"/>
                    <a:pt x="539" y="222"/>
                  </a:cubicBezTo>
                  <a:cubicBezTo>
                    <a:pt x="348" y="570"/>
                    <a:pt x="253" y="760"/>
                    <a:pt x="63" y="1109"/>
                  </a:cubicBezTo>
                  <a:cubicBezTo>
                    <a:pt x="0" y="1235"/>
                    <a:pt x="253" y="1330"/>
                    <a:pt x="634" y="1330"/>
                  </a:cubicBezTo>
                  <a:lnTo>
                    <a:pt x="3325" y="1330"/>
                  </a:lnTo>
                  <a:cubicBezTo>
                    <a:pt x="3705" y="1330"/>
                    <a:pt x="4054" y="1235"/>
                    <a:pt x="4117" y="1109"/>
                  </a:cubicBezTo>
                  <a:cubicBezTo>
                    <a:pt x="4307" y="760"/>
                    <a:pt x="4402" y="570"/>
                    <a:pt x="4560" y="222"/>
                  </a:cubicBezTo>
                  <a:cubicBezTo>
                    <a:pt x="4624" y="95"/>
                    <a:pt x="4370" y="0"/>
                    <a:pt x="39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3759684" y="3255839"/>
              <a:ext cx="120657" cy="35451"/>
            </a:xfrm>
            <a:custGeom>
              <a:avLst/>
              <a:gdLst/>
              <a:ahLst/>
              <a:cxnLst/>
              <a:rect l="l" t="t" r="r" b="b"/>
              <a:pathLst>
                <a:path w="4530" h="1331" extrusionOk="0">
                  <a:moveTo>
                    <a:pt x="1236" y="0"/>
                  </a:moveTo>
                  <a:cubicBezTo>
                    <a:pt x="887" y="0"/>
                    <a:pt x="539" y="95"/>
                    <a:pt x="476" y="222"/>
                  </a:cubicBezTo>
                  <a:cubicBezTo>
                    <a:pt x="317" y="570"/>
                    <a:pt x="222" y="760"/>
                    <a:pt x="64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3357" y="1330"/>
                  </a:lnTo>
                  <a:cubicBezTo>
                    <a:pt x="3706" y="1330"/>
                    <a:pt x="4054" y="1235"/>
                    <a:pt x="4117" y="1109"/>
                  </a:cubicBezTo>
                  <a:cubicBezTo>
                    <a:pt x="4276" y="760"/>
                    <a:pt x="4339" y="570"/>
                    <a:pt x="4498" y="222"/>
                  </a:cubicBezTo>
                  <a:cubicBezTo>
                    <a:pt x="4529" y="95"/>
                    <a:pt x="4276" y="0"/>
                    <a:pt x="389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3886200" y="3255839"/>
              <a:ext cx="118126" cy="35451"/>
            </a:xfrm>
            <a:custGeom>
              <a:avLst/>
              <a:gdLst/>
              <a:ahLst/>
              <a:cxnLst/>
              <a:rect l="l" t="t" r="r" b="b"/>
              <a:pathLst>
                <a:path w="4435" h="1331" extrusionOk="0">
                  <a:moveTo>
                    <a:pt x="1141" y="0"/>
                  </a:moveTo>
                  <a:cubicBezTo>
                    <a:pt x="793" y="0"/>
                    <a:pt x="444" y="95"/>
                    <a:pt x="381" y="222"/>
                  </a:cubicBezTo>
                  <a:cubicBezTo>
                    <a:pt x="254" y="570"/>
                    <a:pt x="191" y="760"/>
                    <a:pt x="33" y="1109"/>
                  </a:cubicBezTo>
                  <a:cubicBezTo>
                    <a:pt x="1" y="1235"/>
                    <a:pt x="254" y="1330"/>
                    <a:pt x="634" y="1330"/>
                  </a:cubicBezTo>
                  <a:lnTo>
                    <a:pt x="3358" y="1330"/>
                  </a:lnTo>
                  <a:cubicBezTo>
                    <a:pt x="3706" y="1330"/>
                    <a:pt x="4054" y="1235"/>
                    <a:pt x="4086" y="1109"/>
                  </a:cubicBezTo>
                  <a:cubicBezTo>
                    <a:pt x="4213" y="760"/>
                    <a:pt x="4276" y="570"/>
                    <a:pt x="4403" y="222"/>
                  </a:cubicBezTo>
                  <a:cubicBezTo>
                    <a:pt x="4435" y="95"/>
                    <a:pt x="4181" y="0"/>
                    <a:pt x="380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4012743" y="3255839"/>
              <a:ext cx="186445" cy="35451"/>
            </a:xfrm>
            <a:custGeom>
              <a:avLst/>
              <a:gdLst/>
              <a:ahLst/>
              <a:cxnLst/>
              <a:rect l="l" t="t" r="r" b="b"/>
              <a:pathLst>
                <a:path w="7000" h="1331" extrusionOk="0">
                  <a:moveTo>
                    <a:pt x="1045" y="0"/>
                  </a:moveTo>
                  <a:cubicBezTo>
                    <a:pt x="697" y="0"/>
                    <a:pt x="349" y="95"/>
                    <a:pt x="317" y="222"/>
                  </a:cubicBezTo>
                  <a:cubicBezTo>
                    <a:pt x="190" y="570"/>
                    <a:pt x="159" y="760"/>
                    <a:pt x="32" y="1109"/>
                  </a:cubicBezTo>
                  <a:cubicBezTo>
                    <a:pt x="0" y="1235"/>
                    <a:pt x="254" y="1330"/>
                    <a:pt x="634" y="1330"/>
                  </a:cubicBezTo>
                  <a:lnTo>
                    <a:pt x="6049" y="1330"/>
                  </a:lnTo>
                  <a:cubicBezTo>
                    <a:pt x="6429" y="1330"/>
                    <a:pt x="6746" y="1235"/>
                    <a:pt x="6777" y="1109"/>
                  </a:cubicBezTo>
                  <a:cubicBezTo>
                    <a:pt x="6872" y="760"/>
                    <a:pt x="6904" y="570"/>
                    <a:pt x="6999" y="222"/>
                  </a:cubicBezTo>
                  <a:cubicBezTo>
                    <a:pt x="6999" y="95"/>
                    <a:pt x="6746" y="0"/>
                    <a:pt x="636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4210960" y="3255839"/>
              <a:ext cx="722075" cy="35451"/>
            </a:xfrm>
            <a:custGeom>
              <a:avLst/>
              <a:gdLst/>
              <a:ahLst/>
              <a:cxnLst/>
              <a:rect l="l" t="t" r="r" b="b"/>
              <a:pathLst>
                <a:path w="27110" h="1331" extrusionOk="0">
                  <a:moveTo>
                    <a:pt x="919" y="0"/>
                  </a:moveTo>
                  <a:cubicBezTo>
                    <a:pt x="570" y="0"/>
                    <a:pt x="254" y="95"/>
                    <a:pt x="222" y="222"/>
                  </a:cubicBezTo>
                  <a:cubicBezTo>
                    <a:pt x="127" y="570"/>
                    <a:pt x="95" y="760"/>
                    <a:pt x="32" y="1109"/>
                  </a:cubicBezTo>
                  <a:cubicBezTo>
                    <a:pt x="0" y="1235"/>
                    <a:pt x="285" y="1330"/>
                    <a:pt x="666" y="1330"/>
                  </a:cubicBezTo>
                  <a:lnTo>
                    <a:pt x="26444" y="1330"/>
                  </a:lnTo>
                  <a:cubicBezTo>
                    <a:pt x="26824" y="1330"/>
                    <a:pt x="27109" y="1235"/>
                    <a:pt x="27078" y="1109"/>
                  </a:cubicBezTo>
                  <a:cubicBezTo>
                    <a:pt x="27014" y="760"/>
                    <a:pt x="26982" y="570"/>
                    <a:pt x="26887" y="222"/>
                  </a:cubicBezTo>
                  <a:cubicBezTo>
                    <a:pt x="26887" y="95"/>
                    <a:pt x="26571" y="0"/>
                    <a:pt x="26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4944808" y="3255839"/>
              <a:ext cx="114744" cy="35451"/>
            </a:xfrm>
            <a:custGeom>
              <a:avLst/>
              <a:gdLst/>
              <a:ahLst/>
              <a:cxnLst/>
              <a:rect l="l" t="t" r="r" b="b"/>
              <a:pathLst>
                <a:path w="4308" h="1331" extrusionOk="0">
                  <a:moveTo>
                    <a:pt x="634" y="0"/>
                  </a:moveTo>
                  <a:cubicBezTo>
                    <a:pt x="254" y="0"/>
                    <a:pt x="1" y="95"/>
                    <a:pt x="1" y="222"/>
                  </a:cubicBezTo>
                  <a:cubicBezTo>
                    <a:pt x="96" y="570"/>
                    <a:pt x="127" y="760"/>
                    <a:pt x="222" y="1109"/>
                  </a:cubicBezTo>
                  <a:cubicBezTo>
                    <a:pt x="254" y="1235"/>
                    <a:pt x="571" y="1330"/>
                    <a:pt x="951" y="1330"/>
                  </a:cubicBezTo>
                  <a:lnTo>
                    <a:pt x="3642" y="1330"/>
                  </a:lnTo>
                  <a:cubicBezTo>
                    <a:pt x="4023" y="1330"/>
                    <a:pt x="4308" y="1235"/>
                    <a:pt x="4276" y="1109"/>
                  </a:cubicBezTo>
                  <a:cubicBezTo>
                    <a:pt x="4181" y="760"/>
                    <a:pt x="4118" y="570"/>
                    <a:pt x="4023" y="222"/>
                  </a:cubicBezTo>
                  <a:cubicBezTo>
                    <a:pt x="3991" y="95"/>
                    <a:pt x="3642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5068794" y="3255839"/>
              <a:ext cx="117274" cy="35451"/>
            </a:xfrm>
            <a:custGeom>
              <a:avLst/>
              <a:gdLst/>
              <a:ahLst/>
              <a:cxnLst/>
              <a:rect l="l" t="t" r="r" b="b"/>
              <a:pathLst>
                <a:path w="4403" h="1331" extrusionOk="0">
                  <a:moveTo>
                    <a:pt x="634" y="0"/>
                  </a:moveTo>
                  <a:cubicBezTo>
                    <a:pt x="254" y="0"/>
                    <a:pt x="1" y="95"/>
                    <a:pt x="33" y="222"/>
                  </a:cubicBezTo>
                  <a:cubicBezTo>
                    <a:pt x="128" y="570"/>
                    <a:pt x="191" y="760"/>
                    <a:pt x="286" y="1109"/>
                  </a:cubicBezTo>
                  <a:cubicBezTo>
                    <a:pt x="318" y="1235"/>
                    <a:pt x="666" y="1330"/>
                    <a:pt x="1046" y="1330"/>
                  </a:cubicBezTo>
                  <a:lnTo>
                    <a:pt x="3770" y="1330"/>
                  </a:lnTo>
                  <a:cubicBezTo>
                    <a:pt x="4118" y="1330"/>
                    <a:pt x="4403" y="1235"/>
                    <a:pt x="4340" y="1109"/>
                  </a:cubicBezTo>
                  <a:cubicBezTo>
                    <a:pt x="4213" y="760"/>
                    <a:pt x="4150" y="570"/>
                    <a:pt x="4023" y="222"/>
                  </a:cubicBezTo>
                  <a:cubicBezTo>
                    <a:pt x="3991" y="95"/>
                    <a:pt x="3643" y="0"/>
                    <a:pt x="329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5192806" y="3255839"/>
              <a:ext cx="101240" cy="35451"/>
            </a:xfrm>
            <a:custGeom>
              <a:avLst/>
              <a:gdLst/>
              <a:ahLst/>
              <a:cxnLst/>
              <a:rect l="l" t="t" r="r" b="b"/>
              <a:pathLst>
                <a:path w="3801" h="1331" extrusionOk="0">
                  <a:moveTo>
                    <a:pt x="634" y="0"/>
                  </a:moveTo>
                  <a:cubicBezTo>
                    <a:pt x="254" y="0"/>
                    <a:pt x="0" y="95"/>
                    <a:pt x="32" y="222"/>
                  </a:cubicBezTo>
                  <a:cubicBezTo>
                    <a:pt x="190" y="570"/>
                    <a:pt x="254" y="760"/>
                    <a:pt x="380" y="1109"/>
                  </a:cubicBezTo>
                  <a:cubicBezTo>
                    <a:pt x="412" y="1235"/>
                    <a:pt x="760" y="1330"/>
                    <a:pt x="1140" y="1330"/>
                  </a:cubicBezTo>
                  <a:lnTo>
                    <a:pt x="3167" y="1330"/>
                  </a:lnTo>
                  <a:cubicBezTo>
                    <a:pt x="3547" y="1330"/>
                    <a:pt x="3801" y="1235"/>
                    <a:pt x="3769" y="1109"/>
                  </a:cubicBezTo>
                  <a:cubicBezTo>
                    <a:pt x="3611" y="760"/>
                    <a:pt x="3547" y="570"/>
                    <a:pt x="3389" y="222"/>
                  </a:cubicBezTo>
                  <a:cubicBezTo>
                    <a:pt x="3325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5405354" y="3255839"/>
              <a:ext cx="105475" cy="35451"/>
            </a:xfrm>
            <a:custGeom>
              <a:avLst/>
              <a:gdLst/>
              <a:ahLst/>
              <a:cxnLst/>
              <a:rect l="l" t="t" r="r" b="b"/>
              <a:pathLst>
                <a:path w="3960" h="133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254" y="570"/>
                    <a:pt x="349" y="760"/>
                    <a:pt x="508" y="1109"/>
                  </a:cubicBezTo>
                  <a:cubicBezTo>
                    <a:pt x="571" y="1235"/>
                    <a:pt x="919" y="1330"/>
                    <a:pt x="1299" y="1330"/>
                  </a:cubicBezTo>
                  <a:lnTo>
                    <a:pt x="3326" y="1330"/>
                  </a:lnTo>
                  <a:cubicBezTo>
                    <a:pt x="3706" y="1330"/>
                    <a:pt x="3959" y="1235"/>
                    <a:pt x="3896" y="1109"/>
                  </a:cubicBezTo>
                  <a:cubicBezTo>
                    <a:pt x="3706" y="760"/>
                    <a:pt x="3611" y="570"/>
                    <a:pt x="3421" y="222"/>
                  </a:cubicBezTo>
                  <a:cubicBezTo>
                    <a:pt x="3326" y="95"/>
                    <a:pt x="2978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5299080" y="3255839"/>
              <a:ext cx="93649" cy="15209"/>
            </a:xfrm>
            <a:custGeom>
              <a:avLst/>
              <a:gdLst/>
              <a:ahLst/>
              <a:cxnLst/>
              <a:rect l="l" t="t" r="r" b="b"/>
              <a:pathLst>
                <a:path w="3516" h="571" extrusionOk="0">
                  <a:moveTo>
                    <a:pt x="634" y="0"/>
                  </a:moveTo>
                  <a:cubicBezTo>
                    <a:pt x="254" y="0"/>
                    <a:pt x="1" y="95"/>
                    <a:pt x="64" y="222"/>
                  </a:cubicBezTo>
                  <a:cubicBezTo>
                    <a:pt x="64" y="253"/>
                    <a:pt x="96" y="285"/>
                    <a:pt x="96" y="348"/>
                  </a:cubicBezTo>
                  <a:cubicBezTo>
                    <a:pt x="159" y="443"/>
                    <a:pt x="507" y="570"/>
                    <a:pt x="887" y="570"/>
                  </a:cubicBezTo>
                  <a:lnTo>
                    <a:pt x="2882" y="570"/>
                  </a:lnTo>
                  <a:cubicBezTo>
                    <a:pt x="3262" y="570"/>
                    <a:pt x="3516" y="443"/>
                    <a:pt x="3452" y="348"/>
                  </a:cubicBezTo>
                  <a:cubicBezTo>
                    <a:pt x="3421" y="285"/>
                    <a:pt x="3421" y="253"/>
                    <a:pt x="3389" y="222"/>
                  </a:cubicBezTo>
                  <a:cubicBezTo>
                    <a:pt x="3326" y="95"/>
                    <a:pt x="2977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5308349" y="3276082"/>
              <a:ext cx="94501" cy="15209"/>
            </a:xfrm>
            <a:custGeom>
              <a:avLst/>
              <a:gdLst/>
              <a:ahLst/>
              <a:cxnLst/>
              <a:rect l="l" t="t" r="r" b="b"/>
              <a:pathLst>
                <a:path w="3548" h="571" extrusionOk="0">
                  <a:moveTo>
                    <a:pt x="634" y="0"/>
                  </a:moveTo>
                  <a:cubicBezTo>
                    <a:pt x="254" y="0"/>
                    <a:pt x="1" y="127"/>
                    <a:pt x="33" y="222"/>
                  </a:cubicBezTo>
                  <a:cubicBezTo>
                    <a:pt x="64" y="285"/>
                    <a:pt x="64" y="285"/>
                    <a:pt x="96" y="349"/>
                  </a:cubicBezTo>
                  <a:cubicBezTo>
                    <a:pt x="159" y="475"/>
                    <a:pt x="508" y="570"/>
                    <a:pt x="856" y="570"/>
                  </a:cubicBezTo>
                  <a:lnTo>
                    <a:pt x="2914" y="570"/>
                  </a:lnTo>
                  <a:cubicBezTo>
                    <a:pt x="3294" y="570"/>
                    <a:pt x="3548" y="475"/>
                    <a:pt x="3485" y="349"/>
                  </a:cubicBezTo>
                  <a:cubicBezTo>
                    <a:pt x="3453" y="285"/>
                    <a:pt x="3453" y="285"/>
                    <a:pt x="3421" y="222"/>
                  </a:cubicBezTo>
                  <a:cubicBezTo>
                    <a:pt x="3358" y="127"/>
                    <a:pt x="3009" y="0"/>
                    <a:pt x="262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4178066" y="3308976"/>
              <a:ext cx="787863" cy="134986"/>
            </a:xfrm>
            <a:custGeom>
              <a:avLst/>
              <a:gdLst/>
              <a:ahLst/>
              <a:cxnLst/>
              <a:rect l="l" t="t" r="r" b="b"/>
              <a:pathLst>
                <a:path w="29580" h="5068" extrusionOk="0">
                  <a:moveTo>
                    <a:pt x="1425" y="0"/>
                  </a:moveTo>
                  <a:cubicBezTo>
                    <a:pt x="1235" y="0"/>
                    <a:pt x="1045" y="32"/>
                    <a:pt x="1045" y="95"/>
                  </a:cubicBezTo>
                  <a:cubicBezTo>
                    <a:pt x="634" y="2059"/>
                    <a:pt x="412" y="3009"/>
                    <a:pt x="0" y="4941"/>
                  </a:cubicBezTo>
                  <a:cubicBezTo>
                    <a:pt x="0" y="5004"/>
                    <a:pt x="159" y="5067"/>
                    <a:pt x="349" y="5067"/>
                  </a:cubicBezTo>
                  <a:lnTo>
                    <a:pt x="29231" y="5067"/>
                  </a:lnTo>
                  <a:cubicBezTo>
                    <a:pt x="29421" y="5067"/>
                    <a:pt x="29579" y="5004"/>
                    <a:pt x="29579" y="4941"/>
                  </a:cubicBezTo>
                  <a:cubicBezTo>
                    <a:pt x="29168" y="3009"/>
                    <a:pt x="28946" y="2059"/>
                    <a:pt x="28534" y="95"/>
                  </a:cubicBezTo>
                  <a:cubicBezTo>
                    <a:pt x="28534" y="32"/>
                    <a:pt x="28376" y="0"/>
                    <a:pt x="281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3669418" y="1926460"/>
              <a:ext cx="1805134" cy="1008028"/>
            </a:xfrm>
            <a:custGeom>
              <a:avLst/>
              <a:gdLst/>
              <a:ahLst/>
              <a:cxnLst/>
              <a:rect l="l" t="t" r="r" b="b"/>
              <a:pathLst>
                <a:path w="67773" h="37846" extrusionOk="0">
                  <a:moveTo>
                    <a:pt x="1711" y="1"/>
                  </a:moveTo>
                  <a:cubicBezTo>
                    <a:pt x="793" y="1"/>
                    <a:pt x="1" y="761"/>
                    <a:pt x="1" y="1711"/>
                  </a:cubicBezTo>
                  <a:lnTo>
                    <a:pt x="1" y="36167"/>
                  </a:lnTo>
                  <a:cubicBezTo>
                    <a:pt x="1" y="37085"/>
                    <a:pt x="793" y="37845"/>
                    <a:pt x="1711" y="37845"/>
                  </a:cubicBezTo>
                  <a:lnTo>
                    <a:pt x="66063" y="37845"/>
                  </a:lnTo>
                  <a:cubicBezTo>
                    <a:pt x="66981" y="37845"/>
                    <a:pt x="67773" y="37085"/>
                    <a:pt x="67773" y="36167"/>
                  </a:cubicBezTo>
                  <a:lnTo>
                    <a:pt x="67773" y="1711"/>
                  </a:lnTo>
                  <a:cubicBezTo>
                    <a:pt x="67773" y="761"/>
                    <a:pt x="67013" y="1"/>
                    <a:pt x="660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" name="Google Shape;183;p14"/>
          <p:cNvGrpSpPr/>
          <p:nvPr/>
        </p:nvGrpSpPr>
        <p:grpSpPr>
          <a:xfrm>
            <a:off x="1663008" y="2028838"/>
            <a:ext cx="630131" cy="630131"/>
            <a:chOff x="6323089" y="1361318"/>
            <a:chExt cx="630131" cy="630131"/>
          </a:xfrm>
        </p:grpSpPr>
        <p:sp>
          <p:nvSpPr>
            <p:cNvPr id="184" name="Google Shape;184;p14"/>
            <p:cNvSpPr/>
            <p:nvPr/>
          </p:nvSpPr>
          <p:spPr>
            <a:xfrm>
              <a:off x="6332385" y="1406385"/>
              <a:ext cx="612392" cy="539652"/>
            </a:xfrm>
            <a:custGeom>
              <a:avLst/>
              <a:gdLst/>
              <a:ahLst/>
              <a:cxnLst/>
              <a:rect l="l" t="t" r="r" b="b"/>
              <a:pathLst>
                <a:path w="22992" h="20261" extrusionOk="0">
                  <a:moveTo>
                    <a:pt x="11488" y="0"/>
                  </a:moveTo>
                  <a:cubicBezTo>
                    <a:pt x="7517" y="0"/>
                    <a:pt x="3747" y="2363"/>
                    <a:pt x="2122" y="6258"/>
                  </a:cubicBezTo>
                  <a:cubicBezTo>
                    <a:pt x="0" y="11420"/>
                    <a:pt x="2439" y="17342"/>
                    <a:pt x="7601" y="19495"/>
                  </a:cubicBezTo>
                  <a:cubicBezTo>
                    <a:pt x="8872" y="20014"/>
                    <a:pt x="10186" y="20261"/>
                    <a:pt x="11478" y="20261"/>
                  </a:cubicBezTo>
                  <a:cubicBezTo>
                    <a:pt x="15465" y="20261"/>
                    <a:pt x="19236" y="17915"/>
                    <a:pt x="20838" y="14017"/>
                  </a:cubicBezTo>
                  <a:cubicBezTo>
                    <a:pt x="22992" y="8823"/>
                    <a:pt x="20522" y="2901"/>
                    <a:pt x="15360" y="779"/>
                  </a:cubicBezTo>
                  <a:cubicBezTo>
                    <a:pt x="14093" y="250"/>
                    <a:pt x="12780" y="0"/>
                    <a:pt x="11488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6474935" y="1526642"/>
              <a:ext cx="326465" cy="299484"/>
            </a:xfrm>
            <a:custGeom>
              <a:avLst/>
              <a:gdLst/>
              <a:ahLst/>
              <a:cxnLst/>
              <a:rect l="l" t="t" r="r" b="b"/>
              <a:pathLst>
                <a:path w="12257" h="11244" extrusionOk="0">
                  <a:moveTo>
                    <a:pt x="3896" y="1838"/>
                  </a:moveTo>
                  <a:cubicBezTo>
                    <a:pt x="4371" y="1838"/>
                    <a:pt x="4782" y="1964"/>
                    <a:pt x="5099" y="2186"/>
                  </a:cubicBezTo>
                  <a:lnTo>
                    <a:pt x="5099" y="3136"/>
                  </a:lnTo>
                  <a:cubicBezTo>
                    <a:pt x="4972" y="3294"/>
                    <a:pt x="4909" y="3484"/>
                    <a:pt x="4909" y="3674"/>
                  </a:cubicBezTo>
                  <a:lnTo>
                    <a:pt x="4909" y="4498"/>
                  </a:lnTo>
                  <a:cubicBezTo>
                    <a:pt x="4909" y="4561"/>
                    <a:pt x="4909" y="4625"/>
                    <a:pt x="4941" y="4688"/>
                  </a:cubicBezTo>
                  <a:cubicBezTo>
                    <a:pt x="4941" y="4688"/>
                    <a:pt x="4941" y="4720"/>
                    <a:pt x="4941" y="4751"/>
                  </a:cubicBezTo>
                  <a:cubicBezTo>
                    <a:pt x="4972" y="4783"/>
                    <a:pt x="4972" y="4815"/>
                    <a:pt x="4972" y="4846"/>
                  </a:cubicBezTo>
                  <a:cubicBezTo>
                    <a:pt x="5036" y="4941"/>
                    <a:pt x="5099" y="5036"/>
                    <a:pt x="5226" y="5131"/>
                  </a:cubicBezTo>
                  <a:cubicBezTo>
                    <a:pt x="5226" y="5195"/>
                    <a:pt x="5226" y="5226"/>
                    <a:pt x="5257" y="5290"/>
                  </a:cubicBezTo>
                  <a:lnTo>
                    <a:pt x="5257" y="5321"/>
                  </a:lnTo>
                  <a:cubicBezTo>
                    <a:pt x="5289" y="5353"/>
                    <a:pt x="5289" y="5353"/>
                    <a:pt x="5289" y="5353"/>
                  </a:cubicBezTo>
                  <a:cubicBezTo>
                    <a:pt x="5289" y="5385"/>
                    <a:pt x="5289" y="5385"/>
                    <a:pt x="5289" y="5416"/>
                  </a:cubicBezTo>
                  <a:cubicBezTo>
                    <a:pt x="5321" y="5448"/>
                    <a:pt x="5321" y="5480"/>
                    <a:pt x="5352" y="5543"/>
                  </a:cubicBezTo>
                  <a:cubicBezTo>
                    <a:pt x="5352" y="5543"/>
                    <a:pt x="5352" y="5575"/>
                    <a:pt x="5352" y="5575"/>
                  </a:cubicBezTo>
                  <a:cubicBezTo>
                    <a:pt x="5384" y="5638"/>
                    <a:pt x="5384" y="5670"/>
                    <a:pt x="5416" y="5701"/>
                  </a:cubicBezTo>
                  <a:cubicBezTo>
                    <a:pt x="5416" y="5701"/>
                    <a:pt x="5416" y="5733"/>
                    <a:pt x="5416" y="5733"/>
                  </a:cubicBezTo>
                  <a:lnTo>
                    <a:pt x="5447" y="5765"/>
                  </a:lnTo>
                  <a:cubicBezTo>
                    <a:pt x="5447" y="5765"/>
                    <a:pt x="5447" y="5796"/>
                    <a:pt x="5447" y="5796"/>
                  </a:cubicBezTo>
                  <a:cubicBezTo>
                    <a:pt x="5479" y="5828"/>
                    <a:pt x="5479" y="5891"/>
                    <a:pt x="5511" y="5923"/>
                  </a:cubicBezTo>
                  <a:cubicBezTo>
                    <a:pt x="5511" y="5923"/>
                    <a:pt x="5511" y="5923"/>
                    <a:pt x="5511" y="5955"/>
                  </a:cubicBezTo>
                  <a:cubicBezTo>
                    <a:pt x="5542" y="5955"/>
                    <a:pt x="5542" y="5986"/>
                    <a:pt x="5574" y="6018"/>
                  </a:cubicBezTo>
                  <a:cubicBezTo>
                    <a:pt x="5574" y="6050"/>
                    <a:pt x="5606" y="6113"/>
                    <a:pt x="5637" y="6145"/>
                  </a:cubicBezTo>
                  <a:cubicBezTo>
                    <a:pt x="5637" y="6145"/>
                    <a:pt x="5637" y="6176"/>
                    <a:pt x="5669" y="6208"/>
                  </a:cubicBezTo>
                  <a:cubicBezTo>
                    <a:pt x="5701" y="6240"/>
                    <a:pt x="5732" y="6303"/>
                    <a:pt x="5732" y="6335"/>
                  </a:cubicBezTo>
                  <a:cubicBezTo>
                    <a:pt x="5732" y="6335"/>
                    <a:pt x="5764" y="6366"/>
                    <a:pt x="5764" y="6366"/>
                  </a:cubicBezTo>
                  <a:cubicBezTo>
                    <a:pt x="5796" y="6430"/>
                    <a:pt x="5859" y="6493"/>
                    <a:pt x="5891" y="6556"/>
                  </a:cubicBezTo>
                  <a:lnTo>
                    <a:pt x="5922" y="6588"/>
                  </a:lnTo>
                  <a:lnTo>
                    <a:pt x="5922" y="7285"/>
                  </a:lnTo>
                  <a:cubicBezTo>
                    <a:pt x="5922" y="7475"/>
                    <a:pt x="5827" y="7665"/>
                    <a:pt x="5637" y="7760"/>
                  </a:cubicBezTo>
                  <a:lnTo>
                    <a:pt x="5099" y="8045"/>
                  </a:lnTo>
                  <a:lnTo>
                    <a:pt x="5004" y="8045"/>
                  </a:lnTo>
                  <a:lnTo>
                    <a:pt x="4972" y="8108"/>
                  </a:lnTo>
                  <a:lnTo>
                    <a:pt x="3832" y="8742"/>
                  </a:lnTo>
                  <a:cubicBezTo>
                    <a:pt x="3230" y="9090"/>
                    <a:pt x="2850" y="9692"/>
                    <a:pt x="2850" y="10357"/>
                  </a:cubicBezTo>
                  <a:lnTo>
                    <a:pt x="2850" y="10832"/>
                  </a:lnTo>
                  <a:lnTo>
                    <a:pt x="412" y="10832"/>
                  </a:lnTo>
                  <a:lnTo>
                    <a:pt x="412" y="10452"/>
                  </a:lnTo>
                  <a:cubicBezTo>
                    <a:pt x="412" y="10008"/>
                    <a:pt x="665" y="9597"/>
                    <a:pt x="1045" y="9375"/>
                  </a:cubicBezTo>
                  <a:lnTo>
                    <a:pt x="2407" y="8520"/>
                  </a:lnTo>
                  <a:cubicBezTo>
                    <a:pt x="2692" y="8393"/>
                    <a:pt x="2850" y="8108"/>
                    <a:pt x="2850" y="7791"/>
                  </a:cubicBezTo>
                  <a:lnTo>
                    <a:pt x="2850" y="7063"/>
                  </a:lnTo>
                  <a:lnTo>
                    <a:pt x="2787" y="7000"/>
                  </a:lnTo>
                  <a:cubicBezTo>
                    <a:pt x="2787" y="7000"/>
                    <a:pt x="2249" y="6493"/>
                    <a:pt x="2090" y="5796"/>
                  </a:cubicBezTo>
                  <a:lnTo>
                    <a:pt x="2059" y="5701"/>
                  </a:lnTo>
                  <a:lnTo>
                    <a:pt x="1995" y="5670"/>
                  </a:lnTo>
                  <a:cubicBezTo>
                    <a:pt x="1900" y="5606"/>
                    <a:pt x="1837" y="5511"/>
                    <a:pt x="1837" y="5385"/>
                  </a:cubicBezTo>
                  <a:lnTo>
                    <a:pt x="1837" y="4688"/>
                  </a:lnTo>
                  <a:cubicBezTo>
                    <a:pt x="1837" y="4593"/>
                    <a:pt x="1900" y="4530"/>
                    <a:pt x="1995" y="4435"/>
                  </a:cubicBezTo>
                  <a:lnTo>
                    <a:pt x="2059" y="4371"/>
                  </a:lnTo>
                  <a:lnTo>
                    <a:pt x="2059" y="3294"/>
                  </a:lnTo>
                  <a:cubicBezTo>
                    <a:pt x="2059" y="3231"/>
                    <a:pt x="2154" y="1838"/>
                    <a:pt x="3896" y="1838"/>
                  </a:cubicBezTo>
                  <a:close/>
                  <a:moveTo>
                    <a:pt x="7569" y="413"/>
                  </a:moveTo>
                  <a:cubicBezTo>
                    <a:pt x="8361" y="413"/>
                    <a:pt x="8931" y="634"/>
                    <a:pt x="9279" y="1014"/>
                  </a:cubicBezTo>
                  <a:cubicBezTo>
                    <a:pt x="9659" y="1458"/>
                    <a:pt x="9596" y="2028"/>
                    <a:pt x="9596" y="2028"/>
                  </a:cubicBezTo>
                  <a:lnTo>
                    <a:pt x="9596" y="3326"/>
                  </a:lnTo>
                  <a:lnTo>
                    <a:pt x="9659" y="3389"/>
                  </a:lnTo>
                  <a:cubicBezTo>
                    <a:pt x="9754" y="3484"/>
                    <a:pt x="9818" y="3579"/>
                    <a:pt x="9818" y="3706"/>
                  </a:cubicBezTo>
                  <a:lnTo>
                    <a:pt x="9818" y="4530"/>
                  </a:lnTo>
                  <a:cubicBezTo>
                    <a:pt x="9818" y="4688"/>
                    <a:pt x="9691" y="4846"/>
                    <a:pt x="9533" y="4910"/>
                  </a:cubicBezTo>
                  <a:lnTo>
                    <a:pt x="9406" y="4941"/>
                  </a:lnTo>
                  <a:lnTo>
                    <a:pt x="9374" y="5036"/>
                  </a:lnTo>
                  <a:cubicBezTo>
                    <a:pt x="9248" y="5448"/>
                    <a:pt x="9058" y="5860"/>
                    <a:pt x="8804" y="6208"/>
                  </a:cubicBezTo>
                  <a:cubicBezTo>
                    <a:pt x="8741" y="6303"/>
                    <a:pt x="8678" y="6366"/>
                    <a:pt x="8646" y="6430"/>
                  </a:cubicBezTo>
                  <a:lnTo>
                    <a:pt x="8583" y="6493"/>
                  </a:lnTo>
                  <a:lnTo>
                    <a:pt x="8583" y="7316"/>
                  </a:lnTo>
                  <a:cubicBezTo>
                    <a:pt x="8583" y="7696"/>
                    <a:pt x="8773" y="8013"/>
                    <a:pt x="9121" y="8171"/>
                  </a:cubicBezTo>
                  <a:lnTo>
                    <a:pt x="11053" y="9153"/>
                  </a:lnTo>
                  <a:cubicBezTo>
                    <a:pt x="11559" y="9407"/>
                    <a:pt x="11844" y="9882"/>
                    <a:pt x="11844" y="10420"/>
                  </a:cubicBezTo>
                  <a:lnTo>
                    <a:pt x="11844" y="10832"/>
                  </a:lnTo>
                  <a:lnTo>
                    <a:pt x="3262" y="10832"/>
                  </a:lnTo>
                  <a:lnTo>
                    <a:pt x="3262" y="10388"/>
                  </a:lnTo>
                  <a:cubicBezTo>
                    <a:pt x="3262" y="9850"/>
                    <a:pt x="3547" y="9375"/>
                    <a:pt x="4022" y="9122"/>
                  </a:cubicBezTo>
                  <a:lnTo>
                    <a:pt x="5859" y="8108"/>
                  </a:lnTo>
                  <a:cubicBezTo>
                    <a:pt x="6144" y="7950"/>
                    <a:pt x="6334" y="7633"/>
                    <a:pt x="6334" y="7285"/>
                  </a:cubicBezTo>
                  <a:lnTo>
                    <a:pt x="6334" y="6461"/>
                  </a:lnTo>
                  <a:lnTo>
                    <a:pt x="6302" y="6430"/>
                  </a:lnTo>
                  <a:lnTo>
                    <a:pt x="6302" y="6398"/>
                  </a:lnTo>
                  <a:cubicBezTo>
                    <a:pt x="6302" y="6398"/>
                    <a:pt x="6271" y="6398"/>
                    <a:pt x="6271" y="6366"/>
                  </a:cubicBezTo>
                  <a:lnTo>
                    <a:pt x="6239" y="6366"/>
                  </a:lnTo>
                  <a:cubicBezTo>
                    <a:pt x="6239" y="6335"/>
                    <a:pt x="6239" y="6335"/>
                    <a:pt x="6207" y="6303"/>
                  </a:cubicBezTo>
                  <a:cubicBezTo>
                    <a:pt x="6176" y="6271"/>
                    <a:pt x="6144" y="6208"/>
                    <a:pt x="6112" y="6145"/>
                  </a:cubicBezTo>
                  <a:cubicBezTo>
                    <a:pt x="6081" y="6113"/>
                    <a:pt x="6049" y="6081"/>
                    <a:pt x="6049" y="6050"/>
                  </a:cubicBezTo>
                  <a:lnTo>
                    <a:pt x="6017" y="6050"/>
                  </a:lnTo>
                  <a:cubicBezTo>
                    <a:pt x="5986" y="5955"/>
                    <a:pt x="5922" y="5860"/>
                    <a:pt x="5891" y="5765"/>
                  </a:cubicBezTo>
                  <a:cubicBezTo>
                    <a:pt x="5859" y="5733"/>
                    <a:pt x="5827" y="5670"/>
                    <a:pt x="5796" y="5606"/>
                  </a:cubicBezTo>
                  <a:lnTo>
                    <a:pt x="5796" y="5575"/>
                  </a:lnTo>
                  <a:cubicBezTo>
                    <a:pt x="5796" y="5575"/>
                    <a:pt x="5764" y="5543"/>
                    <a:pt x="5764" y="5511"/>
                  </a:cubicBezTo>
                  <a:cubicBezTo>
                    <a:pt x="5764" y="5511"/>
                    <a:pt x="5764" y="5480"/>
                    <a:pt x="5764" y="5480"/>
                  </a:cubicBezTo>
                  <a:cubicBezTo>
                    <a:pt x="5732" y="5448"/>
                    <a:pt x="5732" y="5416"/>
                    <a:pt x="5701" y="5385"/>
                  </a:cubicBezTo>
                  <a:cubicBezTo>
                    <a:pt x="5701" y="5353"/>
                    <a:pt x="5669" y="5290"/>
                    <a:pt x="5669" y="5226"/>
                  </a:cubicBezTo>
                  <a:lnTo>
                    <a:pt x="5637" y="5195"/>
                  </a:lnTo>
                  <a:cubicBezTo>
                    <a:pt x="5637" y="5163"/>
                    <a:pt x="5637" y="5163"/>
                    <a:pt x="5637" y="5163"/>
                  </a:cubicBezTo>
                  <a:cubicBezTo>
                    <a:pt x="5637" y="5100"/>
                    <a:pt x="5606" y="5036"/>
                    <a:pt x="5606" y="4973"/>
                  </a:cubicBezTo>
                  <a:lnTo>
                    <a:pt x="5574" y="4910"/>
                  </a:lnTo>
                  <a:lnTo>
                    <a:pt x="5511" y="4846"/>
                  </a:lnTo>
                  <a:cubicBezTo>
                    <a:pt x="5384" y="4783"/>
                    <a:pt x="5321" y="4656"/>
                    <a:pt x="5321" y="4498"/>
                  </a:cubicBezTo>
                  <a:lnTo>
                    <a:pt x="5321" y="3706"/>
                  </a:lnTo>
                  <a:cubicBezTo>
                    <a:pt x="5321" y="3579"/>
                    <a:pt x="5352" y="3484"/>
                    <a:pt x="5447" y="3389"/>
                  </a:cubicBezTo>
                  <a:lnTo>
                    <a:pt x="5511" y="3326"/>
                  </a:lnTo>
                  <a:lnTo>
                    <a:pt x="5511" y="1996"/>
                  </a:lnTo>
                  <a:cubicBezTo>
                    <a:pt x="5511" y="1838"/>
                    <a:pt x="5511" y="1394"/>
                    <a:pt x="5827" y="1014"/>
                  </a:cubicBezTo>
                  <a:cubicBezTo>
                    <a:pt x="6176" y="634"/>
                    <a:pt x="6746" y="413"/>
                    <a:pt x="7569" y="413"/>
                  </a:cubicBezTo>
                  <a:close/>
                  <a:moveTo>
                    <a:pt x="7569" y="1"/>
                  </a:moveTo>
                  <a:cubicBezTo>
                    <a:pt x="6651" y="1"/>
                    <a:pt x="5954" y="254"/>
                    <a:pt x="5542" y="729"/>
                  </a:cubicBezTo>
                  <a:cubicBezTo>
                    <a:pt x="5257" y="1046"/>
                    <a:pt x="5131" y="1426"/>
                    <a:pt x="5131" y="1711"/>
                  </a:cubicBezTo>
                  <a:cubicBezTo>
                    <a:pt x="4782" y="1521"/>
                    <a:pt x="4339" y="1426"/>
                    <a:pt x="3896" y="1426"/>
                  </a:cubicBezTo>
                  <a:cubicBezTo>
                    <a:pt x="1774" y="1426"/>
                    <a:pt x="1647" y="3231"/>
                    <a:pt x="1647" y="3263"/>
                  </a:cubicBezTo>
                  <a:lnTo>
                    <a:pt x="1647" y="4213"/>
                  </a:lnTo>
                  <a:cubicBezTo>
                    <a:pt x="1520" y="4340"/>
                    <a:pt x="1425" y="4530"/>
                    <a:pt x="1425" y="4688"/>
                  </a:cubicBezTo>
                  <a:lnTo>
                    <a:pt x="1425" y="5385"/>
                  </a:lnTo>
                  <a:cubicBezTo>
                    <a:pt x="1425" y="5606"/>
                    <a:pt x="1520" y="5828"/>
                    <a:pt x="1710" y="5955"/>
                  </a:cubicBezTo>
                  <a:cubicBezTo>
                    <a:pt x="1869" y="6588"/>
                    <a:pt x="2280" y="7063"/>
                    <a:pt x="2439" y="7253"/>
                  </a:cubicBezTo>
                  <a:lnTo>
                    <a:pt x="2439" y="7791"/>
                  </a:lnTo>
                  <a:cubicBezTo>
                    <a:pt x="2439" y="7950"/>
                    <a:pt x="2344" y="8108"/>
                    <a:pt x="2217" y="8203"/>
                  </a:cubicBezTo>
                  <a:lnTo>
                    <a:pt x="855" y="9027"/>
                  </a:lnTo>
                  <a:cubicBezTo>
                    <a:pt x="317" y="9312"/>
                    <a:pt x="0" y="9882"/>
                    <a:pt x="0" y="10452"/>
                  </a:cubicBezTo>
                  <a:lnTo>
                    <a:pt x="0" y="11243"/>
                  </a:lnTo>
                  <a:lnTo>
                    <a:pt x="12256" y="11243"/>
                  </a:lnTo>
                  <a:lnTo>
                    <a:pt x="12256" y="10420"/>
                  </a:lnTo>
                  <a:cubicBezTo>
                    <a:pt x="12256" y="9723"/>
                    <a:pt x="11876" y="9090"/>
                    <a:pt x="11243" y="8773"/>
                  </a:cubicBezTo>
                  <a:lnTo>
                    <a:pt x="9279" y="7791"/>
                  </a:lnTo>
                  <a:cubicBezTo>
                    <a:pt x="9121" y="7696"/>
                    <a:pt x="8994" y="7506"/>
                    <a:pt x="8994" y="7316"/>
                  </a:cubicBezTo>
                  <a:lnTo>
                    <a:pt x="8994" y="6620"/>
                  </a:lnTo>
                  <a:cubicBezTo>
                    <a:pt x="9058" y="6556"/>
                    <a:pt x="9089" y="6493"/>
                    <a:pt x="9153" y="6430"/>
                  </a:cubicBezTo>
                  <a:cubicBezTo>
                    <a:pt x="9406" y="6081"/>
                    <a:pt x="9596" y="5670"/>
                    <a:pt x="9754" y="5226"/>
                  </a:cubicBezTo>
                  <a:cubicBezTo>
                    <a:pt x="10039" y="5100"/>
                    <a:pt x="10229" y="4815"/>
                    <a:pt x="10229" y="4498"/>
                  </a:cubicBezTo>
                  <a:lnTo>
                    <a:pt x="10229" y="3674"/>
                  </a:lnTo>
                  <a:cubicBezTo>
                    <a:pt x="10229" y="3484"/>
                    <a:pt x="10134" y="3294"/>
                    <a:pt x="10008" y="3136"/>
                  </a:cubicBezTo>
                  <a:lnTo>
                    <a:pt x="10008" y="2059"/>
                  </a:lnTo>
                  <a:cubicBezTo>
                    <a:pt x="10039" y="1964"/>
                    <a:pt x="10071" y="1268"/>
                    <a:pt x="9596" y="729"/>
                  </a:cubicBezTo>
                  <a:cubicBezTo>
                    <a:pt x="9153" y="254"/>
                    <a:pt x="8488" y="1"/>
                    <a:pt x="7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6533133" y="1361318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12383" y="20111"/>
                  </a:moveTo>
                  <a:cubicBezTo>
                    <a:pt x="14473" y="17989"/>
                    <a:pt x="15772" y="15044"/>
                    <a:pt x="15772" y="11813"/>
                  </a:cubicBezTo>
                  <a:cubicBezTo>
                    <a:pt x="15772" y="5289"/>
                    <a:pt x="10483" y="1"/>
                    <a:pt x="3959" y="1"/>
                  </a:cubicBezTo>
                  <a:cubicBezTo>
                    <a:pt x="2566" y="1"/>
                    <a:pt x="1235" y="254"/>
                    <a:pt x="0" y="698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6323089" y="1446524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0"/>
                  </a:moveTo>
                  <a:cubicBezTo>
                    <a:pt x="1458" y="2154"/>
                    <a:pt x="1" y="5226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215;p14">
            <a:extLst>
              <a:ext uri="{FF2B5EF4-FFF2-40B4-BE49-F238E27FC236}">
                <a16:creationId xmlns:a16="http://schemas.microsoft.com/office/drawing/2014/main" id="{82DDF0E1-D8C1-4B07-363A-B1E59ADB91DE}"/>
              </a:ext>
            </a:extLst>
          </p:cNvPr>
          <p:cNvGrpSpPr/>
          <p:nvPr/>
        </p:nvGrpSpPr>
        <p:grpSpPr>
          <a:xfrm>
            <a:off x="8433750" y="0"/>
            <a:ext cx="630104" cy="630104"/>
            <a:chOff x="2190776" y="2499219"/>
            <a:chExt cx="630104" cy="630104"/>
          </a:xfrm>
        </p:grpSpPr>
        <p:sp>
          <p:nvSpPr>
            <p:cNvPr id="3" name="Google Shape;216;p14">
              <a:extLst>
                <a:ext uri="{FF2B5EF4-FFF2-40B4-BE49-F238E27FC236}">
                  <a16:creationId xmlns:a16="http://schemas.microsoft.com/office/drawing/2014/main" id="{01ADE5AA-2040-6352-4C8D-0E36296EBD03}"/>
                </a:ext>
              </a:extLst>
            </p:cNvPr>
            <p:cNvSpPr/>
            <p:nvPr/>
          </p:nvSpPr>
          <p:spPr>
            <a:xfrm>
              <a:off x="2236321" y="2544765"/>
              <a:ext cx="539012" cy="539012"/>
            </a:xfrm>
            <a:custGeom>
              <a:avLst/>
              <a:gdLst/>
              <a:ahLst/>
              <a:cxnLst/>
              <a:rect l="l" t="t" r="r" b="b"/>
              <a:pathLst>
                <a:path w="20237" h="20237" extrusionOk="0">
                  <a:moveTo>
                    <a:pt x="10103" y="0"/>
                  </a:moveTo>
                  <a:cubicBezTo>
                    <a:pt x="4529" y="0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0"/>
                    <a:pt x="1010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17;p14">
              <a:extLst>
                <a:ext uri="{FF2B5EF4-FFF2-40B4-BE49-F238E27FC236}">
                  <a16:creationId xmlns:a16="http://schemas.microsoft.com/office/drawing/2014/main" id="{DF3500B8-140F-FBE5-E177-90E4547B8742}"/>
                </a:ext>
              </a:extLst>
            </p:cNvPr>
            <p:cNvSpPr/>
            <p:nvPr/>
          </p:nvSpPr>
          <p:spPr>
            <a:xfrm>
              <a:off x="2434539" y="2737069"/>
              <a:ext cx="91118" cy="91118"/>
            </a:xfrm>
            <a:custGeom>
              <a:avLst/>
              <a:gdLst/>
              <a:ahLst/>
              <a:cxnLst/>
              <a:rect l="l" t="t" r="r" b="b"/>
              <a:pathLst>
                <a:path w="3421" h="3421" extrusionOk="0">
                  <a:moveTo>
                    <a:pt x="1711" y="1"/>
                  </a:moveTo>
                  <a:cubicBezTo>
                    <a:pt x="1584" y="1"/>
                    <a:pt x="1489" y="96"/>
                    <a:pt x="1489" y="222"/>
                  </a:cubicBezTo>
                  <a:lnTo>
                    <a:pt x="1489" y="1521"/>
                  </a:lnTo>
                  <a:lnTo>
                    <a:pt x="222" y="1521"/>
                  </a:lnTo>
                  <a:cubicBezTo>
                    <a:pt x="95" y="1521"/>
                    <a:pt x="0" y="1616"/>
                    <a:pt x="0" y="1711"/>
                  </a:cubicBezTo>
                  <a:cubicBezTo>
                    <a:pt x="0" y="1838"/>
                    <a:pt x="95" y="1933"/>
                    <a:pt x="222" y="1933"/>
                  </a:cubicBezTo>
                  <a:lnTo>
                    <a:pt x="1489" y="1933"/>
                  </a:lnTo>
                  <a:lnTo>
                    <a:pt x="1489" y="3231"/>
                  </a:lnTo>
                  <a:cubicBezTo>
                    <a:pt x="1489" y="3326"/>
                    <a:pt x="1584" y="3421"/>
                    <a:pt x="1711" y="3421"/>
                  </a:cubicBezTo>
                  <a:cubicBezTo>
                    <a:pt x="1837" y="3421"/>
                    <a:pt x="1932" y="3326"/>
                    <a:pt x="1932" y="3231"/>
                  </a:cubicBezTo>
                  <a:lnTo>
                    <a:pt x="1932" y="1933"/>
                  </a:lnTo>
                  <a:lnTo>
                    <a:pt x="3199" y="1933"/>
                  </a:lnTo>
                  <a:cubicBezTo>
                    <a:pt x="3326" y="1933"/>
                    <a:pt x="3421" y="1838"/>
                    <a:pt x="3421" y="1711"/>
                  </a:cubicBezTo>
                  <a:cubicBezTo>
                    <a:pt x="3421" y="1616"/>
                    <a:pt x="3326" y="1521"/>
                    <a:pt x="3199" y="1521"/>
                  </a:cubicBezTo>
                  <a:lnTo>
                    <a:pt x="1932" y="1521"/>
                  </a:lnTo>
                  <a:lnTo>
                    <a:pt x="1932" y="222"/>
                  </a:lnTo>
                  <a:cubicBezTo>
                    <a:pt x="1932" y="96"/>
                    <a:pt x="1837" y="1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18;p14">
              <a:extLst>
                <a:ext uri="{FF2B5EF4-FFF2-40B4-BE49-F238E27FC236}">
                  <a16:creationId xmlns:a16="http://schemas.microsoft.com/office/drawing/2014/main" id="{D34A8357-C33A-F8CB-2E34-EB45560A4AF6}"/>
                </a:ext>
              </a:extLst>
            </p:cNvPr>
            <p:cNvSpPr/>
            <p:nvPr/>
          </p:nvSpPr>
          <p:spPr>
            <a:xfrm>
              <a:off x="2360307" y="2662838"/>
              <a:ext cx="291893" cy="302014"/>
            </a:xfrm>
            <a:custGeom>
              <a:avLst/>
              <a:gdLst/>
              <a:ahLst/>
              <a:cxnLst/>
              <a:rect l="l" t="t" r="r" b="b"/>
              <a:pathLst>
                <a:path w="10959" h="11339" extrusionOk="0">
                  <a:moveTo>
                    <a:pt x="4498" y="444"/>
                  </a:moveTo>
                  <a:cubicBezTo>
                    <a:pt x="6746" y="444"/>
                    <a:pt x="8583" y="2249"/>
                    <a:pt x="8583" y="4498"/>
                  </a:cubicBezTo>
                  <a:cubicBezTo>
                    <a:pt x="8583" y="6746"/>
                    <a:pt x="6746" y="8583"/>
                    <a:pt x="4498" y="8583"/>
                  </a:cubicBezTo>
                  <a:cubicBezTo>
                    <a:pt x="2249" y="8583"/>
                    <a:pt x="444" y="6746"/>
                    <a:pt x="444" y="4498"/>
                  </a:cubicBezTo>
                  <a:cubicBezTo>
                    <a:pt x="444" y="2249"/>
                    <a:pt x="2249" y="444"/>
                    <a:pt x="4498" y="444"/>
                  </a:cubicBezTo>
                  <a:close/>
                  <a:moveTo>
                    <a:pt x="4498" y="1"/>
                  </a:moveTo>
                  <a:cubicBezTo>
                    <a:pt x="2027" y="1"/>
                    <a:pt x="1" y="2028"/>
                    <a:pt x="1" y="4498"/>
                  </a:cubicBezTo>
                  <a:cubicBezTo>
                    <a:pt x="1" y="7000"/>
                    <a:pt x="2027" y="8995"/>
                    <a:pt x="4498" y="8995"/>
                  </a:cubicBezTo>
                  <a:cubicBezTo>
                    <a:pt x="5574" y="8995"/>
                    <a:pt x="6588" y="8615"/>
                    <a:pt x="7379" y="7981"/>
                  </a:cubicBezTo>
                  <a:lnTo>
                    <a:pt x="10546" y="11275"/>
                  </a:lnTo>
                  <a:cubicBezTo>
                    <a:pt x="10610" y="11338"/>
                    <a:pt x="10641" y="11338"/>
                    <a:pt x="10705" y="11338"/>
                  </a:cubicBezTo>
                  <a:cubicBezTo>
                    <a:pt x="10768" y="11338"/>
                    <a:pt x="10831" y="11338"/>
                    <a:pt x="10863" y="11275"/>
                  </a:cubicBezTo>
                  <a:cubicBezTo>
                    <a:pt x="10958" y="11212"/>
                    <a:pt x="10958" y="11085"/>
                    <a:pt x="10863" y="10990"/>
                  </a:cubicBezTo>
                  <a:lnTo>
                    <a:pt x="7696" y="7696"/>
                  </a:lnTo>
                  <a:cubicBezTo>
                    <a:pt x="8488" y="6873"/>
                    <a:pt x="8995" y="5733"/>
                    <a:pt x="8995" y="4498"/>
                  </a:cubicBezTo>
                  <a:cubicBezTo>
                    <a:pt x="8995" y="2028"/>
                    <a:pt x="6968" y="1"/>
                    <a:pt x="4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19;p14">
              <a:extLst>
                <a:ext uri="{FF2B5EF4-FFF2-40B4-BE49-F238E27FC236}">
                  <a16:creationId xmlns:a16="http://schemas.microsoft.com/office/drawing/2014/main" id="{82DDA740-022A-1A74-D8A3-ACA98E29BAA0}"/>
                </a:ext>
              </a:extLst>
            </p:cNvPr>
            <p:cNvSpPr/>
            <p:nvPr/>
          </p:nvSpPr>
          <p:spPr>
            <a:xfrm>
              <a:off x="2190776" y="2499219"/>
              <a:ext cx="420087" cy="535630"/>
            </a:xfrm>
            <a:custGeom>
              <a:avLst/>
              <a:gdLst/>
              <a:ahLst/>
              <a:cxnLst/>
              <a:rect l="l" t="t" r="r" b="b"/>
              <a:pathLst>
                <a:path w="15772" h="20110" fill="none" extrusionOk="0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3"/>
                    <a:pt x="15771" y="697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20;p14">
              <a:extLst>
                <a:ext uri="{FF2B5EF4-FFF2-40B4-BE49-F238E27FC236}">
                  <a16:creationId xmlns:a16="http://schemas.microsoft.com/office/drawing/2014/main" id="{2CA17A8A-7CE5-847F-0B7C-DD4D88400C3C}"/>
                </a:ext>
              </a:extLst>
            </p:cNvPr>
            <p:cNvSpPr/>
            <p:nvPr/>
          </p:nvSpPr>
          <p:spPr>
            <a:xfrm>
              <a:off x="2505388" y="2584398"/>
              <a:ext cx="315492" cy="544925"/>
            </a:xfrm>
            <a:custGeom>
              <a:avLst/>
              <a:gdLst/>
              <a:ahLst/>
              <a:cxnLst/>
              <a:rect l="l" t="t" r="r" b="b"/>
              <a:pathLst>
                <a:path w="11845" h="20459" fill="none" extrusionOk="0">
                  <a:moveTo>
                    <a:pt x="8108" y="1"/>
                  </a:moveTo>
                  <a:cubicBezTo>
                    <a:pt x="10388" y="2154"/>
                    <a:pt x="11845" y="5226"/>
                    <a:pt x="11845" y="8615"/>
                  </a:cubicBezTo>
                  <a:cubicBezTo>
                    <a:pt x="11845" y="15138"/>
                    <a:pt x="6556" y="20459"/>
                    <a:pt x="1" y="20459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F414081-2ECC-1311-85C4-D8E830E4C32C}"/>
              </a:ext>
            </a:extLst>
          </p:cNvPr>
          <p:cNvSpPr txBox="1"/>
          <p:nvPr/>
        </p:nvSpPr>
        <p:spPr>
          <a:xfrm>
            <a:off x="4519613" y="1283622"/>
            <a:ext cx="2686050" cy="52322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01 . Maria Islam</a:t>
            </a:r>
          </a:p>
          <a:p>
            <a:r>
              <a:rPr lang="en-US" dirty="0">
                <a:latin typeface="Bahnschrift" panose="020B0502040204020203" pitchFamily="34" charset="0"/>
              </a:rPr>
              <a:t>	-- 0426140021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E202BE-BDA1-80E7-F268-A6C5FA40B548}"/>
              </a:ext>
            </a:extLst>
          </p:cNvPr>
          <p:cNvSpPr txBox="1"/>
          <p:nvPr/>
        </p:nvSpPr>
        <p:spPr>
          <a:xfrm>
            <a:off x="4519613" y="2775994"/>
            <a:ext cx="2686050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03 . Mahfuzur Rahman Ridoy</a:t>
            </a:r>
          </a:p>
          <a:p>
            <a:r>
              <a:rPr lang="en-US" dirty="0">
                <a:latin typeface="Bahnschrift" panose="020B0502040204020203" pitchFamily="34" charset="0"/>
              </a:rPr>
              <a:t>	-- 0426140022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57675-7D83-0A16-7F79-82B44C13639F}"/>
              </a:ext>
            </a:extLst>
          </p:cNvPr>
          <p:cNvSpPr txBox="1"/>
          <p:nvPr/>
        </p:nvSpPr>
        <p:spPr>
          <a:xfrm>
            <a:off x="4519613" y="2010430"/>
            <a:ext cx="2686050" cy="52322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02 . </a:t>
            </a:r>
            <a:r>
              <a:rPr lang="en-US" dirty="0" err="1">
                <a:latin typeface="Bahnschrift" panose="020B0502040204020203" pitchFamily="34" charset="0"/>
              </a:rPr>
              <a:t>Sumaiah</a:t>
            </a:r>
            <a:r>
              <a:rPr lang="en-US" dirty="0">
                <a:latin typeface="Bahnschrift" panose="020B0502040204020203" pitchFamily="34" charset="0"/>
              </a:rPr>
              <a:t> Binta Musa</a:t>
            </a:r>
          </a:p>
          <a:p>
            <a:r>
              <a:rPr lang="en-US" dirty="0">
                <a:latin typeface="Bahnschrift" panose="020B0502040204020203" pitchFamily="34" charset="0"/>
              </a:rPr>
              <a:t>	-- 0426140011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F94CED-560A-CF33-4F12-FAE7729C2BA0}"/>
              </a:ext>
            </a:extLst>
          </p:cNvPr>
          <p:cNvSpPr txBox="1"/>
          <p:nvPr/>
        </p:nvSpPr>
        <p:spPr>
          <a:xfrm>
            <a:off x="4519613" y="3541558"/>
            <a:ext cx="2686050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04 . SHANTA ISLAM</a:t>
            </a:r>
          </a:p>
          <a:p>
            <a:r>
              <a:rPr lang="en-US" dirty="0">
                <a:latin typeface="Bahnschrift" panose="020B0502040204020203" pitchFamily="34" charset="0"/>
              </a:rPr>
              <a:t>	-- 0426140020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619323-9905-B166-67CE-EE26CFD54188}"/>
              </a:ext>
            </a:extLst>
          </p:cNvPr>
          <p:cNvSpPr txBox="1"/>
          <p:nvPr/>
        </p:nvSpPr>
        <p:spPr>
          <a:xfrm>
            <a:off x="8508206" y="4693444"/>
            <a:ext cx="335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3" name="Google Shape;1473;p17"/>
          <p:cNvGrpSpPr/>
          <p:nvPr/>
        </p:nvGrpSpPr>
        <p:grpSpPr>
          <a:xfrm>
            <a:off x="3170958" y="977525"/>
            <a:ext cx="2493256" cy="2680075"/>
            <a:chOff x="2690100" y="1887225"/>
            <a:chExt cx="2255650" cy="2213042"/>
          </a:xfrm>
        </p:grpSpPr>
        <p:sp>
          <p:nvSpPr>
            <p:cNvPr id="1474" name="Google Shape;1474;p17"/>
            <p:cNvSpPr/>
            <p:nvPr/>
          </p:nvSpPr>
          <p:spPr>
            <a:xfrm>
              <a:off x="2742350" y="3174550"/>
              <a:ext cx="824200" cy="847975"/>
            </a:xfrm>
            <a:custGeom>
              <a:avLst/>
              <a:gdLst/>
              <a:ahLst/>
              <a:cxnLst/>
              <a:rect l="l" t="t" r="r" b="b"/>
              <a:pathLst>
                <a:path w="32968" h="33919" extrusionOk="0">
                  <a:moveTo>
                    <a:pt x="17735" y="1"/>
                  </a:moveTo>
                  <a:lnTo>
                    <a:pt x="0" y="4055"/>
                  </a:lnTo>
                  <a:cubicBezTo>
                    <a:pt x="3452" y="17577"/>
                    <a:pt x="13365" y="28566"/>
                    <a:pt x="26159" y="33918"/>
                  </a:cubicBezTo>
                  <a:lnTo>
                    <a:pt x="32968" y="18052"/>
                  </a:lnTo>
                  <a:cubicBezTo>
                    <a:pt x="25494" y="14727"/>
                    <a:pt x="19793" y="8045"/>
                    <a:pt x="177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17"/>
            <p:cNvSpPr/>
            <p:nvPr/>
          </p:nvSpPr>
          <p:spPr>
            <a:xfrm>
              <a:off x="2708300" y="2051100"/>
              <a:ext cx="779075" cy="1224825"/>
            </a:xfrm>
            <a:custGeom>
              <a:avLst/>
              <a:gdLst/>
              <a:ahLst/>
              <a:cxnLst/>
              <a:rect l="l" t="t" r="r" b="b"/>
              <a:pathLst>
                <a:path w="31163" h="48993" extrusionOk="0">
                  <a:moveTo>
                    <a:pt x="22169" y="1"/>
                  </a:moveTo>
                  <a:cubicBezTo>
                    <a:pt x="9026" y="8013"/>
                    <a:pt x="0" y="22454"/>
                    <a:pt x="0" y="38542"/>
                  </a:cubicBezTo>
                  <a:cubicBezTo>
                    <a:pt x="0" y="42152"/>
                    <a:pt x="507" y="45636"/>
                    <a:pt x="1362" y="48993"/>
                  </a:cubicBezTo>
                  <a:lnTo>
                    <a:pt x="19097" y="44939"/>
                  </a:lnTo>
                  <a:cubicBezTo>
                    <a:pt x="18590" y="42880"/>
                    <a:pt x="18274" y="40727"/>
                    <a:pt x="18274" y="38542"/>
                  </a:cubicBezTo>
                  <a:cubicBezTo>
                    <a:pt x="18274" y="28978"/>
                    <a:pt x="23467" y="20491"/>
                    <a:pt x="31163" y="15740"/>
                  </a:cubicBezTo>
                  <a:lnTo>
                    <a:pt x="221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17"/>
            <p:cNvSpPr/>
            <p:nvPr/>
          </p:nvSpPr>
          <p:spPr>
            <a:xfrm>
              <a:off x="3262500" y="1887225"/>
              <a:ext cx="1595375" cy="891500"/>
            </a:xfrm>
            <a:custGeom>
              <a:avLst/>
              <a:gdLst/>
              <a:ahLst/>
              <a:cxnLst/>
              <a:rect l="l" t="t" r="r" b="b"/>
              <a:pathLst>
                <a:path w="63815" h="35660" extrusionOk="0">
                  <a:moveTo>
                    <a:pt x="22898" y="0"/>
                  </a:moveTo>
                  <a:cubicBezTo>
                    <a:pt x="14600" y="0"/>
                    <a:pt x="6778" y="2439"/>
                    <a:pt x="1" y="6556"/>
                  </a:cubicBezTo>
                  <a:lnTo>
                    <a:pt x="8995" y="22295"/>
                  </a:lnTo>
                  <a:cubicBezTo>
                    <a:pt x="13080" y="19762"/>
                    <a:pt x="17831" y="18273"/>
                    <a:pt x="22898" y="18273"/>
                  </a:cubicBezTo>
                  <a:cubicBezTo>
                    <a:pt x="30625" y="18273"/>
                    <a:pt x="37655" y="21693"/>
                    <a:pt x="42564" y="27077"/>
                  </a:cubicBezTo>
                  <a:lnTo>
                    <a:pt x="42532" y="27109"/>
                  </a:lnTo>
                  <a:cubicBezTo>
                    <a:pt x="44781" y="29579"/>
                    <a:pt x="46618" y="32493"/>
                    <a:pt x="47853" y="35659"/>
                  </a:cubicBezTo>
                  <a:lnTo>
                    <a:pt x="63814" y="29357"/>
                  </a:lnTo>
                  <a:cubicBezTo>
                    <a:pt x="61882" y="24132"/>
                    <a:pt x="59064" y="19382"/>
                    <a:pt x="55517" y="15265"/>
                  </a:cubicBezTo>
                  <a:lnTo>
                    <a:pt x="55548" y="15201"/>
                  </a:lnTo>
                  <a:cubicBezTo>
                    <a:pt x="47536" y="5954"/>
                    <a:pt x="35945" y="0"/>
                    <a:pt x="228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17"/>
            <p:cNvSpPr/>
            <p:nvPr/>
          </p:nvSpPr>
          <p:spPr>
            <a:xfrm>
              <a:off x="4592600" y="2243500"/>
              <a:ext cx="353150" cy="321450"/>
            </a:xfrm>
            <a:custGeom>
              <a:avLst/>
              <a:gdLst/>
              <a:ahLst/>
              <a:cxnLst/>
              <a:rect l="l" t="t" r="r" b="b"/>
              <a:pathLst>
                <a:path w="14126" h="12858" extrusionOk="0">
                  <a:moveTo>
                    <a:pt x="1" y="0"/>
                  </a:moveTo>
                  <a:lnTo>
                    <a:pt x="8298" y="12858"/>
                  </a:lnTo>
                  <a:lnTo>
                    <a:pt x="1412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17"/>
            <p:cNvSpPr/>
            <p:nvPr/>
          </p:nvSpPr>
          <p:spPr>
            <a:xfrm>
              <a:off x="2690100" y="2243500"/>
              <a:ext cx="353925" cy="321450"/>
            </a:xfrm>
            <a:custGeom>
              <a:avLst/>
              <a:gdLst/>
              <a:ahLst/>
              <a:cxnLst/>
              <a:rect l="l" t="t" r="r" b="b"/>
              <a:pathLst>
                <a:path w="14157" h="12858" extrusionOk="0">
                  <a:moveTo>
                    <a:pt x="0" y="0"/>
                  </a:moveTo>
                  <a:lnTo>
                    <a:pt x="5827" y="12858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17"/>
            <p:cNvSpPr/>
            <p:nvPr/>
          </p:nvSpPr>
          <p:spPr>
            <a:xfrm>
              <a:off x="3385807" y="2610242"/>
              <a:ext cx="1535200" cy="1490025"/>
            </a:xfrm>
            <a:custGeom>
              <a:avLst/>
              <a:gdLst/>
              <a:ahLst/>
              <a:cxnLst/>
              <a:rect l="l" t="t" r="r" b="b"/>
              <a:pathLst>
                <a:path w="61408" h="59601" extrusionOk="0">
                  <a:moveTo>
                    <a:pt x="58557" y="0"/>
                  </a:moveTo>
                  <a:lnTo>
                    <a:pt x="42564" y="6302"/>
                  </a:lnTo>
                  <a:cubicBezTo>
                    <a:pt x="43704" y="9247"/>
                    <a:pt x="44369" y="12446"/>
                    <a:pt x="44369" y="15739"/>
                  </a:cubicBezTo>
                  <a:cubicBezTo>
                    <a:pt x="44369" y="30370"/>
                    <a:pt x="32177" y="42563"/>
                    <a:pt x="17546" y="42563"/>
                  </a:cubicBezTo>
                  <a:cubicBezTo>
                    <a:pt x="13745" y="42563"/>
                    <a:pt x="10103" y="41708"/>
                    <a:pt x="6778" y="40219"/>
                  </a:cubicBezTo>
                  <a:lnTo>
                    <a:pt x="1" y="56086"/>
                  </a:lnTo>
                  <a:cubicBezTo>
                    <a:pt x="5416" y="58334"/>
                    <a:pt x="11370" y="59601"/>
                    <a:pt x="17546" y="59601"/>
                  </a:cubicBezTo>
                  <a:cubicBezTo>
                    <a:pt x="41899" y="59601"/>
                    <a:pt x="61407" y="40124"/>
                    <a:pt x="61407" y="15739"/>
                  </a:cubicBezTo>
                  <a:cubicBezTo>
                    <a:pt x="61407" y="10229"/>
                    <a:pt x="60362" y="4940"/>
                    <a:pt x="5855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17"/>
            <p:cNvSpPr/>
            <p:nvPr/>
          </p:nvSpPr>
          <p:spPr>
            <a:xfrm>
              <a:off x="4516600" y="3503925"/>
              <a:ext cx="350775" cy="336500"/>
            </a:xfrm>
            <a:custGeom>
              <a:avLst/>
              <a:gdLst/>
              <a:ahLst/>
              <a:cxnLst/>
              <a:rect l="l" t="t" r="r" b="b"/>
              <a:pathLst>
                <a:path w="14031" h="13460" extrusionOk="0">
                  <a:moveTo>
                    <a:pt x="9755" y="0"/>
                  </a:moveTo>
                  <a:lnTo>
                    <a:pt x="1" y="11813"/>
                  </a:lnTo>
                  <a:lnTo>
                    <a:pt x="14030" y="13459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17"/>
            <p:cNvSpPr/>
            <p:nvPr/>
          </p:nvSpPr>
          <p:spPr>
            <a:xfrm>
              <a:off x="2757375" y="3503925"/>
              <a:ext cx="350775" cy="336500"/>
            </a:xfrm>
            <a:custGeom>
              <a:avLst/>
              <a:gdLst/>
              <a:ahLst/>
              <a:cxnLst/>
              <a:rect l="l" t="t" r="r" b="b"/>
              <a:pathLst>
                <a:path w="14031" h="13460" extrusionOk="0">
                  <a:moveTo>
                    <a:pt x="4308" y="0"/>
                  </a:moveTo>
                  <a:lnTo>
                    <a:pt x="1" y="13459"/>
                  </a:lnTo>
                  <a:lnTo>
                    <a:pt x="14030" y="11813"/>
                  </a:lnTo>
                  <a:lnTo>
                    <a:pt x="430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418;p15">
            <a:extLst>
              <a:ext uri="{FF2B5EF4-FFF2-40B4-BE49-F238E27FC236}">
                <a16:creationId xmlns:a16="http://schemas.microsoft.com/office/drawing/2014/main" id="{E85D6F2F-4F94-7D1D-4555-14A530A6F130}"/>
              </a:ext>
            </a:extLst>
          </p:cNvPr>
          <p:cNvSpPr txBox="1"/>
          <p:nvPr/>
        </p:nvSpPr>
        <p:spPr>
          <a:xfrm>
            <a:off x="3405336" y="1912158"/>
            <a:ext cx="2082600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000" b="1" dirty="0">
                <a:latin typeface="Bodoni MT Black" panose="02070A03080606020203" pitchFamily="18" charset="0"/>
              </a:rPr>
              <a:t>Overview</a:t>
            </a:r>
            <a:endParaRPr sz="2000" b="1" dirty="0">
              <a:latin typeface="Bodoni MT Black" panose="02070A03080606020203" pitchFamily="18" charset="0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5316A8-382B-7492-7449-FB9B879791DC}"/>
              </a:ext>
            </a:extLst>
          </p:cNvPr>
          <p:cNvSpPr txBox="1"/>
          <p:nvPr/>
        </p:nvSpPr>
        <p:spPr>
          <a:xfrm>
            <a:off x="546691" y="766808"/>
            <a:ext cx="274423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ahnschrift" panose="020B0502040204020203" pitchFamily="34" charset="0"/>
              </a:rPr>
              <a:t>Heart Disease Dataset</a:t>
            </a:r>
          </a:p>
          <a:p>
            <a:r>
              <a:rPr lang="en-US" sz="1600" dirty="0">
                <a:latin typeface="Bahnschrift" panose="020B0502040204020203" pitchFamily="34" charset="0"/>
              </a:rPr>
              <a:t>      </a:t>
            </a:r>
            <a:r>
              <a:rPr lang="en-US" sz="2000" dirty="0">
                <a:latin typeface="Bahnschrift" panose="020B0502040204020203" pitchFamily="34" charset="0"/>
              </a:rPr>
              <a:t> 	 ↓</a:t>
            </a:r>
          </a:p>
          <a:p>
            <a:r>
              <a:rPr lang="en-US" sz="1600" dirty="0">
                <a:latin typeface="Bahnschrift" panose="020B0502040204020203" pitchFamily="34" charset="0"/>
              </a:rPr>
              <a:t> Feature Perspectives</a:t>
            </a:r>
          </a:p>
          <a:p>
            <a:r>
              <a:rPr lang="en-US" sz="1600" dirty="0">
                <a:latin typeface="Bahnschrift" panose="020B0502040204020203" pitchFamily="34" charset="0"/>
              </a:rPr>
              <a:t>      	 </a:t>
            </a:r>
            <a:r>
              <a:rPr lang="en-US" sz="2000" dirty="0">
                <a:latin typeface="Bahnschrift" panose="020B0502040204020203" pitchFamily="34" charset="0"/>
              </a:rPr>
              <a:t>↓</a:t>
            </a:r>
          </a:p>
          <a:p>
            <a:r>
              <a:rPr lang="en-US" sz="1600" dirty="0">
                <a:latin typeface="Bahnschrift" panose="020B0502040204020203" pitchFamily="34" charset="0"/>
              </a:rPr>
              <a:t> Individual ML Models</a:t>
            </a:r>
          </a:p>
          <a:p>
            <a:r>
              <a:rPr lang="en-US" sz="1600" dirty="0">
                <a:latin typeface="Bahnschrift" panose="020B0502040204020203" pitchFamily="34" charset="0"/>
              </a:rPr>
              <a:t>     </a:t>
            </a:r>
            <a:r>
              <a:rPr lang="en-US" sz="2000" dirty="0">
                <a:latin typeface="Bahnschrift" panose="020B0502040204020203" pitchFamily="34" charset="0"/>
              </a:rPr>
              <a:t>  	↓</a:t>
            </a:r>
          </a:p>
          <a:p>
            <a:r>
              <a:rPr lang="en-US" sz="1600" dirty="0">
                <a:latin typeface="Bahnschrift" panose="020B0502040204020203" pitchFamily="34" charset="0"/>
              </a:rPr>
              <a:t> Ensemble Blending</a:t>
            </a:r>
          </a:p>
          <a:p>
            <a:r>
              <a:rPr lang="en-US" sz="1600" dirty="0">
                <a:latin typeface="Bahnschrift" panose="020B0502040204020203" pitchFamily="34" charset="0"/>
              </a:rPr>
              <a:t>      	</a:t>
            </a:r>
            <a:r>
              <a:rPr lang="en-US" sz="2000" dirty="0">
                <a:latin typeface="Bahnschrift" panose="020B0502040204020203" pitchFamily="34" charset="0"/>
              </a:rPr>
              <a:t>↓</a:t>
            </a:r>
          </a:p>
          <a:p>
            <a:r>
              <a:rPr lang="en-US" sz="1600" dirty="0">
                <a:latin typeface="Bahnschrift" panose="020B0502040204020203" pitchFamily="34" charset="0"/>
              </a:rPr>
              <a:t> Heart Disease Prediction</a:t>
            </a:r>
          </a:p>
          <a:p>
            <a:r>
              <a:rPr lang="en-US" sz="1600" dirty="0">
                <a:latin typeface="Bahnschrift" panose="020B0502040204020203" pitchFamily="34" charset="0"/>
              </a:rPr>
              <a:t>       	</a:t>
            </a:r>
            <a:r>
              <a:rPr lang="en-US" sz="2000" dirty="0">
                <a:latin typeface="Bahnschrift" panose="020B0502040204020203" pitchFamily="34" charset="0"/>
              </a:rPr>
              <a:t>↓</a:t>
            </a:r>
          </a:p>
          <a:p>
            <a:r>
              <a:rPr lang="en-US" sz="1600" dirty="0">
                <a:latin typeface="Bahnschrift" panose="020B0502040204020203" pitchFamily="34" charset="0"/>
              </a:rPr>
              <a:t> Model Interpretation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FA112-44AF-61AB-48A5-5BC5295539C2}"/>
              </a:ext>
            </a:extLst>
          </p:cNvPr>
          <p:cNvSpPr txBox="1"/>
          <p:nvPr/>
        </p:nvSpPr>
        <p:spPr>
          <a:xfrm>
            <a:off x="5972945" y="828021"/>
            <a:ext cx="3171055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800"/>
              </a:spcAft>
              <a:buNone/>
            </a:pPr>
            <a:r>
              <a:rPr lang="en-US" sz="2000" b="1" i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Outcomes</a:t>
            </a:r>
            <a:endParaRPr lang="en-US" sz="2000" b="0" dirty="0">
              <a:effectLst/>
              <a:latin typeface="Bahnschrift" panose="020B0502040204020203" pitchFamily="34" charset="0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Bahnschrift" panose="020B0502040204020203" pitchFamily="34" charset="0"/>
              </a:rPr>
              <a:t>Multi-perspective feature learning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Bahnschrift" panose="020B0502040204020203" pitchFamily="34" charset="0"/>
              </a:rPr>
              <a:t>Improved prediction accuracy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Bahnschrift" panose="020B0502040204020203" pitchFamily="34" charset="0"/>
              </a:rPr>
              <a:t> Diverse ensemble decision-making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Bahnschrift" panose="020B0502040204020203" pitchFamily="34" charset="0"/>
              </a:rPr>
              <a:t>Interpretable and explainable predictions</a:t>
            </a: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Bahnschrift" panose="020B0502040204020203" pitchFamily="34" charset="0"/>
              </a:rPr>
              <a:t> Better support for clinical decision-making</a:t>
            </a:r>
          </a:p>
          <a:p>
            <a:pPr rtl="0">
              <a:spcAft>
                <a:spcPts val="800"/>
              </a:spcAft>
            </a:pPr>
            <a:br>
              <a:rPr lang="en-US" b="0" dirty="0">
                <a:effectLst/>
              </a:rPr>
            </a:br>
            <a:endParaRPr lang="en-US" dirty="0"/>
          </a:p>
        </p:txBody>
      </p:sp>
      <p:grpSp>
        <p:nvGrpSpPr>
          <p:cNvPr id="6" name="Google Shape;215;p14">
            <a:extLst>
              <a:ext uri="{FF2B5EF4-FFF2-40B4-BE49-F238E27FC236}">
                <a16:creationId xmlns:a16="http://schemas.microsoft.com/office/drawing/2014/main" id="{2EB2A2FF-6F25-C8C8-1074-30671354A254}"/>
              </a:ext>
            </a:extLst>
          </p:cNvPr>
          <p:cNvGrpSpPr/>
          <p:nvPr/>
        </p:nvGrpSpPr>
        <p:grpSpPr>
          <a:xfrm>
            <a:off x="-120006" y="4642344"/>
            <a:ext cx="630104" cy="630104"/>
            <a:chOff x="2190776" y="2499219"/>
            <a:chExt cx="630104" cy="630104"/>
          </a:xfrm>
        </p:grpSpPr>
        <p:sp>
          <p:nvSpPr>
            <p:cNvPr id="7" name="Google Shape;216;p14">
              <a:extLst>
                <a:ext uri="{FF2B5EF4-FFF2-40B4-BE49-F238E27FC236}">
                  <a16:creationId xmlns:a16="http://schemas.microsoft.com/office/drawing/2014/main" id="{2B4A3EC2-A8C8-D158-34DA-89D99B323EE3}"/>
                </a:ext>
              </a:extLst>
            </p:cNvPr>
            <p:cNvSpPr/>
            <p:nvPr/>
          </p:nvSpPr>
          <p:spPr>
            <a:xfrm>
              <a:off x="2236321" y="2544765"/>
              <a:ext cx="539012" cy="539012"/>
            </a:xfrm>
            <a:custGeom>
              <a:avLst/>
              <a:gdLst/>
              <a:ahLst/>
              <a:cxnLst/>
              <a:rect l="l" t="t" r="r" b="b"/>
              <a:pathLst>
                <a:path w="20237" h="20237" extrusionOk="0">
                  <a:moveTo>
                    <a:pt x="10103" y="0"/>
                  </a:moveTo>
                  <a:cubicBezTo>
                    <a:pt x="4529" y="0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0"/>
                    <a:pt x="10103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17;p14">
              <a:extLst>
                <a:ext uri="{FF2B5EF4-FFF2-40B4-BE49-F238E27FC236}">
                  <a16:creationId xmlns:a16="http://schemas.microsoft.com/office/drawing/2014/main" id="{BE2C3756-882A-79A2-3A11-D8DD04AA7648}"/>
                </a:ext>
              </a:extLst>
            </p:cNvPr>
            <p:cNvSpPr/>
            <p:nvPr/>
          </p:nvSpPr>
          <p:spPr>
            <a:xfrm>
              <a:off x="2434539" y="2737069"/>
              <a:ext cx="91118" cy="91118"/>
            </a:xfrm>
            <a:custGeom>
              <a:avLst/>
              <a:gdLst/>
              <a:ahLst/>
              <a:cxnLst/>
              <a:rect l="l" t="t" r="r" b="b"/>
              <a:pathLst>
                <a:path w="3421" h="3421" extrusionOk="0">
                  <a:moveTo>
                    <a:pt x="1711" y="1"/>
                  </a:moveTo>
                  <a:cubicBezTo>
                    <a:pt x="1584" y="1"/>
                    <a:pt x="1489" y="96"/>
                    <a:pt x="1489" y="222"/>
                  </a:cubicBezTo>
                  <a:lnTo>
                    <a:pt x="1489" y="1521"/>
                  </a:lnTo>
                  <a:lnTo>
                    <a:pt x="222" y="1521"/>
                  </a:lnTo>
                  <a:cubicBezTo>
                    <a:pt x="95" y="1521"/>
                    <a:pt x="0" y="1616"/>
                    <a:pt x="0" y="1711"/>
                  </a:cubicBezTo>
                  <a:cubicBezTo>
                    <a:pt x="0" y="1838"/>
                    <a:pt x="95" y="1933"/>
                    <a:pt x="222" y="1933"/>
                  </a:cubicBezTo>
                  <a:lnTo>
                    <a:pt x="1489" y="1933"/>
                  </a:lnTo>
                  <a:lnTo>
                    <a:pt x="1489" y="3231"/>
                  </a:lnTo>
                  <a:cubicBezTo>
                    <a:pt x="1489" y="3326"/>
                    <a:pt x="1584" y="3421"/>
                    <a:pt x="1711" y="3421"/>
                  </a:cubicBezTo>
                  <a:cubicBezTo>
                    <a:pt x="1837" y="3421"/>
                    <a:pt x="1932" y="3326"/>
                    <a:pt x="1932" y="3231"/>
                  </a:cubicBezTo>
                  <a:lnTo>
                    <a:pt x="1932" y="1933"/>
                  </a:lnTo>
                  <a:lnTo>
                    <a:pt x="3199" y="1933"/>
                  </a:lnTo>
                  <a:cubicBezTo>
                    <a:pt x="3326" y="1933"/>
                    <a:pt x="3421" y="1838"/>
                    <a:pt x="3421" y="1711"/>
                  </a:cubicBezTo>
                  <a:cubicBezTo>
                    <a:pt x="3421" y="1616"/>
                    <a:pt x="3326" y="1521"/>
                    <a:pt x="3199" y="1521"/>
                  </a:cubicBezTo>
                  <a:lnTo>
                    <a:pt x="1932" y="1521"/>
                  </a:lnTo>
                  <a:lnTo>
                    <a:pt x="1932" y="222"/>
                  </a:lnTo>
                  <a:cubicBezTo>
                    <a:pt x="1932" y="96"/>
                    <a:pt x="1837" y="1"/>
                    <a:pt x="17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18;p14">
              <a:extLst>
                <a:ext uri="{FF2B5EF4-FFF2-40B4-BE49-F238E27FC236}">
                  <a16:creationId xmlns:a16="http://schemas.microsoft.com/office/drawing/2014/main" id="{4357F3F0-E4F3-4765-D62C-C188BC4E5318}"/>
                </a:ext>
              </a:extLst>
            </p:cNvPr>
            <p:cNvSpPr/>
            <p:nvPr/>
          </p:nvSpPr>
          <p:spPr>
            <a:xfrm>
              <a:off x="2360307" y="2662838"/>
              <a:ext cx="291893" cy="302014"/>
            </a:xfrm>
            <a:custGeom>
              <a:avLst/>
              <a:gdLst/>
              <a:ahLst/>
              <a:cxnLst/>
              <a:rect l="l" t="t" r="r" b="b"/>
              <a:pathLst>
                <a:path w="10959" h="11339" extrusionOk="0">
                  <a:moveTo>
                    <a:pt x="4498" y="444"/>
                  </a:moveTo>
                  <a:cubicBezTo>
                    <a:pt x="6746" y="444"/>
                    <a:pt x="8583" y="2249"/>
                    <a:pt x="8583" y="4498"/>
                  </a:cubicBezTo>
                  <a:cubicBezTo>
                    <a:pt x="8583" y="6746"/>
                    <a:pt x="6746" y="8583"/>
                    <a:pt x="4498" y="8583"/>
                  </a:cubicBezTo>
                  <a:cubicBezTo>
                    <a:pt x="2249" y="8583"/>
                    <a:pt x="444" y="6746"/>
                    <a:pt x="444" y="4498"/>
                  </a:cubicBezTo>
                  <a:cubicBezTo>
                    <a:pt x="444" y="2249"/>
                    <a:pt x="2249" y="444"/>
                    <a:pt x="4498" y="444"/>
                  </a:cubicBezTo>
                  <a:close/>
                  <a:moveTo>
                    <a:pt x="4498" y="1"/>
                  </a:moveTo>
                  <a:cubicBezTo>
                    <a:pt x="2027" y="1"/>
                    <a:pt x="1" y="2028"/>
                    <a:pt x="1" y="4498"/>
                  </a:cubicBezTo>
                  <a:cubicBezTo>
                    <a:pt x="1" y="7000"/>
                    <a:pt x="2027" y="8995"/>
                    <a:pt x="4498" y="8995"/>
                  </a:cubicBezTo>
                  <a:cubicBezTo>
                    <a:pt x="5574" y="8995"/>
                    <a:pt x="6588" y="8615"/>
                    <a:pt x="7379" y="7981"/>
                  </a:cubicBezTo>
                  <a:lnTo>
                    <a:pt x="10546" y="11275"/>
                  </a:lnTo>
                  <a:cubicBezTo>
                    <a:pt x="10610" y="11338"/>
                    <a:pt x="10641" y="11338"/>
                    <a:pt x="10705" y="11338"/>
                  </a:cubicBezTo>
                  <a:cubicBezTo>
                    <a:pt x="10768" y="11338"/>
                    <a:pt x="10831" y="11338"/>
                    <a:pt x="10863" y="11275"/>
                  </a:cubicBezTo>
                  <a:cubicBezTo>
                    <a:pt x="10958" y="11212"/>
                    <a:pt x="10958" y="11085"/>
                    <a:pt x="10863" y="10990"/>
                  </a:cubicBezTo>
                  <a:lnTo>
                    <a:pt x="7696" y="7696"/>
                  </a:lnTo>
                  <a:cubicBezTo>
                    <a:pt x="8488" y="6873"/>
                    <a:pt x="8995" y="5733"/>
                    <a:pt x="8995" y="4498"/>
                  </a:cubicBezTo>
                  <a:cubicBezTo>
                    <a:pt x="8995" y="2028"/>
                    <a:pt x="6968" y="1"/>
                    <a:pt x="4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19;p14">
              <a:extLst>
                <a:ext uri="{FF2B5EF4-FFF2-40B4-BE49-F238E27FC236}">
                  <a16:creationId xmlns:a16="http://schemas.microsoft.com/office/drawing/2014/main" id="{630B810A-BC91-47DE-28DE-88AAB5265379}"/>
                </a:ext>
              </a:extLst>
            </p:cNvPr>
            <p:cNvSpPr/>
            <p:nvPr/>
          </p:nvSpPr>
          <p:spPr>
            <a:xfrm>
              <a:off x="2190776" y="2499219"/>
              <a:ext cx="420087" cy="535630"/>
            </a:xfrm>
            <a:custGeom>
              <a:avLst/>
              <a:gdLst/>
              <a:ahLst/>
              <a:cxnLst/>
              <a:rect l="l" t="t" r="r" b="b"/>
              <a:pathLst>
                <a:path w="15772" h="20110" fill="none" extrusionOk="0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3"/>
                    <a:pt x="15771" y="697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20;p14">
              <a:extLst>
                <a:ext uri="{FF2B5EF4-FFF2-40B4-BE49-F238E27FC236}">
                  <a16:creationId xmlns:a16="http://schemas.microsoft.com/office/drawing/2014/main" id="{B85A7A9C-7122-E7FD-6BD6-D93B79719394}"/>
                </a:ext>
              </a:extLst>
            </p:cNvPr>
            <p:cNvSpPr/>
            <p:nvPr/>
          </p:nvSpPr>
          <p:spPr>
            <a:xfrm>
              <a:off x="2505388" y="2584398"/>
              <a:ext cx="315492" cy="544925"/>
            </a:xfrm>
            <a:custGeom>
              <a:avLst/>
              <a:gdLst/>
              <a:ahLst/>
              <a:cxnLst/>
              <a:rect l="l" t="t" r="r" b="b"/>
              <a:pathLst>
                <a:path w="11845" h="20459" fill="none" extrusionOk="0">
                  <a:moveTo>
                    <a:pt x="8108" y="1"/>
                  </a:moveTo>
                  <a:cubicBezTo>
                    <a:pt x="10388" y="2154"/>
                    <a:pt x="11845" y="5226"/>
                    <a:pt x="11845" y="8615"/>
                  </a:cubicBezTo>
                  <a:cubicBezTo>
                    <a:pt x="11845" y="15138"/>
                    <a:pt x="6556" y="20459"/>
                    <a:pt x="1" y="20459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40A9284-1A6D-3D95-52E1-29FF78A1D388}"/>
              </a:ext>
            </a:extLst>
          </p:cNvPr>
          <p:cNvSpPr txBox="1"/>
          <p:nvPr/>
        </p:nvSpPr>
        <p:spPr>
          <a:xfrm>
            <a:off x="8508206" y="4693444"/>
            <a:ext cx="335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18"/>
          <p:cNvGrpSpPr/>
          <p:nvPr/>
        </p:nvGrpSpPr>
        <p:grpSpPr>
          <a:xfrm>
            <a:off x="197669" y="419925"/>
            <a:ext cx="3056198" cy="4063618"/>
            <a:chOff x="3049525" y="1569750"/>
            <a:chExt cx="1724425" cy="2292850"/>
          </a:xfrm>
        </p:grpSpPr>
        <p:sp>
          <p:nvSpPr>
            <p:cNvPr id="1500" name="Google Shape;1500;p18"/>
            <p:cNvSpPr/>
            <p:nvPr/>
          </p:nvSpPr>
          <p:spPr>
            <a:xfrm>
              <a:off x="3628275" y="1569750"/>
              <a:ext cx="809975" cy="441800"/>
            </a:xfrm>
            <a:custGeom>
              <a:avLst/>
              <a:gdLst/>
              <a:ahLst/>
              <a:cxnLst/>
              <a:rect l="l" t="t" r="r" b="b"/>
              <a:pathLst>
                <a:path w="32399" h="17672" extrusionOk="0">
                  <a:moveTo>
                    <a:pt x="1" y="0"/>
                  </a:moveTo>
                  <a:lnTo>
                    <a:pt x="1" y="5985"/>
                  </a:lnTo>
                  <a:cubicBezTo>
                    <a:pt x="10990" y="5985"/>
                    <a:pt x="20966" y="10451"/>
                    <a:pt x="28186" y="17671"/>
                  </a:cubicBezTo>
                  <a:lnTo>
                    <a:pt x="32398" y="13459"/>
                  </a:lnTo>
                  <a:cubicBezTo>
                    <a:pt x="24101" y="5162"/>
                    <a:pt x="12637" y="0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8"/>
            <p:cNvSpPr/>
            <p:nvPr/>
          </p:nvSpPr>
          <p:spPr>
            <a:xfrm>
              <a:off x="3049525" y="2137400"/>
              <a:ext cx="1157550" cy="1157525"/>
            </a:xfrm>
            <a:custGeom>
              <a:avLst/>
              <a:gdLst/>
              <a:ahLst/>
              <a:cxnLst/>
              <a:rect l="l" t="t" r="r" b="b"/>
              <a:pathLst>
                <a:path w="46302" h="46301" extrusionOk="0">
                  <a:moveTo>
                    <a:pt x="23151" y="1"/>
                  </a:moveTo>
                  <a:cubicBezTo>
                    <a:pt x="10357" y="1"/>
                    <a:pt x="1" y="10356"/>
                    <a:pt x="1" y="23151"/>
                  </a:cubicBezTo>
                  <a:cubicBezTo>
                    <a:pt x="1" y="35945"/>
                    <a:pt x="10357" y="46301"/>
                    <a:pt x="23151" y="46301"/>
                  </a:cubicBezTo>
                  <a:cubicBezTo>
                    <a:pt x="35945" y="46301"/>
                    <a:pt x="46301" y="35945"/>
                    <a:pt x="46301" y="23151"/>
                  </a:cubicBezTo>
                  <a:cubicBezTo>
                    <a:pt x="46301" y="10356"/>
                    <a:pt x="35945" y="1"/>
                    <a:pt x="231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3078025" y="2215575"/>
              <a:ext cx="1099750" cy="1001175"/>
            </a:xfrm>
            <a:custGeom>
              <a:avLst/>
              <a:gdLst/>
              <a:ahLst/>
              <a:cxnLst/>
              <a:rect l="l" t="t" r="r" b="b"/>
              <a:pathLst>
                <a:path w="43990" h="40047" extrusionOk="0">
                  <a:moveTo>
                    <a:pt x="21995" y="1"/>
                  </a:moveTo>
                  <a:cubicBezTo>
                    <a:pt x="16865" y="1"/>
                    <a:pt x="11734" y="1957"/>
                    <a:pt x="7823" y="5868"/>
                  </a:cubicBezTo>
                  <a:cubicBezTo>
                    <a:pt x="1" y="13690"/>
                    <a:pt x="1" y="26357"/>
                    <a:pt x="7823" y="34180"/>
                  </a:cubicBezTo>
                  <a:cubicBezTo>
                    <a:pt x="11734" y="38091"/>
                    <a:pt x="16865" y="40046"/>
                    <a:pt x="21995" y="40046"/>
                  </a:cubicBezTo>
                  <a:cubicBezTo>
                    <a:pt x="27126" y="40046"/>
                    <a:pt x="32256" y="38091"/>
                    <a:pt x="36167" y="34180"/>
                  </a:cubicBezTo>
                  <a:cubicBezTo>
                    <a:pt x="43989" y="26357"/>
                    <a:pt x="43989" y="13690"/>
                    <a:pt x="36167" y="5868"/>
                  </a:cubicBezTo>
                  <a:cubicBezTo>
                    <a:pt x="32256" y="1957"/>
                    <a:pt x="27126" y="1"/>
                    <a:pt x="219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4361425" y="2372550"/>
              <a:ext cx="47525" cy="47525"/>
            </a:xfrm>
            <a:custGeom>
              <a:avLst/>
              <a:gdLst/>
              <a:ahLst/>
              <a:cxnLst/>
              <a:rect l="l" t="t" r="r" b="b"/>
              <a:pathLst>
                <a:path w="1901" h="1901" extrusionOk="0">
                  <a:moveTo>
                    <a:pt x="951" y="460"/>
                  </a:moveTo>
                  <a:cubicBezTo>
                    <a:pt x="1077" y="460"/>
                    <a:pt x="1204" y="507"/>
                    <a:pt x="1299" y="602"/>
                  </a:cubicBezTo>
                  <a:cubicBezTo>
                    <a:pt x="1394" y="697"/>
                    <a:pt x="1426" y="824"/>
                    <a:pt x="1426" y="950"/>
                  </a:cubicBezTo>
                  <a:cubicBezTo>
                    <a:pt x="1426" y="1077"/>
                    <a:pt x="1394" y="1204"/>
                    <a:pt x="1299" y="1299"/>
                  </a:cubicBezTo>
                  <a:cubicBezTo>
                    <a:pt x="1204" y="1394"/>
                    <a:pt x="1077" y="1441"/>
                    <a:pt x="951" y="1441"/>
                  </a:cubicBezTo>
                  <a:cubicBezTo>
                    <a:pt x="824" y="1441"/>
                    <a:pt x="697" y="1394"/>
                    <a:pt x="602" y="1299"/>
                  </a:cubicBezTo>
                  <a:cubicBezTo>
                    <a:pt x="507" y="1204"/>
                    <a:pt x="444" y="1077"/>
                    <a:pt x="444" y="950"/>
                  </a:cubicBezTo>
                  <a:cubicBezTo>
                    <a:pt x="444" y="824"/>
                    <a:pt x="507" y="697"/>
                    <a:pt x="602" y="602"/>
                  </a:cubicBezTo>
                  <a:cubicBezTo>
                    <a:pt x="697" y="507"/>
                    <a:pt x="824" y="460"/>
                    <a:pt x="951" y="460"/>
                  </a:cubicBezTo>
                  <a:close/>
                  <a:moveTo>
                    <a:pt x="939" y="0"/>
                  </a:moveTo>
                  <a:cubicBezTo>
                    <a:pt x="697" y="0"/>
                    <a:pt x="460" y="95"/>
                    <a:pt x="286" y="285"/>
                  </a:cubicBezTo>
                  <a:cubicBezTo>
                    <a:pt x="96" y="475"/>
                    <a:pt x="1" y="697"/>
                    <a:pt x="1" y="950"/>
                  </a:cubicBezTo>
                  <a:cubicBezTo>
                    <a:pt x="1" y="1204"/>
                    <a:pt x="96" y="1457"/>
                    <a:pt x="286" y="1615"/>
                  </a:cubicBezTo>
                  <a:cubicBezTo>
                    <a:pt x="476" y="1805"/>
                    <a:pt x="697" y="1900"/>
                    <a:pt x="951" y="1900"/>
                  </a:cubicBezTo>
                  <a:cubicBezTo>
                    <a:pt x="1172" y="1900"/>
                    <a:pt x="1426" y="1805"/>
                    <a:pt x="1616" y="1615"/>
                  </a:cubicBezTo>
                  <a:cubicBezTo>
                    <a:pt x="1806" y="1457"/>
                    <a:pt x="1901" y="1204"/>
                    <a:pt x="1901" y="950"/>
                  </a:cubicBezTo>
                  <a:cubicBezTo>
                    <a:pt x="1901" y="697"/>
                    <a:pt x="1806" y="475"/>
                    <a:pt x="1616" y="285"/>
                  </a:cubicBezTo>
                  <a:cubicBezTo>
                    <a:pt x="1426" y="95"/>
                    <a:pt x="1180" y="0"/>
                    <a:pt x="9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4247425" y="2319500"/>
              <a:ext cx="213775" cy="213800"/>
            </a:xfrm>
            <a:custGeom>
              <a:avLst/>
              <a:gdLst/>
              <a:ahLst/>
              <a:cxnLst/>
              <a:rect l="l" t="t" r="r" b="b"/>
              <a:pathLst>
                <a:path w="8551" h="8552" extrusionOk="0">
                  <a:moveTo>
                    <a:pt x="2424" y="2314"/>
                  </a:moveTo>
                  <a:cubicBezTo>
                    <a:pt x="2693" y="2314"/>
                    <a:pt x="2927" y="2373"/>
                    <a:pt x="3104" y="2439"/>
                  </a:cubicBezTo>
                  <a:cubicBezTo>
                    <a:pt x="2724" y="2787"/>
                    <a:pt x="2407" y="3167"/>
                    <a:pt x="2090" y="3579"/>
                  </a:cubicBezTo>
                  <a:cubicBezTo>
                    <a:pt x="1679" y="3326"/>
                    <a:pt x="1109" y="3262"/>
                    <a:pt x="697" y="3262"/>
                  </a:cubicBezTo>
                  <a:cubicBezTo>
                    <a:pt x="1296" y="2519"/>
                    <a:pt x="1921" y="2314"/>
                    <a:pt x="2424" y="2314"/>
                  </a:cubicBezTo>
                  <a:close/>
                  <a:moveTo>
                    <a:pt x="8076" y="476"/>
                  </a:moveTo>
                  <a:cubicBezTo>
                    <a:pt x="7981" y="1331"/>
                    <a:pt x="7506" y="3832"/>
                    <a:pt x="5004" y="5859"/>
                  </a:cubicBezTo>
                  <a:lnTo>
                    <a:pt x="4972" y="5891"/>
                  </a:lnTo>
                  <a:cubicBezTo>
                    <a:pt x="4592" y="6176"/>
                    <a:pt x="4212" y="6461"/>
                    <a:pt x="3769" y="6714"/>
                  </a:cubicBezTo>
                  <a:lnTo>
                    <a:pt x="1869" y="4814"/>
                  </a:lnTo>
                  <a:cubicBezTo>
                    <a:pt x="3990" y="1204"/>
                    <a:pt x="7252" y="602"/>
                    <a:pt x="8076" y="476"/>
                  </a:cubicBezTo>
                  <a:close/>
                  <a:moveTo>
                    <a:pt x="1837" y="5416"/>
                  </a:moveTo>
                  <a:lnTo>
                    <a:pt x="3135" y="6714"/>
                  </a:lnTo>
                  <a:lnTo>
                    <a:pt x="2565" y="6999"/>
                  </a:lnTo>
                  <a:lnTo>
                    <a:pt x="1584" y="6018"/>
                  </a:lnTo>
                  <a:lnTo>
                    <a:pt x="1837" y="5416"/>
                  </a:lnTo>
                  <a:close/>
                  <a:moveTo>
                    <a:pt x="6112" y="5479"/>
                  </a:moveTo>
                  <a:cubicBezTo>
                    <a:pt x="6271" y="5954"/>
                    <a:pt x="6429" y="6936"/>
                    <a:pt x="5289" y="7854"/>
                  </a:cubicBezTo>
                  <a:cubicBezTo>
                    <a:pt x="5289" y="7443"/>
                    <a:pt x="5226" y="6873"/>
                    <a:pt x="4972" y="6461"/>
                  </a:cubicBezTo>
                  <a:cubicBezTo>
                    <a:pt x="5067" y="6398"/>
                    <a:pt x="5131" y="6334"/>
                    <a:pt x="5226" y="6271"/>
                  </a:cubicBezTo>
                  <a:cubicBezTo>
                    <a:pt x="5257" y="6239"/>
                    <a:pt x="5289" y="6208"/>
                    <a:pt x="5321" y="6176"/>
                  </a:cubicBezTo>
                  <a:cubicBezTo>
                    <a:pt x="5384" y="6144"/>
                    <a:pt x="5447" y="6081"/>
                    <a:pt x="5511" y="6049"/>
                  </a:cubicBezTo>
                  <a:cubicBezTo>
                    <a:pt x="5732" y="5859"/>
                    <a:pt x="5922" y="5669"/>
                    <a:pt x="6112" y="5479"/>
                  </a:cubicBezTo>
                  <a:close/>
                  <a:moveTo>
                    <a:pt x="8329" y="0"/>
                  </a:moveTo>
                  <a:cubicBezTo>
                    <a:pt x="8297" y="0"/>
                    <a:pt x="7221" y="32"/>
                    <a:pt x="5827" y="634"/>
                  </a:cubicBezTo>
                  <a:cubicBezTo>
                    <a:pt x="4972" y="982"/>
                    <a:pt x="4212" y="1489"/>
                    <a:pt x="3484" y="2122"/>
                  </a:cubicBezTo>
                  <a:cubicBezTo>
                    <a:pt x="3207" y="1972"/>
                    <a:pt x="2829" y="1856"/>
                    <a:pt x="2404" y="1856"/>
                  </a:cubicBezTo>
                  <a:cubicBezTo>
                    <a:pt x="1662" y="1856"/>
                    <a:pt x="777" y="2210"/>
                    <a:pt x="32" y="3357"/>
                  </a:cubicBezTo>
                  <a:cubicBezTo>
                    <a:pt x="32" y="3421"/>
                    <a:pt x="0" y="3452"/>
                    <a:pt x="0" y="3484"/>
                  </a:cubicBezTo>
                  <a:cubicBezTo>
                    <a:pt x="0" y="3547"/>
                    <a:pt x="32" y="3579"/>
                    <a:pt x="32" y="3611"/>
                  </a:cubicBezTo>
                  <a:cubicBezTo>
                    <a:pt x="84" y="3662"/>
                    <a:pt x="135" y="3714"/>
                    <a:pt x="204" y="3714"/>
                  </a:cubicBezTo>
                  <a:cubicBezTo>
                    <a:pt x="220" y="3714"/>
                    <a:pt x="236" y="3712"/>
                    <a:pt x="254" y="3706"/>
                  </a:cubicBezTo>
                  <a:cubicBezTo>
                    <a:pt x="333" y="3698"/>
                    <a:pt x="446" y="3692"/>
                    <a:pt x="577" y="3692"/>
                  </a:cubicBezTo>
                  <a:cubicBezTo>
                    <a:pt x="970" y="3692"/>
                    <a:pt x="1528" y="3745"/>
                    <a:pt x="1837" y="3959"/>
                  </a:cubicBezTo>
                  <a:cubicBezTo>
                    <a:pt x="1679" y="4212"/>
                    <a:pt x="1520" y="4466"/>
                    <a:pt x="1394" y="4719"/>
                  </a:cubicBezTo>
                  <a:cubicBezTo>
                    <a:pt x="1362" y="4751"/>
                    <a:pt x="1362" y="4782"/>
                    <a:pt x="1362" y="4846"/>
                  </a:cubicBezTo>
                  <a:cubicBezTo>
                    <a:pt x="1362" y="4909"/>
                    <a:pt x="1362" y="4941"/>
                    <a:pt x="1425" y="5004"/>
                  </a:cubicBezTo>
                  <a:lnTo>
                    <a:pt x="1489" y="5068"/>
                  </a:lnTo>
                  <a:lnTo>
                    <a:pt x="1109" y="5954"/>
                  </a:lnTo>
                  <a:cubicBezTo>
                    <a:pt x="1109" y="5986"/>
                    <a:pt x="1077" y="6018"/>
                    <a:pt x="1077" y="6049"/>
                  </a:cubicBezTo>
                  <a:cubicBezTo>
                    <a:pt x="1077" y="6113"/>
                    <a:pt x="1109" y="6176"/>
                    <a:pt x="1140" y="6208"/>
                  </a:cubicBezTo>
                  <a:lnTo>
                    <a:pt x="2344" y="7411"/>
                  </a:lnTo>
                  <a:cubicBezTo>
                    <a:pt x="2390" y="7457"/>
                    <a:pt x="2453" y="7487"/>
                    <a:pt x="2521" y="7487"/>
                  </a:cubicBezTo>
                  <a:cubicBezTo>
                    <a:pt x="2546" y="7487"/>
                    <a:pt x="2572" y="7483"/>
                    <a:pt x="2597" y="7474"/>
                  </a:cubicBezTo>
                  <a:lnTo>
                    <a:pt x="3484" y="7063"/>
                  </a:lnTo>
                  <a:lnTo>
                    <a:pt x="3579" y="7158"/>
                  </a:lnTo>
                  <a:cubicBezTo>
                    <a:pt x="3616" y="7195"/>
                    <a:pt x="3675" y="7210"/>
                    <a:pt x="3730" y="7210"/>
                  </a:cubicBezTo>
                  <a:cubicBezTo>
                    <a:pt x="3769" y="7210"/>
                    <a:pt x="3806" y="7202"/>
                    <a:pt x="3832" y="7189"/>
                  </a:cubicBezTo>
                  <a:cubicBezTo>
                    <a:pt x="4085" y="7031"/>
                    <a:pt x="4339" y="6873"/>
                    <a:pt x="4592" y="6714"/>
                  </a:cubicBezTo>
                  <a:cubicBezTo>
                    <a:pt x="4877" y="7158"/>
                    <a:pt x="4846" y="7981"/>
                    <a:pt x="4814" y="8298"/>
                  </a:cubicBezTo>
                  <a:cubicBezTo>
                    <a:pt x="4814" y="8361"/>
                    <a:pt x="4846" y="8456"/>
                    <a:pt x="4941" y="8519"/>
                  </a:cubicBezTo>
                  <a:cubicBezTo>
                    <a:pt x="4972" y="8519"/>
                    <a:pt x="5004" y="8551"/>
                    <a:pt x="5036" y="8551"/>
                  </a:cubicBezTo>
                  <a:cubicBezTo>
                    <a:pt x="5099" y="8551"/>
                    <a:pt x="5131" y="8519"/>
                    <a:pt x="5162" y="8519"/>
                  </a:cubicBezTo>
                  <a:cubicBezTo>
                    <a:pt x="6967" y="7348"/>
                    <a:pt x="6809" y="5828"/>
                    <a:pt x="6461" y="5068"/>
                  </a:cubicBezTo>
                  <a:cubicBezTo>
                    <a:pt x="8487" y="2756"/>
                    <a:pt x="8551" y="286"/>
                    <a:pt x="8551" y="254"/>
                  </a:cubicBezTo>
                  <a:cubicBezTo>
                    <a:pt x="8551" y="191"/>
                    <a:pt x="8551" y="127"/>
                    <a:pt x="8487" y="96"/>
                  </a:cubicBezTo>
                  <a:cubicBezTo>
                    <a:pt x="8456" y="32"/>
                    <a:pt x="8392" y="0"/>
                    <a:pt x="832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4241875" y="2497625"/>
              <a:ext cx="41975" cy="42000"/>
            </a:xfrm>
            <a:custGeom>
              <a:avLst/>
              <a:gdLst/>
              <a:ahLst/>
              <a:cxnLst/>
              <a:rect l="l" t="t" r="r" b="b"/>
              <a:pathLst>
                <a:path w="1679" h="1680" extrusionOk="0">
                  <a:moveTo>
                    <a:pt x="1457" y="1"/>
                  </a:moveTo>
                  <a:cubicBezTo>
                    <a:pt x="1394" y="1"/>
                    <a:pt x="1331" y="33"/>
                    <a:pt x="1267" y="64"/>
                  </a:cubicBezTo>
                  <a:lnTo>
                    <a:pt x="64" y="1299"/>
                  </a:lnTo>
                  <a:cubicBezTo>
                    <a:pt x="32" y="1331"/>
                    <a:pt x="0" y="1394"/>
                    <a:pt x="0" y="1458"/>
                  </a:cubicBezTo>
                  <a:cubicBezTo>
                    <a:pt x="0" y="1521"/>
                    <a:pt x="32" y="1584"/>
                    <a:pt x="64" y="1616"/>
                  </a:cubicBezTo>
                  <a:cubicBezTo>
                    <a:pt x="95" y="1648"/>
                    <a:pt x="159" y="1679"/>
                    <a:pt x="222" y="1679"/>
                  </a:cubicBezTo>
                  <a:cubicBezTo>
                    <a:pt x="286" y="1679"/>
                    <a:pt x="349" y="1648"/>
                    <a:pt x="381" y="1616"/>
                  </a:cubicBezTo>
                  <a:lnTo>
                    <a:pt x="1616" y="381"/>
                  </a:lnTo>
                  <a:cubicBezTo>
                    <a:pt x="1647" y="349"/>
                    <a:pt x="1679" y="286"/>
                    <a:pt x="1679" y="223"/>
                  </a:cubicBezTo>
                  <a:cubicBezTo>
                    <a:pt x="1679" y="159"/>
                    <a:pt x="1647" y="96"/>
                    <a:pt x="1616" y="64"/>
                  </a:cubicBezTo>
                  <a:cubicBezTo>
                    <a:pt x="1552" y="33"/>
                    <a:pt x="1521" y="1"/>
                    <a:pt x="145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4237925" y="2484975"/>
              <a:ext cx="33275" cy="32475"/>
            </a:xfrm>
            <a:custGeom>
              <a:avLst/>
              <a:gdLst/>
              <a:ahLst/>
              <a:cxnLst/>
              <a:rect l="l" t="t" r="r" b="b"/>
              <a:pathLst>
                <a:path w="1331" h="1299" extrusionOk="0">
                  <a:moveTo>
                    <a:pt x="1077" y="0"/>
                  </a:moveTo>
                  <a:cubicBezTo>
                    <a:pt x="1045" y="0"/>
                    <a:pt x="982" y="32"/>
                    <a:pt x="919" y="64"/>
                  </a:cubicBezTo>
                  <a:lnTo>
                    <a:pt x="63" y="919"/>
                  </a:lnTo>
                  <a:cubicBezTo>
                    <a:pt x="32" y="950"/>
                    <a:pt x="0" y="1014"/>
                    <a:pt x="0" y="1077"/>
                  </a:cubicBezTo>
                  <a:cubicBezTo>
                    <a:pt x="0" y="1140"/>
                    <a:pt x="32" y="1204"/>
                    <a:pt x="63" y="1235"/>
                  </a:cubicBezTo>
                  <a:cubicBezTo>
                    <a:pt x="127" y="1267"/>
                    <a:pt x="190" y="1299"/>
                    <a:pt x="253" y="1299"/>
                  </a:cubicBezTo>
                  <a:cubicBezTo>
                    <a:pt x="317" y="1299"/>
                    <a:pt x="348" y="1299"/>
                    <a:pt x="412" y="1235"/>
                  </a:cubicBezTo>
                  <a:lnTo>
                    <a:pt x="1267" y="380"/>
                  </a:lnTo>
                  <a:cubicBezTo>
                    <a:pt x="1299" y="349"/>
                    <a:pt x="1330" y="285"/>
                    <a:pt x="1330" y="222"/>
                  </a:cubicBezTo>
                  <a:cubicBezTo>
                    <a:pt x="1330" y="159"/>
                    <a:pt x="1299" y="95"/>
                    <a:pt x="1267" y="64"/>
                  </a:cubicBezTo>
                  <a:cubicBezTo>
                    <a:pt x="1204" y="32"/>
                    <a:pt x="1172" y="0"/>
                    <a:pt x="1077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8"/>
            <p:cNvSpPr/>
            <p:nvPr/>
          </p:nvSpPr>
          <p:spPr>
            <a:xfrm>
              <a:off x="4264050" y="2510300"/>
              <a:ext cx="32475" cy="32500"/>
            </a:xfrm>
            <a:custGeom>
              <a:avLst/>
              <a:gdLst/>
              <a:ahLst/>
              <a:cxnLst/>
              <a:rect l="l" t="t" r="r" b="b"/>
              <a:pathLst>
                <a:path w="1299" h="1300" extrusionOk="0">
                  <a:moveTo>
                    <a:pt x="1077" y="1"/>
                  </a:moveTo>
                  <a:cubicBezTo>
                    <a:pt x="1014" y="1"/>
                    <a:pt x="950" y="32"/>
                    <a:pt x="919" y="64"/>
                  </a:cubicBezTo>
                  <a:lnTo>
                    <a:pt x="64" y="919"/>
                  </a:lnTo>
                  <a:cubicBezTo>
                    <a:pt x="0" y="951"/>
                    <a:pt x="0" y="1014"/>
                    <a:pt x="0" y="1077"/>
                  </a:cubicBezTo>
                  <a:cubicBezTo>
                    <a:pt x="0" y="1141"/>
                    <a:pt x="0" y="1204"/>
                    <a:pt x="64" y="1236"/>
                  </a:cubicBezTo>
                  <a:cubicBezTo>
                    <a:pt x="95" y="1299"/>
                    <a:pt x="159" y="1299"/>
                    <a:pt x="222" y="1299"/>
                  </a:cubicBezTo>
                  <a:cubicBezTo>
                    <a:pt x="285" y="1299"/>
                    <a:pt x="349" y="1267"/>
                    <a:pt x="380" y="1236"/>
                  </a:cubicBezTo>
                  <a:lnTo>
                    <a:pt x="1235" y="381"/>
                  </a:lnTo>
                  <a:cubicBezTo>
                    <a:pt x="1267" y="349"/>
                    <a:pt x="1299" y="286"/>
                    <a:pt x="1299" y="222"/>
                  </a:cubicBezTo>
                  <a:cubicBezTo>
                    <a:pt x="1299" y="159"/>
                    <a:pt x="1267" y="96"/>
                    <a:pt x="1235" y="64"/>
                  </a:cubicBezTo>
                  <a:cubicBezTo>
                    <a:pt x="1172" y="32"/>
                    <a:pt x="1140" y="1"/>
                    <a:pt x="107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8"/>
            <p:cNvSpPr/>
            <p:nvPr/>
          </p:nvSpPr>
          <p:spPr>
            <a:xfrm>
              <a:off x="3842850" y="1928400"/>
              <a:ext cx="207450" cy="159950"/>
            </a:xfrm>
            <a:custGeom>
              <a:avLst/>
              <a:gdLst/>
              <a:ahLst/>
              <a:cxnLst/>
              <a:rect l="l" t="t" r="r" b="b"/>
              <a:pathLst>
                <a:path w="8298" h="6398" extrusionOk="0">
                  <a:moveTo>
                    <a:pt x="159" y="0"/>
                  </a:moveTo>
                  <a:cubicBezTo>
                    <a:pt x="64" y="0"/>
                    <a:pt x="0" y="63"/>
                    <a:pt x="0" y="127"/>
                  </a:cubicBezTo>
                  <a:lnTo>
                    <a:pt x="0" y="6271"/>
                  </a:lnTo>
                  <a:cubicBezTo>
                    <a:pt x="0" y="6334"/>
                    <a:pt x="64" y="6397"/>
                    <a:pt x="159" y="6397"/>
                  </a:cubicBezTo>
                  <a:lnTo>
                    <a:pt x="8139" y="6397"/>
                  </a:lnTo>
                  <a:cubicBezTo>
                    <a:pt x="8234" y="6397"/>
                    <a:pt x="8298" y="6334"/>
                    <a:pt x="8298" y="6271"/>
                  </a:cubicBezTo>
                  <a:cubicBezTo>
                    <a:pt x="8298" y="6175"/>
                    <a:pt x="8234" y="6112"/>
                    <a:pt x="8139" y="6112"/>
                  </a:cubicBezTo>
                  <a:lnTo>
                    <a:pt x="317" y="6112"/>
                  </a:lnTo>
                  <a:lnTo>
                    <a:pt x="317" y="127"/>
                  </a:lnTo>
                  <a:cubicBezTo>
                    <a:pt x="317" y="63"/>
                    <a:pt x="254" y="0"/>
                    <a:pt x="15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3863425" y="2004400"/>
              <a:ext cx="37250" cy="64950"/>
            </a:xfrm>
            <a:custGeom>
              <a:avLst/>
              <a:gdLst/>
              <a:ahLst/>
              <a:cxnLst/>
              <a:rect l="l" t="t" r="r" b="b"/>
              <a:pathLst>
                <a:path w="1490" h="2598" extrusionOk="0">
                  <a:moveTo>
                    <a:pt x="1046" y="349"/>
                  </a:moveTo>
                  <a:lnTo>
                    <a:pt x="1046" y="2249"/>
                  </a:lnTo>
                  <a:lnTo>
                    <a:pt x="412" y="2249"/>
                  </a:lnTo>
                  <a:lnTo>
                    <a:pt x="412" y="349"/>
                  </a:lnTo>
                  <a:close/>
                  <a:moveTo>
                    <a:pt x="286" y="0"/>
                  </a:moveTo>
                  <a:cubicBezTo>
                    <a:pt x="127" y="0"/>
                    <a:pt x="1" y="127"/>
                    <a:pt x="1" y="254"/>
                  </a:cubicBezTo>
                  <a:lnTo>
                    <a:pt x="1" y="2344"/>
                  </a:lnTo>
                  <a:cubicBezTo>
                    <a:pt x="1" y="2470"/>
                    <a:pt x="127" y="2597"/>
                    <a:pt x="286" y="2597"/>
                  </a:cubicBezTo>
                  <a:lnTo>
                    <a:pt x="1172" y="2597"/>
                  </a:lnTo>
                  <a:cubicBezTo>
                    <a:pt x="1331" y="2597"/>
                    <a:pt x="1489" y="2470"/>
                    <a:pt x="1489" y="2344"/>
                  </a:cubicBezTo>
                  <a:lnTo>
                    <a:pt x="1489" y="254"/>
                  </a:lnTo>
                  <a:cubicBezTo>
                    <a:pt x="1489" y="127"/>
                    <a:pt x="1331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3908550" y="1986175"/>
              <a:ext cx="37250" cy="83175"/>
            </a:xfrm>
            <a:custGeom>
              <a:avLst/>
              <a:gdLst/>
              <a:ahLst/>
              <a:cxnLst/>
              <a:rect l="l" t="t" r="r" b="b"/>
              <a:pathLst>
                <a:path w="1490" h="3327" extrusionOk="0">
                  <a:moveTo>
                    <a:pt x="1046" y="349"/>
                  </a:moveTo>
                  <a:lnTo>
                    <a:pt x="1046" y="2978"/>
                  </a:lnTo>
                  <a:lnTo>
                    <a:pt x="413" y="297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7" y="1"/>
                    <a:pt x="1" y="96"/>
                    <a:pt x="1" y="254"/>
                  </a:cubicBezTo>
                  <a:lnTo>
                    <a:pt x="1" y="3073"/>
                  </a:lnTo>
                  <a:cubicBezTo>
                    <a:pt x="1" y="3199"/>
                    <a:pt x="127" y="3326"/>
                    <a:pt x="286" y="3326"/>
                  </a:cubicBezTo>
                  <a:lnTo>
                    <a:pt x="1173" y="3326"/>
                  </a:lnTo>
                  <a:cubicBezTo>
                    <a:pt x="1331" y="3326"/>
                    <a:pt x="1489" y="3199"/>
                    <a:pt x="1489" y="3073"/>
                  </a:cubicBezTo>
                  <a:lnTo>
                    <a:pt x="1489" y="254"/>
                  </a:lnTo>
                  <a:cubicBezTo>
                    <a:pt x="1489" y="96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3953675" y="1967175"/>
              <a:ext cx="37250" cy="102175"/>
            </a:xfrm>
            <a:custGeom>
              <a:avLst/>
              <a:gdLst/>
              <a:ahLst/>
              <a:cxnLst/>
              <a:rect l="l" t="t" r="r" b="b"/>
              <a:pathLst>
                <a:path w="1490" h="4087" extrusionOk="0">
                  <a:moveTo>
                    <a:pt x="1046" y="349"/>
                  </a:moveTo>
                  <a:lnTo>
                    <a:pt x="1046" y="3738"/>
                  </a:lnTo>
                  <a:lnTo>
                    <a:pt x="413" y="3738"/>
                  </a:lnTo>
                  <a:lnTo>
                    <a:pt x="413" y="349"/>
                  </a:lnTo>
                  <a:close/>
                  <a:moveTo>
                    <a:pt x="286" y="1"/>
                  </a:moveTo>
                  <a:cubicBezTo>
                    <a:pt x="128" y="1"/>
                    <a:pt x="1" y="128"/>
                    <a:pt x="1" y="254"/>
                  </a:cubicBezTo>
                  <a:lnTo>
                    <a:pt x="1" y="3833"/>
                  </a:lnTo>
                  <a:cubicBezTo>
                    <a:pt x="1" y="3959"/>
                    <a:pt x="128" y="4086"/>
                    <a:pt x="286" y="4086"/>
                  </a:cubicBezTo>
                  <a:lnTo>
                    <a:pt x="1173" y="4086"/>
                  </a:lnTo>
                  <a:cubicBezTo>
                    <a:pt x="1331" y="4086"/>
                    <a:pt x="1489" y="3959"/>
                    <a:pt x="1489" y="3833"/>
                  </a:cubicBezTo>
                  <a:lnTo>
                    <a:pt x="1489" y="254"/>
                  </a:lnTo>
                  <a:cubicBezTo>
                    <a:pt x="1489" y="128"/>
                    <a:pt x="1331" y="1"/>
                    <a:pt x="1173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3998825" y="1948975"/>
              <a:ext cx="37225" cy="120375"/>
            </a:xfrm>
            <a:custGeom>
              <a:avLst/>
              <a:gdLst/>
              <a:ahLst/>
              <a:cxnLst/>
              <a:rect l="l" t="t" r="r" b="b"/>
              <a:pathLst>
                <a:path w="1489" h="4815" extrusionOk="0">
                  <a:moveTo>
                    <a:pt x="1045" y="349"/>
                  </a:moveTo>
                  <a:lnTo>
                    <a:pt x="1045" y="4466"/>
                  </a:lnTo>
                  <a:lnTo>
                    <a:pt x="412" y="4466"/>
                  </a:lnTo>
                  <a:lnTo>
                    <a:pt x="412" y="349"/>
                  </a:lnTo>
                  <a:close/>
                  <a:moveTo>
                    <a:pt x="285" y="0"/>
                  </a:moveTo>
                  <a:cubicBezTo>
                    <a:pt x="127" y="0"/>
                    <a:pt x="0" y="95"/>
                    <a:pt x="0" y="254"/>
                  </a:cubicBezTo>
                  <a:lnTo>
                    <a:pt x="0" y="4561"/>
                  </a:lnTo>
                  <a:cubicBezTo>
                    <a:pt x="0" y="4687"/>
                    <a:pt x="127" y="4814"/>
                    <a:pt x="285" y="4814"/>
                  </a:cubicBezTo>
                  <a:lnTo>
                    <a:pt x="1172" y="4814"/>
                  </a:lnTo>
                  <a:cubicBezTo>
                    <a:pt x="1330" y="4814"/>
                    <a:pt x="1489" y="4687"/>
                    <a:pt x="1489" y="4561"/>
                  </a:cubicBezTo>
                  <a:lnTo>
                    <a:pt x="1489" y="254"/>
                  </a:lnTo>
                  <a:cubicBezTo>
                    <a:pt x="1489" y="95"/>
                    <a:pt x="1330" y="0"/>
                    <a:pt x="1172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3863425" y="1897500"/>
              <a:ext cx="172625" cy="71300"/>
            </a:xfrm>
            <a:custGeom>
              <a:avLst/>
              <a:gdLst/>
              <a:ahLst/>
              <a:cxnLst/>
              <a:rect l="l" t="t" r="r" b="b"/>
              <a:pathLst>
                <a:path w="6905" h="2852" extrusionOk="0">
                  <a:moveTo>
                    <a:pt x="5606" y="1"/>
                  </a:moveTo>
                  <a:cubicBezTo>
                    <a:pt x="5511" y="1"/>
                    <a:pt x="5416" y="96"/>
                    <a:pt x="5416" y="159"/>
                  </a:cubicBezTo>
                  <a:cubicBezTo>
                    <a:pt x="5416" y="254"/>
                    <a:pt x="5511" y="349"/>
                    <a:pt x="5606" y="349"/>
                  </a:cubicBezTo>
                  <a:lnTo>
                    <a:pt x="6113" y="349"/>
                  </a:lnTo>
                  <a:cubicBezTo>
                    <a:pt x="4466" y="1426"/>
                    <a:pt x="3009" y="1964"/>
                    <a:pt x="2059" y="2218"/>
                  </a:cubicBezTo>
                  <a:cubicBezTo>
                    <a:pt x="919" y="2503"/>
                    <a:pt x="222" y="2503"/>
                    <a:pt x="191" y="2503"/>
                  </a:cubicBezTo>
                  <a:cubicBezTo>
                    <a:pt x="159" y="2503"/>
                    <a:pt x="96" y="2534"/>
                    <a:pt x="64" y="2534"/>
                  </a:cubicBezTo>
                  <a:cubicBezTo>
                    <a:pt x="1" y="2566"/>
                    <a:pt x="1" y="2629"/>
                    <a:pt x="1" y="2661"/>
                  </a:cubicBezTo>
                  <a:cubicBezTo>
                    <a:pt x="1" y="2725"/>
                    <a:pt x="1" y="2756"/>
                    <a:pt x="32" y="2788"/>
                  </a:cubicBezTo>
                  <a:cubicBezTo>
                    <a:pt x="96" y="2820"/>
                    <a:pt x="127" y="2851"/>
                    <a:pt x="191" y="2851"/>
                  </a:cubicBezTo>
                  <a:lnTo>
                    <a:pt x="222" y="2851"/>
                  </a:lnTo>
                  <a:cubicBezTo>
                    <a:pt x="507" y="2851"/>
                    <a:pt x="3104" y="2788"/>
                    <a:pt x="6334" y="634"/>
                  </a:cubicBezTo>
                  <a:lnTo>
                    <a:pt x="6334" y="634"/>
                  </a:lnTo>
                  <a:lnTo>
                    <a:pt x="6208" y="1078"/>
                  </a:lnTo>
                  <a:cubicBezTo>
                    <a:pt x="6208" y="1141"/>
                    <a:pt x="6208" y="1173"/>
                    <a:pt x="6239" y="1236"/>
                  </a:cubicBezTo>
                  <a:cubicBezTo>
                    <a:pt x="6271" y="1268"/>
                    <a:pt x="6334" y="1299"/>
                    <a:pt x="6366" y="1299"/>
                  </a:cubicBezTo>
                  <a:lnTo>
                    <a:pt x="6429" y="1299"/>
                  </a:lnTo>
                  <a:cubicBezTo>
                    <a:pt x="6524" y="1299"/>
                    <a:pt x="6620" y="1236"/>
                    <a:pt x="6620" y="1173"/>
                  </a:cubicBezTo>
                  <a:lnTo>
                    <a:pt x="6905" y="223"/>
                  </a:lnTo>
                  <a:lnTo>
                    <a:pt x="6905" y="191"/>
                  </a:lnTo>
                  <a:cubicBezTo>
                    <a:pt x="6905" y="191"/>
                    <a:pt x="6905" y="159"/>
                    <a:pt x="6905" y="159"/>
                  </a:cubicBezTo>
                  <a:cubicBezTo>
                    <a:pt x="6905" y="159"/>
                    <a:pt x="6873" y="128"/>
                    <a:pt x="6873" y="128"/>
                  </a:cubicBezTo>
                  <a:cubicBezTo>
                    <a:pt x="6873" y="96"/>
                    <a:pt x="6873" y="96"/>
                    <a:pt x="6873" y="96"/>
                  </a:cubicBezTo>
                  <a:cubicBezTo>
                    <a:pt x="6873" y="96"/>
                    <a:pt x="6873" y="96"/>
                    <a:pt x="6841" y="64"/>
                  </a:cubicBezTo>
                  <a:cubicBezTo>
                    <a:pt x="6841" y="64"/>
                    <a:pt x="6841" y="64"/>
                    <a:pt x="6810" y="33"/>
                  </a:cubicBezTo>
                  <a:cubicBezTo>
                    <a:pt x="6778" y="33"/>
                    <a:pt x="6746" y="1"/>
                    <a:pt x="674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4222875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1" y="602"/>
                  </a:lnTo>
                  <a:cubicBezTo>
                    <a:pt x="1489" y="602"/>
                    <a:pt x="1616" y="475"/>
                    <a:pt x="1616" y="317"/>
                  </a:cubicBezTo>
                  <a:cubicBezTo>
                    <a:pt x="1616" y="127"/>
                    <a:pt x="1489" y="0"/>
                    <a:pt x="133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4224450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8" y="1"/>
                  </a:moveTo>
                  <a:cubicBezTo>
                    <a:pt x="196" y="1"/>
                    <a:pt x="79" y="66"/>
                    <a:pt x="32" y="184"/>
                  </a:cubicBezTo>
                  <a:cubicBezTo>
                    <a:pt x="1" y="247"/>
                    <a:pt x="1" y="310"/>
                    <a:pt x="1" y="405"/>
                  </a:cubicBezTo>
                  <a:cubicBezTo>
                    <a:pt x="32" y="469"/>
                    <a:pt x="96" y="532"/>
                    <a:pt x="159" y="564"/>
                  </a:cubicBezTo>
                  <a:lnTo>
                    <a:pt x="1078" y="1039"/>
                  </a:lnTo>
                  <a:cubicBezTo>
                    <a:pt x="1109" y="1070"/>
                    <a:pt x="1173" y="1070"/>
                    <a:pt x="1204" y="1070"/>
                  </a:cubicBezTo>
                  <a:cubicBezTo>
                    <a:pt x="1331" y="1070"/>
                    <a:pt x="1426" y="1007"/>
                    <a:pt x="1489" y="912"/>
                  </a:cubicBezTo>
                  <a:cubicBezTo>
                    <a:pt x="1521" y="849"/>
                    <a:pt x="1521" y="754"/>
                    <a:pt x="1489" y="690"/>
                  </a:cubicBezTo>
                  <a:cubicBezTo>
                    <a:pt x="1458" y="595"/>
                    <a:pt x="1426" y="532"/>
                    <a:pt x="1331" y="500"/>
                  </a:cubicBezTo>
                  <a:lnTo>
                    <a:pt x="444" y="25"/>
                  </a:lnTo>
                  <a:cubicBezTo>
                    <a:pt x="403" y="9"/>
                    <a:pt x="360" y="1"/>
                    <a:pt x="318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423317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8" y="0"/>
                  </a:moveTo>
                  <a:cubicBezTo>
                    <a:pt x="1164" y="0"/>
                    <a:pt x="1119" y="8"/>
                    <a:pt x="1077" y="25"/>
                  </a:cubicBezTo>
                  <a:lnTo>
                    <a:pt x="158" y="500"/>
                  </a:lnTo>
                  <a:cubicBezTo>
                    <a:pt x="95" y="532"/>
                    <a:pt x="32" y="595"/>
                    <a:pt x="32" y="659"/>
                  </a:cubicBezTo>
                  <a:cubicBezTo>
                    <a:pt x="0" y="754"/>
                    <a:pt x="0" y="817"/>
                    <a:pt x="32" y="912"/>
                  </a:cubicBezTo>
                  <a:cubicBezTo>
                    <a:pt x="95" y="1007"/>
                    <a:pt x="190" y="1070"/>
                    <a:pt x="317" y="1070"/>
                  </a:cubicBezTo>
                  <a:cubicBezTo>
                    <a:pt x="348" y="1070"/>
                    <a:pt x="412" y="1039"/>
                    <a:pt x="443" y="1039"/>
                  </a:cubicBezTo>
                  <a:lnTo>
                    <a:pt x="1362" y="564"/>
                  </a:lnTo>
                  <a:cubicBezTo>
                    <a:pt x="1425" y="532"/>
                    <a:pt x="1489" y="468"/>
                    <a:pt x="1489" y="405"/>
                  </a:cubicBezTo>
                  <a:cubicBezTo>
                    <a:pt x="1520" y="310"/>
                    <a:pt x="1520" y="247"/>
                    <a:pt x="1489" y="152"/>
                  </a:cubicBezTo>
                  <a:cubicBezTo>
                    <a:pt x="1442" y="59"/>
                    <a:pt x="1328" y="0"/>
                    <a:pt x="120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4436650" y="2990100"/>
              <a:ext cx="40400" cy="15050"/>
            </a:xfrm>
            <a:custGeom>
              <a:avLst/>
              <a:gdLst/>
              <a:ahLst/>
              <a:cxnLst/>
              <a:rect l="l" t="t" r="r" b="b"/>
              <a:pathLst>
                <a:path w="1616" h="602" extrusionOk="0">
                  <a:moveTo>
                    <a:pt x="285" y="0"/>
                  </a:moveTo>
                  <a:cubicBezTo>
                    <a:pt x="127" y="0"/>
                    <a:pt x="0" y="127"/>
                    <a:pt x="0" y="317"/>
                  </a:cubicBezTo>
                  <a:cubicBezTo>
                    <a:pt x="0" y="475"/>
                    <a:pt x="127" y="602"/>
                    <a:pt x="285" y="602"/>
                  </a:cubicBezTo>
                  <a:lnTo>
                    <a:pt x="1330" y="602"/>
                  </a:lnTo>
                  <a:cubicBezTo>
                    <a:pt x="1489" y="602"/>
                    <a:pt x="1615" y="475"/>
                    <a:pt x="1615" y="317"/>
                  </a:cubicBezTo>
                  <a:cubicBezTo>
                    <a:pt x="1615" y="127"/>
                    <a:pt x="1489" y="0"/>
                    <a:pt x="133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437425" y="2945925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1204" y="1"/>
                  </a:moveTo>
                  <a:cubicBezTo>
                    <a:pt x="1161" y="1"/>
                    <a:pt x="1118" y="9"/>
                    <a:pt x="1077" y="25"/>
                  </a:cubicBezTo>
                  <a:lnTo>
                    <a:pt x="159" y="500"/>
                  </a:lnTo>
                  <a:cubicBezTo>
                    <a:pt x="96" y="532"/>
                    <a:pt x="32" y="595"/>
                    <a:pt x="32" y="690"/>
                  </a:cubicBezTo>
                  <a:cubicBezTo>
                    <a:pt x="1" y="754"/>
                    <a:pt x="1" y="849"/>
                    <a:pt x="32" y="912"/>
                  </a:cubicBezTo>
                  <a:cubicBezTo>
                    <a:pt x="96" y="1007"/>
                    <a:pt x="191" y="1070"/>
                    <a:pt x="317" y="1070"/>
                  </a:cubicBezTo>
                  <a:cubicBezTo>
                    <a:pt x="349" y="1070"/>
                    <a:pt x="412" y="1070"/>
                    <a:pt x="444" y="1039"/>
                  </a:cubicBezTo>
                  <a:lnTo>
                    <a:pt x="1363" y="564"/>
                  </a:lnTo>
                  <a:cubicBezTo>
                    <a:pt x="1426" y="532"/>
                    <a:pt x="1489" y="469"/>
                    <a:pt x="1489" y="405"/>
                  </a:cubicBezTo>
                  <a:cubicBezTo>
                    <a:pt x="1521" y="310"/>
                    <a:pt x="1521" y="247"/>
                    <a:pt x="1489" y="184"/>
                  </a:cubicBezTo>
                  <a:cubicBezTo>
                    <a:pt x="1442" y="66"/>
                    <a:pt x="1326" y="1"/>
                    <a:pt x="1204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4428725" y="3020350"/>
              <a:ext cx="38025" cy="26775"/>
            </a:xfrm>
            <a:custGeom>
              <a:avLst/>
              <a:gdLst/>
              <a:ahLst/>
              <a:cxnLst/>
              <a:rect l="l" t="t" r="r" b="b"/>
              <a:pathLst>
                <a:path w="1521" h="1071" extrusionOk="0">
                  <a:moveTo>
                    <a:pt x="313" y="0"/>
                  </a:moveTo>
                  <a:cubicBezTo>
                    <a:pt x="193" y="0"/>
                    <a:pt x="78" y="59"/>
                    <a:pt x="32" y="152"/>
                  </a:cubicBezTo>
                  <a:cubicBezTo>
                    <a:pt x="0" y="247"/>
                    <a:pt x="0" y="310"/>
                    <a:pt x="0" y="405"/>
                  </a:cubicBezTo>
                  <a:cubicBezTo>
                    <a:pt x="32" y="468"/>
                    <a:pt x="95" y="532"/>
                    <a:pt x="159" y="564"/>
                  </a:cubicBezTo>
                  <a:lnTo>
                    <a:pt x="1077" y="1039"/>
                  </a:lnTo>
                  <a:cubicBezTo>
                    <a:pt x="1109" y="1039"/>
                    <a:pt x="1172" y="1070"/>
                    <a:pt x="1204" y="1070"/>
                  </a:cubicBezTo>
                  <a:cubicBezTo>
                    <a:pt x="1330" y="1070"/>
                    <a:pt x="1425" y="1007"/>
                    <a:pt x="1489" y="912"/>
                  </a:cubicBezTo>
                  <a:cubicBezTo>
                    <a:pt x="1520" y="817"/>
                    <a:pt x="1520" y="754"/>
                    <a:pt x="1489" y="659"/>
                  </a:cubicBezTo>
                  <a:cubicBezTo>
                    <a:pt x="1457" y="595"/>
                    <a:pt x="1425" y="532"/>
                    <a:pt x="1330" y="500"/>
                  </a:cubicBezTo>
                  <a:lnTo>
                    <a:pt x="444" y="25"/>
                  </a:lnTo>
                  <a:cubicBezTo>
                    <a:pt x="401" y="8"/>
                    <a:pt x="357" y="0"/>
                    <a:pt x="313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4317100" y="3095400"/>
              <a:ext cx="67300" cy="12675"/>
            </a:xfrm>
            <a:custGeom>
              <a:avLst/>
              <a:gdLst/>
              <a:ahLst/>
              <a:cxnLst/>
              <a:rect l="l" t="t" r="r" b="b"/>
              <a:pathLst>
                <a:path w="2692" h="507" extrusionOk="0">
                  <a:moveTo>
                    <a:pt x="253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412"/>
                    <a:pt x="127" y="507"/>
                    <a:pt x="253" y="507"/>
                  </a:cubicBezTo>
                  <a:lnTo>
                    <a:pt x="2439" y="507"/>
                  </a:lnTo>
                  <a:cubicBezTo>
                    <a:pt x="2597" y="507"/>
                    <a:pt x="2692" y="412"/>
                    <a:pt x="2692" y="253"/>
                  </a:cubicBezTo>
                  <a:cubicBezTo>
                    <a:pt x="2692" y="127"/>
                    <a:pt x="2597" y="0"/>
                    <a:pt x="243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4328175" y="3116775"/>
              <a:ext cx="46725" cy="12675"/>
            </a:xfrm>
            <a:custGeom>
              <a:avLst/>
              <a:gdLst/>
              <a:ahLst/>
              <a:cxnLst/>
              <a:rect l="l" t="t" r="r" b="b"/>
              <a:pathLst>
                <a:path w="1869" h="507" extrusionOk="0">
                  <a:moveTo>
                    <a:pt x="254" y="0"/>
                  </a:moveTo>
                  <a:cubicBezTo>
                    <a:pt x="127" y="0"/>
                    <a:pt x="0" y="127"/>
                    <a:pt x="0" y="253"/>
                  </a:cubicBezTo>
                  <a:cubicBezTo>
                    <a:pt x="0" y="380"/>
                    <a:pt x="127" y="507"/>
                    <a:pt x="254" y="507"/>
                  </a:cubicBezTo>
                  <a:lnTo>
                    <a:pt x="1616" y="507"/>
                  </a:lnTo>
                  <a:cubicBezTo>
                    <a:pt x="1774" y="507"/>
                    <a:pt x="1869" y="380"/>
                    <a:pt x="1869" y="253"/>
                  </a:cubicBezTo>
                  <a:cubicBezTo>
                    <a:pt x="1869" y="127"/>
                    <a:pt x="1774" y="0"/>
                    <a:pt x="161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272750" y="2907750"/>
              <a:ext cx="156000" cy="182125"/>
            </a:xfrm>
            <a:custGeom>
              <a:avLst/>
              <a:gdLst/>
              <a:ahLst/>
              <a:cxnLst/>
              <a:rect l="l" t="t" r="r" b="b"/>
              <a:pathLst>
                <a:path w="6240" h="7285" extrusionOk="0">
                  <a:moveTo>
                    <a:pt x="3104" y="381"/>
                  </a:moveTo>
                  <a:cubicBezTo>
                    <a:pt x="4624" y="381"/>
                    <a:pt x="5859" y="1584"/>
                    <a:pt x="5859" y="3104"/>
                  </a:cubicBezTo>
                  <a:cubicBezTo>
                    <a:pt x="5859" y="3864"/>
                    <a:pt x="5543" y="4592"/>
                    <a:pt x="4973" y="5131"/>
                  </a:cubicBezTo>
                  <a:cubicBezTo>
                    <a:pt x="4466" y="5574"/>
                    <a:pt x="4149" y="6239"/>
                    <a:pt x="4118" y="6904"/>
                  </a:cubicBezTo>
                  <a:lnTo>
                    <a:pt x="2154" y="6904"/>
                  </a:lnTo>
                  <a:cubicBezTo>
                    <a:pt x="2091" y="6239"/>
                    <a:pt x="1774" y="5574"/>
                    <a:pt x="1267" y="5131"/>
                  </a:cubicBezTo>
                  <a:cubicBezTo>
                    <a:pt x="697" y="4592"/>
                    <a:pt x="381" y="3864"/>
                    <a:pt x="381" y="3104"/>
                  </a:cubicBezTo>
                  <a:cubicBezTo>
                    <a:pt x="381" y="1584"/>
                    <a:pt x="1616" y="381"/>
                    <a:pt x="3104" y="381"/>
                  </a:cubicBezTo>
                  <a:close/>
                  <a:moveTo>
                    <a:pt x="3136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3991"/>
                    <a:pt x="381" y="4814"/>
                    <a:pt x="1014" y="5416"/>
                  </a:cubicBezTo>
                  <a:cubicBezTo>
                    <a:pt x="1489" y="5828"/>
                    <a:pt x="1774" y="6461"/>
                    <a:pt x="1774" y="7094"/>
                  </a:cubicBezTo>
                  <a:cubicBezTo>
                    <a:pt x="1774" y="7221"/>
                    <a:pt x="1837" y="7284"/>
                    <a:pt x="1964" y="7284"/>
                  </a:cubicBezTo>
                  <a:lnTo>
                    <a:pt x="4276" y="7284"/>
                  </a:lnTo>
                  <a:cubicBezTo>
                    <a:pt x="4403" y="7284"/>
                    <a:pt x="4466" y="7221"/>
                    <a:pt x="4466" y="7094"/>
                  </a:cubicBezTo>
                  <a:cubicBezTo>
                    <a:pt x="4466" y="6461"/>
                    <a:pt x="4751" y="5828"/>
                    <a:pt x="5226" y="5416"/>
                  </a:cubicBezTo>
                  <a:cubicBezTo>
                    <a:pt x="5859" y="4814"/>
                    <a:pt x="6239" y="3991"/>
                    <a:pt x="6239" y="3104"/>
                  </a:cubicBezTo>
                  <a:cubicBezTo>
                    <a:pt x="6239" y="1394"/>
                    <a:pt x="4846" y="0"/>
                    <a:pt x="3136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4290175" y="2941150"/>
              <a:ext cx="42775" cy="73500"/>
            </a:xfrm>
            <a:custGeom>
              <a:avLst/>
              <a:gdLst/>
              <a:ahLst/>
              <a:cxnLst/>
              <a:rect l="l" t="t" r="r" b="b"/>
              <a:pathLst>
                <a:path w="1711" h="2940" extrusionOk="0">
                  <a:moveTo>
                    <a:pt x="1447" y="1"/>
                  </a:moveTo>
                  <a:cubicBezTo>
                    <a:pt x="1418" y="1"/>
                    <a:pt x="1389" y="9"/>
                    <a:pt x="1362" y="26"/>
                  </a:cubicBezTo>
                  <a:cubicBezTo>
                    <a:pt x="349" y="565"/>
                    <a:pt x="0" y="1831"/>
                    <a:pt x="570" y="2813"/>
                  </a:cubicBezTo>
                  <a:cubicBezTo>
                    <a:pt x="602" y="2908"/>
                    <a:pt x="665" y="2940"/>
                    <a:pt x="760" y="2940"/>
                  </a:cubicBezTo>
                  <a:cubicBezTo>
                    <a:pt x="792" y="2940"/>
                    <a:pt x="824" y="2940"/>
                    <a:pt x="855" y="2908"/>
                  </a:cubicBezTo>
                  <a:cubicBezTo>
                    <a:pt x="950" y="2845"/>
                    <a:pt x="982" y="2718"/>
                    <a:pt x="950" y="2623"/>
                  </a:cubicBezTo>
                  <a:cubicBezTo>
                    <a:pt x="507" y="1831"/>
                    <a:pt x="792" y="850"/>
                    <a:pt x="1552" y="406"/>
                  </a:cubicBezTo>
                  <a:cubicBezTo>
                    <a:pt x="1679" y="343"/>
                    <a:pt x="1710" y="216"/>
                    <a:pt x="1647" y="121"/>
                  </a:cubicBezTo>
                  <a:cubicBezTo>
                    <a:pt x="1601" y="53"/>
                    <a:pt x="1523" y="1"/>
                    <a:pt x="1447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3811975" y="3326575"/>
              <a:ext cx="247025" cy="247050"/>
            </a:xfrm>
            <a:custGeom>
              <a:avLst/>
              <a:gdLst/>
              <a:ahLst/>
              <a:cxnLst/>
              <a:rect l="l" t="t" r="r" b="b"/>
              <a:pathLst>
                <a:path w="9881" h="9882" extrusionOk="0">
                  <a:moveTo>
                    <a:pt x="4941" y="539"/>
                  </a:moveTo>
                  <a:cubicBezTo>
                    <a:pt x="7379" y="539"/>
                    <a:pt x="9374" y="2502"/>
                    <a:pt x="9374" y="4941"/>
                  </a:cubicBezTo>
                  <a:cubicBezTo>
                    <a:pt x="9374" y="7379"/>
                    <a:pt x="7379" y="9374"/>
                    <a:pt x="4941" y="9374"/>
                  </a:cubicBezTo>
                  <a:cubicBezTo>
                    <a:pt x="2502" y="9374"/>
                    <a:pt x="539" y="7379"/>
                    <a:pt x="539" y="4941"/>
                  </a:cubicBezTo>
                  <a:cubicBezTo>
                    <a:pt x="539" y="2502"/>
                    <a:pt x="2502" y="539"/>
                    <a:pt x="4941" y="539"/>
                  </a:cubicBezTo>
                  <a:close/>
                  <a:moveTo>
                    <a:pt x="4941" y="0"/>
                  </a:moveTo>
                  <a:cubicBezTo>
                    <a:pt x="2217" y="0"/>
                    <a:pt x="0" y="2217"/>
                    <a:pt x="0" y="4941"/>
                  </a:cubicBezTo>
                  <a:cubicBezTo>
                    <a:pt x="0" y="7664"/>
                    <a:pt x="2217" y="9881"/>
                    <a:pt x="4941" y="9881"/>
                  </a:cubicBezTo>
                  <a:cubicBezTo>
                    <a:pt x="7664" y="9881"/>
                    <a:pt x="9881" y="7664"/>
                    <a:pt x="9881" y="4941"/>
                  </a:cubicBezTo>
                  <a:cubicBezTo>
                    <a:pt x="9881" y="2217"/>
                    <a:pt x="7664" y="0"/>
                    <a:pt x="4941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3890350" y="3358250"/>
              <a:ext cx="93450" cy="178950"/>
            </a:xfrm>
            <a:custGeom>
              <a:avLst/>
              <a:gdLst/>
              <a:ahLst/>
              <a:cxnLst/>
              <a:rect l="l" t="t" r="r" b="b"/>
              <a:pathLst>
                <a:path w="3738" h="7158" extrusionOk="0">
                  <a:moveTo>
                    <a:pt x="1521" y="2090"/>
                  </a:moveTo>
                  <a:lnTo>
                    <a:pt x="1521" y="2977"/>
                  </a:lnTo>
                  <a:cubicBezTo>
                    <a:pt x="1394" y="2945"/>
                    <a:pt x="1299" y="2914"/>
                    <a:pt x="1236" y="2850"/>
                  </a:cubicBezTo>
                  <a:cubicBezTo>
                    <a:pt x="1141" y="2787"/>
                    <a:pt x="1109" y="2692"/>
                    <a:pt x="1109" y="2565"/>
                  </a:cubicBezTo>
                  <a:cubicBezTo>
                    <a:pt x="1109" y="2375"/>
                    <a:pt x="1172" y="2249"/>
                    <a:pt x="1299" y="2185"/>
                  </a:cubicBezTo>
                  <a:cubicBezTo>
                    <a:pt x="1362" y="2154"/>
                    <a:pt x="1457" y="2122"/>
                    <a:pt x="1521" y="2090"/>
                  </a:cubicBezTo>
                  <a:close/>
                  <a:moveTo>
                    <a:pt x="2249" y="4275"/>
                  </a:moveTo>
                  <a:cubicBezTo>
                    <a:pt x="2344" y="4307"/>
                    <a:pt x="2376" y="4339"/>
                    <a:pt x="2407" y="4370"/>
                  </a:cubicBezTo>
                  <a:cubicBezTo>
                    <a:pt x="2502" y="4434"/>
                    <a:pt x="2566" y="4560"/>
                    <a:pt x="2566" y="4719"/>
                  </a:cubicBezTo>
                  <a:cubicBezTo>
                    <a:pt x="2566" y="4877"/>
                    <a:pt x="2502" y="5004"/>
                    <a:pt x="2344" y="5099"/>
                  </a:cubicBezTo>
                  <a:cubicBezTo>
                    <a:pt x="2312" y="5099"/>
                    <a:pt x="2281" y="5130"/>
                    <a:pt x="2249" y="5130"/>
                  </a:cubicBezTo>
                  <a:lnTo>
                    <a:pt x="2249" y="4275"/>
                  </a:lnTo>
                  <a:close/>
                  <a:moveTo>
                    <a:pt x="1901" y="0"/>
                  </a:moveTo>
                  <a:cubicBezTo>
                    <a:pt x="1679" y="0"/>
                    <a:pt x="1521" y="127"/>
                    <a:pt x="1521" y="317"/>
                  </a:cubicBezTo>
                  <a:lnTo>
                    <a:pt x="1521" y="1172"/>
                  </a:lnTo>
                  <a:cubicBezTo>
                    <a:pt x="1077" y="1203"/>
                    <a:pt x="697" y="1330"/>
                    <a:pt x="444" y="1552"/>
                  </a:cubicBezTo>
                  <a:cubicBezTo>
                    <a:pt x="127" y="1805"/>
                    <a:pt x="0" y="2185"/>
                    <a:pt x="0" y="2660"/>
                  </a:cubicBezTo>
                  <a:cubicBezTo>
                    <a:pt x="0" y="3009"/>
                    <a:pt x="95" y="3325"/>
                    <a:pt x="317" y="3547"/>
                  </a:cubicBezTo>
                  <a:cubicBezTo>
                    <a:pt x="539" y="3769"/>
                    <a:pt x="887" y="3927"/>
                    <a:pt x="1362" y="4022"/>
                  </a:cubicBezTo>
                  <a:lnTo>
                    <a:pt x="1521" y="4054"/>
                  </a:lnTo>
                  <a:lnTo>
                    <a:pt x="1521" y="5194"/>
                  </a:lnTo>
                  <a:cubicBezTo>
                    <a:pt x="1331" y="5194"/>
                    <a:pt x="1141" y="5162"/>
                    <a:pt x="919" y="5099"/>
                  </a:cubicBezTo>
                  <a:cubicBezTo>
                    <a:pt x="634" y="5004"/>
                    <a:pt x="349" y="4909"/>
                    <a:pt x="32" y="4719"/>
                  </a:cubicBezTo>
                  <a:lnTo>
                    <a:pt x="32" y="5764"/>
                  </a:lnTo>
                  <a:cubicBezTo>
                    <a:pt x="349" y="5890"/>
                    <a:pt x="634" y="5954"/>
                    <a:pt x="950" y="6017"/>
                  </a:cubicBezTo>
                  <a:cubicBezTo>
                    <a:pt x="1141" y="6049"/>
                    <a:pt x="1331" y="6081"/>
                    <a:pt x="1521" y="6081"/>
                  </a:cubicBezTo>
                  <a:lnTo>
                    <a:pt x="1521" y="6841"/>
                  </a:lnTo>
                  <a:cubicBezTo>
                    <a:pt x="1521" y="7031"/>
                    <a:pt x="1711" y="7157"/>
                    <a:pt x="1901" y="7157"/>
                  </a:cubicBezTo>
                  <a:cubicBezTo>
                    <a:pt x="2091" y="7157"/>
                    <a:pt x="2249" y="7031"/>
                    <a:pt x="2249" y="6841"/>
                  </a:cubicBezTo>
                  <a:lnTo>
                    <a:pt x="2249" y="6081"/>
                  </a:lnTo>
                  <a:cubicBezTo>
                    <a:pt x="2692" y="6049"/>
                    <a:pt x="3041" y="5922"/>
                    <a:pt x="3294" y="5732"/>
                  </a:cubicBezTo>
                  <a:cubicBezTo>
                    <a:pt x="3611" y="5479"/>
                    <a:pt x="3737" y="5099"/>
                    <a:pt x="3737" y="4560"/>
                  </a:cubicBezTo>
                  <a:cubicBezTo>
                    <a:pt x="3737" y="4149"/>
                    <a:pt x="3642" y="3832"/>
                    <a:pt x="3421" y="3642"/>
                  </a:cubicBezTo>
                  <a:cubicBezTo>
                    <a:pt x="3199" y="3420"/>
                    <a:pt x="2819" y="3262"/>
                    <a:pt x="2281" y="3135"/>
                  </a:cubicBezTo>
                  <a:lnTo>
                    <a:pt x="2249" y="3135"/>
                  </a:lnTo>
                  <a:lnTo>
                    <a:pt x="2249" y="2090"/>
                  </a:lnTo>
                  <a:cubicBezTo>
                    <a:pt x="2376" y="2090"/>
                    <a:pt x="2534" y="2122"/>
                    <a:pt x="2661" y="2154"/>
                  </a:cubicBezTo>
                  <a:cubicBezTo>
                    <a:pt x="2914" y="2217"/>
                    <a:pt x="3167" y="2312"/>
                    <a:pt x="3452" y="2407"/>
                  </a:cubicBezTo>
                  <a:lnTo>
                    <a:pt x="3452" y="1394"/>
                  </a:lnTo>
                  <a:cubicBezTo>
                    <a:pt x="3136" y="1330"/>
                    <a:pt x="2851" y="1267"/>
                    <a:pt x="2566" y="1235"/>
                  </a:cubicBezTo>
                  <a:cubicBezTo>
                    <a:pt x="2471" y="1203"/>
                    <a:pt x="2376" y="1203"/>
                    <a:pt x="2249" y="1203"/>
                  </a:cubicBezTo>
                  <a:lnTo>
                    <a:pt x="2249" y="317"/>
                  </a:lnTo>
                  <a:cubicBezTo>
                    <a:pt x="2249" y="127"/>
                    <a:pt x="2091" y="0"/>
                    <a:pt x="1901" y="0"/>
                  </a:cubicBezTo>
                  <a:close/>
                </a:path>
              </a:pathLst>
            </a:custGeom>
            <a:solidFill>
              <a:srgbClr val="C4C4C4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3298125" y="2488125"/>
              <a:ext cx="659550" cy="393525"/>
            </a:xfrm>
            <a:custGeom>
              <a:avLst/>
              <a:gdLst/>
              <a:ahLst/>
              <a:cxnLst/>
              <a:rect l="l" t="t" r="r" b="b"/>
              <a:pathLst>
                <a:path w="26382" h="15741" extrusionOk="0">
                  <a:moveTo>
                    <a:pt x="23499" y="983"/>
                  </a:moveTo>
                  <a:cubicBezTo>
                    <a:pt x="24544" y="983"/>
                    <a:pt x="25400" y="1838"/>
                    <a:pt x="25400" y="2883"/>
                  </a:cubicBezTo>
                  <a:lnTo>
                    <a:pt x="25400" y="12859"/>
                  </a:lnTo>
                  <a:cubicBezTo>
                    <a:pt x="25400" y="13904"/>
                    <a:pt x="24544" y="14759"/>
                    <a:pt x="23499" y="14759"/>
                  </a:cubicBezTo>
                  <a:lnTo>
                    <a:pt x="2883" y="14759"/>
                  </a:lnTo>
                  <a:cubicBezTo>
                    <a:pt x="1838" y="14759"/>
                    <a:pt x="983" y="13904"/>
                    <a:pt x="983" y="12859"/>
                  </a:cubicBezTo>
                  <a:lnTo>
                    <a:pt x="983" y="2883"/>
                  </a:lnTo>
                  <a:cubicBezTo>
                    <a:pt x="983" y="1838"/>
                    <a:pt x="1838" y="983"/>
                    <a:pt x="2883" y="983"/>
                  </a:cubicBezTo>
                  <a:close/>
                  <a:moveTo>
                    <a:pt x="2883" y="1"/>
                  </a:moveTo>
                  <a:cubicBezTo>
                    <a:pt x="1299" y="1"/>
                    <a:pt x="1" y="1299"/>
                    <a:pt x="1" y="2883"/>
                  </a:cubicBezTo>
                  <a:lnTo>
                    <a:pt x="1" y="12859"/>
                  </a:lnTo>
                  <a:cubicBezTo>
                    <a:pt x="1" y="14442"/>
                    <a:pt x="1299" y="15740"/>
                    <a:pt x="2883" y="15740"/>
                  </a:cubicBezTo>
                  <a:lnTo>
                    <a:pt x="23499" y="15740"/>
                  </a:lnTo>
                  <a:cubicBezTo>
                    <a:pt x="25083" y="15740"/>
                    <a:pt x="26381" y="14442"/>
                    <a:pt x="26381" y="12859"/>
                  </a:cubicBezTo>
                  <a:lnTo>
                    <a:pt x="26381" y="2883"/>
                  </a:lnTo>
                  <a:cubicBezTo>
                    <a:pt x="26381" y="1299"/>
                    <a:pt x="25083" y="1"/>
                    <a:pt x="2349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3313975" y="2815125"/>
              <a:ext cx="631825" cy="54650"/>
            </a:xfrm>
            <a:custGeom>
              <a:avLst/>
              <a:gdLst/>
              <a:ahLst/>
              <a:cxnLst/>
              <a:rect l="l" t="t" r="r" b="b"/>
              <a:pathLst>
                <a:path w="25273" h="2186" extrusionOk="0">
                  <a:moveTo>
                    <a:pt x="0" y="0"/>
                  </a:moveTo>
                  <a:lnTo>
                    <a:pt x="0" y="285"/>
                  </a:lnTo>
                  <a:cubicBezTo>
                    <a:pt x="0" y="1330"/>
                    <a:pt x="855" y="2185"/>
                    <a:pt x="1900" y="2185"/>
                  </a:cubicBezTo>
                  <a:lnTo>
                    <a:pt x="23372" y="2185"/>
                  </a:lnTo>
                  <a:cubicBezTo>
                    <a:pt x="24417" y="2185"/>
                    <a:pt x="25272" y="1330"/>
                    <a:pt x="25272" y="285"/>
                  </a:cubicBezTo>
                  <a:lnTo>
                    <a:pt x="2527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3583950" y="2820650"/>
              <a:ext cx="111650" cy="111675"/>
            </a:xfrm>
            <a:custGeom>
              <a:avLst/>
              <a:gdLst/>
              <a:ahLst/>
              <a:cxnLst/>
              <a:rect l="l" t="t" r="r" b="b"/>
              <a:pathLst>
                <a:path w="4466" h="4467" extrusionOk="0">
                  <a:moveTo>
                    <a:pt x="0" y="1"/>
                  </a:moveTo>
                  <a:lnTo>
                    <a:pt x="0" y="4466"/>
                  </a:lnTo>
                  <a:lnTo>
                    <a:pt x="4466" y="4466"/>
                  </a:lnTo>
                  <a:lnTo>
                    <a:pt x="446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8"/>
            <p:cNvSpPr/>
            <p:nvPr/>
          </p:nvSpPr>
          <p:spPr>
            <a:xfrm>
              <a:off x="3487350" y="2915675"/>
              <a:ext cx="311175" cy="28525"/>
            </a:xfrm>
            <a:custGeom>
              <a:avLst/>
              <a:gdLst/>
              <a:ahLst/>
              <a:cxnLst/>
              <a:rect l="l" t="t" r="r" b="b"/>
              <a:pathLst>
                <a:path w="12447" h="1141" extrusionOk="0">
                  <a:moveTo>
                    <a:pt x="1" y="0"/>
                  </a:moveTo>
                  <a:lnTo>
                    <a:pt x="1" y="1140"/>
                  </a:lnTo>
                  <a:lnTo>
                    <a:pt x="12447" y="1140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8"/>
            <p:cNvSpPr/>
            <p:nvPr/>
          </p:nvSpPr>
          <p:spPr>
            <a:xfrm>
              <a:off x="3440650" y="2667075"/>
              <a:ext cx="95025" cy="95825"/>
            </a:xfrm>
            <a:custGeom>
              <a:avLst/>
              <a:gdLst/>
              <a:ahLst/>
              <a:cxnLst/>
              <a:rect l="l" t="t" r="r" b="b"/>
              <a:pathLst>
                <a:path w="3801" h="3833" extrusionOk="0">
                  <a:moveTo>
                    <a:pt x="0" y="0"/>
                  </a:moveTo>
                  <a:lnTo>
                    <a:pt x="0" y="3832"/>
                  </a:lnTo>
                  <a:lnTo>
                    <a:pt x="3801" y="3832"/>
                  </a:lnTo>
                  <a:lnTo>
                    <a:pt x="380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3575250" y="2621150"/>
              <a:ext cx="95025" cy="140950"/>
            </a:xfrm>
            <a:custGeom>
              <a:avLst/>
              <a:gdLst/>
              <a:ahLst/>
              <a:cxnLst/>
              <a:rect l="l" t="t" r="r" b="b"/>
              <a:pathLst>
                <a:path w="3801" h="5638" extrusionOk="0">
                  <a:moveTo>
                    <a:pt x="0" y="0"/>
                  </a:moveTo>
                  <a:lnTo>
                    <a:pt x="0" y="5637"/>
                  </a:lnTo>
                  <a:lnTo>
                    <a:pt x="3800" y="563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3709050" y="2572850"/>
              <a:ext cx="95025" cy="189250"/>
            </a:xfrm>
            <a:custGeom>
              <a:avLst/>
              <a:gdLst/>
              <a:ahLst/>
              <a:cxnLst/>
              <a:rect l="l" t="t" r="r" b="b"/>
              <a:pathLst>
                <a:path w="3801" h="7570" extrusionOk="0">
                  <a:moveTo>
                    <a:pt x="0" y="1"/>
                  </a:moveTo>
                  <a:lnTo>
                    <a:pt x="0" y="7569"/>
                  </a:lnTo>
                  <a:lnTo>
                    <a:pt x="3800" y="7569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8"/>
            <p:cNvSpPr/>
            <p:nvPr/>
          </p:nvSpPr>
          <p:spPr>
            <a:xfrm>
              <a:off x="3633025" y="3284600"/>
              <a:ext cx="25" cy="467150"/>
            </a:xfrm>
            <a:custGeom>
              <a:avLst/>
              <a:gdLst/>
              <a:ahLst/>
              <a:cxnLst/>
              <a:rect l="l" t="t" r="r" b="b"/>
              <a:pathLst>
                <a:path w="1" h="18686" fill="none" extrusionOk="0">
                  <a:moveTo>
                    <a:pt x="1" y="18686"/>
                  </a:moveTo>
                  <a:lnTo>
                    <a:pt x="1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8"/>
            <p:cNvSpPr/>
            <p:nvPr/>
          </p:nvSpPr>
          <p:spPr>
            <a:xfrm>
              <a:off x="4182500" y="2716950"/>
              <a:ext cx="467150" cy="25"/>
            </a:xfrm>
            <a:custGeom>
              <a:avLst/>
              <a:gdLst/>
              <a:ahLst/>
              <a:cxnLst/>
              <a:rect l="l" t="t" r="r" b="b"/>
              <a:pathLst>
                <a:path w="18686" h="1" fill="none" extrusionOk="0">
                  <a:moveTo>
                    <a:pt x="18685" y="0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3633025" y="1694050"/>
              <a:ext cx="25" cy="467125"/>
            </a:xfrm>
            <a:custGeom>
              <a:avLst/>
              <a:gdLst/>
              <a:ahLst/>
              <a:cxnLst/>
              <a:rect l="l" t="t" r="r" b="b"/>
              <a:pathLst>
                <a:path w="1" h="18685" fill="none" extrusionOk="0">
                  <a:moveTo>
                    <a:pt x="1" y="18685"/>
                  </a:moveTo>
                  <a:lnTo>
                    <a:pt x="1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4025725" y="2005975"/>
              <a:ext cx="311975" cy="311975"/>
            </a:xfrm>
            <a:custGeom>
              <a:avLst/>
              <a:gdLst/>
              <a:ahLst/>
              <a:cxnLst/>
              <a:rect l="l" t="t" r="r" b="b"/>
              <a:pathLst>
                <a:path w="12479" h="12479" fill="none" extrusionOk="0">
                  <a:moveTo>
                    <a:pt x="1" y="12478"/>
                  </a:moveTo>
                  <a:lnTo>
                    <a:pt x="12478" y="1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4021775" y="3109650"/>
              <a:ext cx="311975" cy="311950"/>
            </a:xfrm>
            <a:custGeom>
              <a:avLst/>
              <a:gdLst/>
              <a:ahLst/>
              <a:cxnLst/>
              <a:rect l="l" t="t" r="r" b="b"/>
              <a:pathLst>
                <a:path w="12479" h="12478" fill="none" extrusionOk="0">
                  <a:moveTo>
                    <a:pt x="12478" y="12478"/>
                  </a:moveTo>
                  <a:lnTo>
                    <a:pt x="0" y="0"/>
                  </a:lnTo>
                </a:path>
              </a:pathLst>
            </a:custGeom>
            <a:noFill/>
            <a:ln w="10300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4332925" y="2716150"/>
              <a:ext cx="441025" cy="809950"/>
            </a:xfrm>
            <a:custGeom>
              <a:avLst/>
              <a:gdLst/>
              <a:ahLst/>
              <a:cxnLst/>
              <a:rect l="l" t="t" r="r" b="b"/>
              <a:pathLst>
                <a:path w="17641" h="32398" extrusionOk="0">
                  <a:moveTo>
                    <a:pt x="11686" y="1"/>
                  </a:moveTo>
                  <a:cubicBezTo>
                    <a:pt x="11686" y="10990"/>
                    <a:pt x="7221" y="20965"/>
                    <a:pt x="0" y="28186"/>
                  </a:cubicBezTo>
                  <a:lnTo>
                    <a:pt x="4212" y="32398"/>
                  </a:lnTo>
                  <a:cubicBezTo>
                    <a:pt x="12510" y="24101"/>
                    <a:pt x="17640" y="12636"/>
                    <a:pt x="17640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4332125" y="1906225"/>
              <a:ext cx="441825" cy="809950"/>
            </a:xfrm>
            <a:custGeom>
              <a:avLst/>
              <a:gdLst/>
              <a:ahLst/>
              <a:cxnLst/>
              <a:rect l="l" t="t" r="r" b="b"/>
              <a:pathLst>
                <a:path w="17673" h="32398" extrusionOk="0">
                  <a:moveTo>
                    <a:pt x="4244" y="0"/>
                  </a:moveTo>
                  <a:lnTo>
                    <a:pt x="1" y="4212"/>
                  </a:lnTo>
                  <a:cubicBezTo>
                    <a:pt x="7253" y="11433"/>
                    <a:pt x="11718" y="21409"/>
                    <a:pt x="11718" y="32398"/>
                  </a:cubicBezTo>
                  <a:lnTo>
                    <a:pt x="17672" y="32398"/>
                  </a:lnTo>
                  <a:cubicBezTo>
                    <a:pt x="17672" y="19762"/>
                    <a:pt x="12542" y="8298"/>
                    <a:pt x="42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3628275" y="3420775"/>
              <a:ext cx="809975" cy="441825"/>
            </a:xfrm>
            <a:custGeom>
              <a:avLst/>
              <a:gdLst/>
              <a:ahLst/>
              <a:cxnLst/>
              <a:rect l="l" t="t" r="r" b="b"/>
              <a:pathLst>
                <a:path w="32399" h="17673" extrusionOk="0">
                  <a:moveTo>
                    <a:pt x="28186" y="1"/>
                  </a:moveTo>
                  <a:cubicBezTo>
                    <a:pt x="20966" y="7221"/>
                    <a:pt x="10990" y="11687"/>
                    <a:pt x="1" y="11687"/>
                  </a:cubicBezTo>
                  <a:lnTo>
                    <a:pt x="1" y="17672"/>
                  </a:lnTo>
                  <a:cubicBezTo>
                    <a:pt x="12637" y="17672"/>
                    <a:pt x="24101" y="12510"/>
                    <a:pt x="32398" y="4213"/>
                  </a:cubicBezTo>
                  <a:lnTo>
                    <a:pt x="28186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1" name="Google Shape;1541;p18"/>
          <p:cNvSpPr txBox="1"/>
          <p:nvPr/>
        </p:nvSpPr>
        <p:spPr>
          <a:xfrm>
            <a:off x="4039131" y="-697559"/>
            <a:ext cx="2518723" cy="24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Bodoni MT Black" panose="02070A03080606020203" pitchFamily="18" charset="0"/>
                <a:ea typeface="Fira Sans Medium"/>
                <a:cs typeface="Fira Sans Medium"/>
                <a:sym typeface="Fira Sans Medium"/>
              </a:rPr>
              <a:t>I</a:t>
            </a:r>
            <a:r>
              <a:rPr lang="en" sz="2800" dirty="0">
                <a:latin typeface="Bodoni MT Black" panose="02070A03080606020203" pitchFamily="18" charset="0"/>
                <a:ea typeface="Fira Sans Medium"/>
                <a:cs typeface="Fira Sans Medium"/>
                <a:sym typeface="Fira Sans Medium"/>
              </a:rPr>
              <a:t>ntroduction </a:t>
            </a:r>
            <a:endParaRPr sz="2800" dirty="0">
              <a:latin typeface="Bodoni MT Black" panose="02070A03080606020203" pitchFamily="18" charset="0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BB3BC-958E-0E47-591F-27844FC4D4FF}"/>
              </a:ext>
            </a:extLst>
          </p:cNvPr>
          <p:cNvSpPr txBox="1"/>
          <p:nvPr/>
        </p:nvSpPr>
        <p:spPr>
          <a:xfrm>
            <a:off x="3379834" y="1425382"/>
            <a:ext cx="558562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Machine Learning is widely used in healthcare.</a:t>
            </a:r>
          </a:p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Many ML models achieve high accuracy but lack transparency.</a:t>
            </a:r>
          </a:p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Black-box predictions reduce trust in clinical decisions.</a:t>
            </a:r>
          </a:p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Traditional ensemble methods have limited interpretability.</a:t>
            </a:r>
          </a:p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Multiple feature perspectives can improve model performance.</a:t>
            </a:r>
          </a:p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MPML aims to provide accurate and explainable predictions.</a:t>
            </a:r>
          </a:p>
          <a:p>
            <a:pPr marL="285750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It supports better clinical decision-making.</a:t>
            </a:r>
          </a:p>
          <a:p>
            <a:pPr>
              <a:buNone/>
            </a:pPr>
            <a:br>
              <a:rPr lang="en-US" b="0" dirty="0">
                <a:effectLst/>
              </a:rPr>
            </a:br>
            <a:endParaRPr lang="en-US" dirty="0"/>
          </a:p>
        </p:txBody>
      </p:sp>
      <p:grpSp>
        <p:nvGrpSpPr>
          <p:cNvPr id="4" name="Google Shape;1473;p17">
            <a:extLst>
              <a:ext uri="{FF2B5EF4-FFF2-40B4-BE49-F238E27FC236}">
                <a16:creationId xmlns:a16="http://schemas.microsoft.com/office/drawing/2014/main" id="{89E9489C-CB5B-C1FF-EF2D-A08D8A8B6076}"/>
              </a:ext>
            </a:extLst>
          </p:cNvPr>
          <p:cNvGrpSpPr/>
          <p:nvPr/>
        </p:nvGrpSpPr>
        <p:grpSpPr>
          <a:xfrm>
            <a:off x="739327" y="2132552"/>
            <a:ext cx="184535" cy="183955"/>
            <a:chOff x="2690100" y="1887225"/>
            <a:chExt cx="2255650" cy="2213042"/>
          </a:xfrm>
        </p:grpSpPr>
        <p:sp>
          <p:nvSpPr>
            <p:cNvPr id="5" name="Google Shape;1474;p17">
              <a:extLst>
                <a:ext uri="{FF2B5EF4-FFF2-40B4-BE49-F238E27FC236}">
                  <a16:creationId xmlns:a16="http://schemas.microsoft.com/office/drawing/2014/main" id="{AFC5BEA0-F725-83AD-0B75-255E248808BE}"/>
                </a:ext>
              </a:extLst>
            </p:cNvPr>
            <p:cNvSpPr/>
            <p:nvPr/>
          </p:nvSpPr>
          <p:spPr>
            <a:xfrm>
              <a:off x="2742350" y="3174550"/>
              <a:ext cx="824200" cy="847975"/>
            </a:xfrm>
            <a:custGeom>
              <a:avLst/>
              <a:gdLst/>
              <a:ahLst/>
              <a:cxnLst/>
              <a:rect l="l" t="t" r="r" b="b"/>
              <a:pathLst>
                <a:path w="32968" h="33919" extrusionOk="0">
                  <a:moveTo>
                    <a:pt x="17735" y="1"/>
                  </a:moveTo>
                  <a:lnTo>
                    <a:pt x="0" y="4055"/>
                  </a:lnTo>
                  <a:cubicBezTo>
                    <a:pt x="3452" y="17577"/>
                    <a:pt x="13365" y="28566"/>
                    <a:pt x="26159" y="33918"/>
                  </a:cubicBezTo>
                  <a:lnTo>
                    <a:pt x="32968" y="18052"/>
                  </a:lnTo>
                  <a:cubicBezTo>
                    <a:pt x="25494" y="14727"/>
                    <a:pt x="19793" y="8045"/>
                    <a:pt x="1773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475;p17">
              <a:extLst>
                <a:ext uri="{FF2B5EF4-FFF2-40B4-BE49-F238E27FC236}">
                  <a16:creationId xmlns:a16="http://schemas.microsoft.com/office/drawing/2014/main" id="{357D26C7-28BF-FD11-BA39-9612E6E23AC2}"/>
                </a:ext>
              </a:extLst>
            </p:cNvPr>
            <p:cNvSpPr/>
            <p:nvPr/>
          </p:nvSpPr>
          <p:spPr>
            <a:xfrm>
              <a:off x="2708300" y="2051100"/>
              <a:ext cx="779075" cy="1224825"/>
            </a:xfrm>
            <a:custGeom>
              <a:avLst/>
              <a:gdLst/>
              <a:ahLst/>
              <a:cxnLst/>
              <a:rect l="l" t="t" r="r" b="b"/>
              <a:pathLst>
                <a:path w="31163" h="48993" extrusionOk="0">
                  <a:moveTo>
                    <a:pt x="22169" y="1"/>
                  </a:moveTo>
                  <a:cubicBezTo>
                    <a:pt x="9026" y="8013"/>
                    <a:pt x="0" y="22454"/>
                    <a:pt x="0" y="38542"/>
                  </a:cubicBezTo>
                  <a:cubicBezTo>
                    <a:pt x="0" y="42152"/>
                    <a:pt x="507" y="45636"/>
                    <a:pt x="1362" y="48993"/>
                  </a:cubicBezTo>
                  <a:lnTo>
                    <a:pt x="19097" y="44939"/>
                  </a:lnTo>
                  <a:cubicBezTo>
                    <a:pt x="18590" y="42880"/>
                    <a:pt x="18274" y="40727"/>
                    <a:pt x="18274" y="38542"/>
                  </a:cubicBezTo>
                  <a:cubicBezTo>
                    <a:pt x="18274" y="28978"/>
                    <a:pt x="23467" y="20491"/>
                    <a:pt x="31163" y="15740"/>
                  </a:cubicBezTo>
                  <a:lnTo>
                    <a:pt x="22169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76;p17">
              <a:extLst>
                <a:ext uri="{FF2B5EF4-FFF2-40B4-BE49-F238E27FC236}">
                  <a16:creationId xmlns:a16="http://schemas.microsoft.com/office/drawing/2014/main" id="{6BDE6610-9F88-B82E-B4D3-F2842AC0213E}"/>
                </a:ext>
              </a:extLst>
            </p:cNvPr>
            <p:cNvSpPr/>
            <p:nvPr/>
          </p:nvSpPr>
          <p:spPr>
            <a:xfrm>
              <a:off x="3262500" y="1887225"/>
              <a:ext cx="1595375" cy="891500"/>
            </a:xfrm>
            <a:custGeom>
              <a:avLst/>
              <a:gdLst/>
              <a:ahLst/>
              <a:cxnLst/>
              <a:rect l="l" t="t" r="r" b="b"/>
              <a:pathLst>
                <a:path w="63815" h="35660" extrusionOk="0">
                  <a:moveTo>
                    <a:pt x="22898" y="0"/>
                  </a:moveTo>
                  <a:cubicBezTo>
                    <a:pt x="14600" y="0"/>
                    <a:pt x="6778" y="2439"/>
                    <a:pt x="1" y="6556"/>
                  </a:cubicBezTo>
                  <a:lnTo>
                    <a:pt x="8995" y="22295"/>
                  </a:lnTo>
                  <a:cubicBezTo>
                    <a:pt x="13080" y="19762"/>
                    <a:pt x="17831" y="18273"/>
                    <a:pt x="22898" y="18273"/>
                  </a:cubicBezTo>
                  <a:cubicBezTo>
                    <a:pt x="30625" y="18273"/>
                    <a:pt x="37655" y="21693"/>
                    <a:pt x="42564" y="27077"/>
                  </a:cubicBezTo>
                  <a:lnTo>
                    <a:pt x="42532" y="27109"/>
                  </a:lnTo>
                  <a:cubicBezTo>
                    <a:pt x="44781" y="29579"/>
                    <a:pt x="46618" y="32493"/>
                    <a:pt x="47853" y="35659"/>
                  </a:cubicBezTo>
                  <a:lnTo>
                    <a:pt x="63814" y="29357"/>
                  </a:lnTo>
                  <a:cubicBezTo>
                    <a:pt x="61882" y="24132"/>
                    <a:pt x="59064" y="19382"/>
                    <a:pt x="55517" y="15265"/>
                  </a:cubicBezTo>
                  <a:lnTo>
                    <a:pt x="55548" y="15201"/>
                  </a:lnTo>
                  <a:cubicBezTo>
                    <a:pt x="47536" y="5954"/>
                    <a:pt x="35945" y="0"/>
                    <a:pt x="2289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77;p17">
              <a:extLst>
                <a:ext uri="{FF2B5EF4-FFF2-40B4-BE49-F238E27FC236}">
                  <a16:creationId xmlns:a16="http://schemas.microsoft.com/office/drawing/2014/main" id="{B9C52026-A3CB-9D1D-8F21-ADA9D0EEBF29}"/>
                </a:ext>
              </a:extLst>
            </p:cNvPr>
            <p:cNvSpPr/>
            <p:nvPr/>
          </p:nvSpPr>
          <p:spPr>
            <a:xfrm>
              <a:off x="4592600" y="2243500"/>
              <a:ext cx="353150" cy="321450"/>
            </a:xfrm>
            <a:custGeom>
              <a:avLst/>
              <a:gdLst/>
              <a:ahLst/>
              <a:cxnLst/>
              <a:rect l="l" t="t" r="r" b="b"/>
              <a:pathLst>
                <a:path w="14126" h="12858" extrusionOk="0">
                  <a:moveTo>
                    <a:pt x="1" y="0"/>
                  </a:moveTo>
                  <a:lnTo>
                    <a:pt x="8298" y="12858"/>
                  </a:lnTo>
                  <a:lnTo>
                    <a:pt x="1412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78;p17">
              <a:extLst>
                <a:ext uri="{FF2B5EF4-FFF2-40B4-BE49-F238E27FC236}">
                  <a16:creationId xmlns:a16="http://schemas.microsoft.com/office/drawing/2014/main" id="{9AB5EBCA-5C20-A814-90F5-CC8A58FADBB6}"/>
                </a:ext>
              </a:extLst>
            </p:cNvPr>
            <p:cNvSpPr/>
            <p:nvPr/>
          </p:nvSpPr>
          <p:spPr>
            <a:xfrm>
              <a:off x="2690100" y="2243500"/>
              <a:ext cx="353925" cy="321450"/>
            </a:xfrm>
            <a:custGeom>
              <a:avLst/>
              <a:gdLst/>
              <a:ahLst/>
              <a:cxnLst/>
              <a:rect l="l" t="t" r="r" b="b"/>
              <a:pathLst>
                <a:path w="14157" h="12858" extrusionOk="0">
                  <a:moveTo>
                    <a:pt x="0" y="0"/>
                  </a:moveTo>
                  <a:lnTo>
                    <a:pt x="5827" y="12858"/>
                  </a:lnTo>
                  <a:lnTo>
                    <a:pt x="141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479;p17">
              <a:extLst>
                <a:ext uri="{FF2B5EF4-FFF2-40B4-BE49-F238E27FC236}">
                  <a16:creationId xmlns:a16="http://schemas.microsoft.com/office/drawing/2014/main" id="{BC65DAE7-80EF-D718-4877-8417C00D885C}"/>
                </a:ext>
              </a:extLst>
            </p:cNvPr>
            <p:cNvSpPr/>
            <p:nvPr/>
          </p:nvSpPr>
          <p:spPr>
            <a:xfrm>
              <a:off x="3385807" y="2610242"/>
              <a:ext cx="1535200" cy="1490025"/>
            </a:xfrm>
            <a:custGeom>
              <a:avLst/>
              <a:gdLst/>
              <a:ahLst/>
              <a:cxnLst/>
              <a:rect l="l" t="t" r="r" b="b"/>
              <a:pathLst>
                <a:path w="61408" h="59601" extrusionOk="0">
                  <a:moveTo>
                    <a:pt x="58557" y="0"/>
                  </a:moveTo>
                  <a:lnTo>
                    <a:pt x="42564" y="6302"/>
                  </a:lnTo>
                  <a:cubicBezTo>
                    <a:pt x="43704" y="9247"/>
                    <a:pt x="44369" y="12446"/>
                    <a:pt x="44369" y="15739"/>
                  </a:cubicBezTo>
                  <a:cubicBezTo>
                    <a:pt x="44369" y="30370"/>
                    <a:pt x="32177" y="42563"/>
                    <a:pt x="17546" y="42563"/>
                  </a:cubicBezTo>
                  <a:cubicBezTo>
                    <a:pt x="13745" y="42563"/>
                    <a:pt x="10103" y="41708"/>
                    <a:pt x="6778" y="40219"/>
                  </a:cubicBezTo>
                  <a:lnTo>
                    <a:pt x="1" y="56086"/>
                  </a:lnTo>
                  <a:cubicBezTo>
                    <a:pt x="5416" y="58334"/>
                    <a:pt x="11370" y="59601"/>
                    <a:pt x="17546" y="59601"/>
                  </a:cubicBezTo>
                  <a:cubicBezTo>
                    <a:pt x="41899" y="59601"/>
                    <a:pt x="61407" y="40124"/>
                    <a:pt x="61407" y="15739"/>
                  </a:cubicBezTo>
                  <a:cubicBezTo>
                    <a:pt x="61407" y="10229"/>
                    <a:pt x="60362" y="4940"/>
                    <a:pt x="5855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480;p17">
              <a:extLst>
                <a:ext uri="{FF2B5EF4-FFF2-40B4-BE49-F238E27FC236}">
                  <a16:creationId xmlns:a16="http://schemas.microsoft.com/office/drawing/2014/main" id="{A62243A3-0E86-B9C6-9CBF-47C07F6C0D80}"/>
                </a:ext>
              </a:extLst>
            </p:cNvPr>
            <p:cNvSpPr/>
            <p:nvPr/>
          </p:nvSpPr>
          <p:spPr>
            <a:xfrm>
              <a:off x="4516600" y="3503925"/>
              <a:ext cx="350775" cy="336500"/>
            </a:xfrm>
            <a:custGeom>
              <a:avLst/>
              <a:gdLst/>
              <a:ahLst/>
              <a:cxnLst/>
              <a:rect l="l" t="t" r="r" b="b"/>
              <a:pathLst>
                <a:path w="14031" h="13460" extrusionOk="0">
                  <a:moveTo>
                    <a:pt x="9755" y="0"/>
                  </a:moveTo>
                  <a:lnTo>
                    <a:pt x="1" y="11813"/>
                  </a:lnTo>
                  <a:lnTo>
                    <a:pt x="14030" y="13459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481;p17">
              <a:extLst>
                <a:ext uri="{FF2B5EF4-FFF2-40B4-BE49-F238E27FC236}">
                  <a16:creationId xmlns:a16="http://schemas.microsoft.com/office/drawing/2014/main" id="{DEDD1DB3-B8AE-30D1-3168-3D5A3F72BCF6}"/>
                </a:ext>
              </a:extLst>
            </p:cNvPr>
            <p:cNvSpPr/>
            <p:nvPr/>
          </p:nvSpPr>
          <p:spPr>
            <a:xfrm>
              <a:off x="2757375" y="3503925"/>
              <a:ext cx="350775" cy="336500"/>
            </a:xfrm>
            <a:custGeom>
              <a:avLst/>
              <a:gdLst/>
              <a:ahLst/>
              <a:cxnLst/>
              <a:rect l="l" t="t" r="r" b="b"/>
              <a:pathLst>
                <a:path w="14031" h="13460" extrusionOk="0">
                  <a:moveTo>
                    <a:pt x="4308" y="0"/>
                  </a:moveTo>
                  <a:lnTo>
                    <a:pt x="1" y="13459"/>
                  </a:lnTo>
                  <a:lnTo>
                    <a:pt x="14030" y="11813"/>
                  </a:lnTo>
                  <a:lnTo>
                    <a:pt x="4308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29043AD-35C9-64F3-E9C1-F55BFEF9F109}"/>
              </a:ext>
            </a:extLst>
          </p:cNvPr>
          <p:cNvSpPr txBox="1"/>
          <p:nvPr/>
        </p:nvSpPr>
        <p:spPr>
          <a:xfrm>
            <a:off x="8508206" y="4693444"/>
            <a:ext cx="335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5" name="Google Shape;5155;p43"/>
          <p:cNvSpPr/>
          <p:nvPr/>
        </p:nvSpPr>
        <p:spPr>
          <a:xfrm>
            <a:off x="3432680" y="1795111"/>
            <a:ext cx="2273374" cy="2071100"/>
          </a:xfrm>
          <a:custGeom>
            <a:avLst/>
            <a:gdLst/>
            <a:ahLst/>
            <a:cxnLst/>
            <a:rect l="l" t="t" r="r" b="b"/>
            <a:pathLst>
              <a:path w="70750" h="64455" extrusionOk="0">
                <a:moveTo>
                  <a:pt x="35375" y="1"/>
                </a:moveTo>
                <a:cubicBezTo>
                  <a:pt x="27125" y="1"/>
                  <a:pt x="18875" y="3144"/>
                  <a:pt x="12573" y="9430"/>
                </a:cubicBezTo>
                <a:cubicBezTo>
                  <a:pt x="0" y="22034"/>
                  <a:pt x="0" y="42429"/>
                  <a:pt x="12573" y="55001"/>
                </a:cubicBezTo>
                <a:cubicBezTo>
                  <a:pt x="18875" y="61304"/>
                  <a:pt x="27125" y="64455"/>
                  <a:pt x="35375" y="64455"/>
                </a:cubicBezTo>
                <a:cubicBezTo>
                  <a:pt x="43625" y="64455"/>
                  <a:pt x="51874" y="61304"/>
                  <a:pt x="58177" y="55001"/>
                </a:cubicBezTo>
                <a:cubicBezTo>
                  <a:pt x="70749" y="42429"/>
                  <a:pt x="70749" y="22034"/>
                  <a:pt x="58177" y="9430"/>
                </a:cubicBezTo>
                <a:cubicBezTo>
                  <a:pt x="51874" y="3144"/>
                  <a:pt x="43625" y="1"/>
                  <a:pt x="35375" y="1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6" name="Google Shape;5156;p43"/>
          <p:cNvSpPr/>
          <p:nvPr/>
        </p:nvSpPr>
        <p:spPr>
          <a:xfrm>
            <a:off x="3402154" y="1663593"/>
            <a:ext cx="2334426" cy="2334394"/>
          </a:xfrm>
          <a:custGeom>
            <a:avLst/>
            <a:gdLst/>
            <a:ahLst/>
            <a:cxnLst/>
            <a:rect l="l" t="t" r="r" b="b"/>
            <a:pathLst>
              <a:path w="72650" h="72649" extrusionOk="0">
                <a:moveTo>
                  <a:pt x="36325" y="349"/>
                </a:moveTo>
                <a:cubicBezTo>
                  <a:pt x="56150" y="349"/>
                  <a:pt x="72301" y="16500"/>
                  <a:pt x="72301" y="36325"/>
                </a:cubicBezTo>
                <a:cubicBezTo>
                  <a:pt x="72301" y="56149"/>
                  <a:pt x="56150" y="72300"/>
                  <a:pt x="36325" y="72300"/>
                </a:cubicBezTo>
                <a:cubicBezTo>
                  <a:pt x="16500" y="72300"/>
                  <a:pt x="349" y="56149"/>
                  <a:pt x="349" y="36325"/>
                </a:cubicBezTo>
                <a:cubicBezTo>
                  <a:pt x="349" y="16500"/>
                  <a:pt x="16500" y="349"/>
                  <a:pt x="36325" y="349"/>
                </a:cubicBezTo>
                <a:close/>
                <a:moveTo>
                  <a:pt x="36325" y="0"/>
                </a:moveTo>
                <a:cubicBezTo>
                  <a:pt x="31416" y="0"/>
                  <a:pt x="26666" y="982"/>
                  <a:pt x="22200" y="2851"/>
                </a:cubicBezTo>
                <a:cubicBezTo>
                  <a:pt x="17862" y="4687"/>
                  <a:pt x="13998" y="7316"/>
                  <a:pt x="10641" y="10641"/>
                </a:cubicBezTo>
                <a:cubicBezTo>
                  <a:pt x="7316" y="13966"/>
                  <a:pt x="4687" y="17862"/>
                  <a:pt x="2851" y="22200"/>
                </a:cubicBezTo>
                <a:cubicBezTo>
                  <a:pt x="982" y="26666"/>
                  <a:pt x="0" y="31416"/>
                  <a:pt x="0" y="36325"/>
                </a:cubicBezTo>
                <a:cubicBezTo>
                  <a:pt x="0" y="41233"/>
                  <a:pt x="982" y="45984"/>
                  <a:pt x="2851" y="50449"/>
                </a:cubicBezTo>
                <a:cubicBezTo>
                  <a:pt x="4687" y="54787"/>
                  <a:pt x="7316" y="58683"/>
                  <a:pt x="10641" y="62008"/>
                </a:cubicBezTo>
                <a:cubicBezTo>
                  <a:pt x="13966" y="65333"/>
                  <a:pt x="17862" y="67962"/>
                  <a:pt x="22200" y="69799"/>
                </a:cubicBezTo>
                <a:cubicBezTo>
                  <a:pt x="26666" y="71667"/>
                  <a:pt x="31416" y="72649"/>
                  <a:pt x="36325" y="72649"/>
                </a:cubicBezTo>
                <a:cubicBezTo>
                  <a:pt x="41234" y="72649"/>
                  <a:pt x="45984" y="71667"/>
                  <a:pt x="50449" y="69799"/>
                </a:cubicBezTo>
                <a:cubicBezTo>
                  <a:pt x="54788" y="67962"/>
                  <a:pt x="58683" y="65333"/>
                  <a:pt x="62008" y="62008"/>
                </a:cubicBezTo>
                <a:cubicBezTo>
                  <a:pt x="65334" y="58683"/>
                  <a:pt x="67962" y="54787"/>
                  <a:pt x="69799" y="50449"/>
                </a:cubicBezTo>
                <a:cubicBezTo>
                  <a:pt x="71667" y="45984"/>
                  <a:pt x="72649" y="41233"/>
                  <a:pt x="72649" y="36325"/>
                </a:cubicBezTo>
                <a:cubicBezTo>
                  <a:pt x="72649" y="31416"/>
                  <a:pt x="71667" y="26666"/>
                  <a:pt x="69799" y="22200"/>
                </a:cubicBezTo>
                <a:cubicBezTo>
                  <a:pt x="67962" y="17862"/>
                  <a:pt x="65334" y="13966"/>
                  <a:pt x="62008" y="10641"/>
                </a:cubicBezTo>
                <a:cubicBezTo>
                  <a:pt x="58683" y="7316"/>
                  <a:pt x="54788" y="4687"/>
                  <a:pt x="50449" y="2851"/>
                </a:cubicBezTo>
                <a:cubicBezTo>
                  <a:pt x="45984" y="982"/>
                  <a:pt x="41234" y="0"/>
                  <a:pt x="36325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7" name="Google Shape;5157;p43"/>
          <p:cNvSpPr/>
          <p:nvPr/>
        </p:nvSpPr>
        <p:spPr>
          <a:xfrm>
            <a:off x="3043941" y="3236736"/>
            <a:ext cx="3080350" cy="895758"/>
          </a:xfrm>
          <a:custGeom>
            <a:avLst/>
            <a:gdLst/>
            <a:ahLst/>
            <a:cxnLst/>
            <a:rect l="l" t="t" r="r" b="b"/>
            <a:pathLst>
              <a:path w="95864" h="27877" extrusionOk="0">
                <a:moveTo>
                  <a:pt x="34067" y="0"/>
                </a:moveTo>
                <a:cubicBezTo>
                  <a:pt x="32123" y="0"/>
                  <a:pt x="30166" y="426"/>
                  <a:pt x="28535" y="1459"/>
                </a:cubicBezTo>
                <a:cubicBezTo>
                  <a:pt x="26286" y="2948"/>
                  <a:pt x="24956" y="5386"/>
                  <a:pt x="22993" y="7223"/>
                </a:cubicBezTo>
                <a:cubicBezTo>
                  <a:pt x="22074" y="8046"/>
                  <a:pt x="20934" y="8490"/>
                  <a:pt x="20079" y="9313"/>
                </a:cubicBezTo>
                <a:cubicBezTo>
                  <a:pt x="19161" y="10168"/>
                  <a:pt x="18749" y="11308"/>
                  <a:pt x="17482" y="11815"/>
                </a:cubicBezTo>
                <a:cubicBezTo>
                  <a:pt x="15329" y="12638"/>
                  <a:pt x="12827" y="12543"/>
                  <a:pt x="10547" y="12797"/>
                </a:cubicBezTo>
                <a:cubicBezTo>
                  <a:pt x="8457" y="13050"/>
                  <a:pt x="6335" y="13620"/>
                  <a:pt x="4561" y="14792"/>
                </a:cubicBezTo>
                <a:cubicBezTo>
                  <a:pt x="1743" y="16724"/>
                  <a:pt x="1" y="20429"/>
                  <a:pt x="2503" y="23374"/>
                </a:cubicBezTo>
                <a:cubicBezTo>
                  <a:pt x="3548" y="24546"/>
                  <a:pt x="5036" y="25211"/>
                  <a:pt x="6556" y="25749"/>
                </a:cubicBezTo>
                <a:cubicBezTo>
                  <a:pt x="12215" y="27664"/>
                  <a:pt x="18312" y="27877"/>
                  <a:pt x="24312" y="27877"/>
                </a:cubicBezTo>
                <a:cubicBezTo>
                  <a:pt x="24961" y="27877"/>
                  <a:pt x="25609" y="27874"/>
                  <a:pt x="26255" y="27871"/>
                </a:cubicBezTo>
                <a:cubicBezTo>
                  <a:pt x="40474" y="27871"/>
                  <a:pt x="54693" y="27839"/>
                  <a:pt x="68913" y="27808"/>
                </a:cubicBezTo>
                <a:cubicBezTo>
                  <a:pt x="75722" y="27808"/>
                  <a:pt x="82689" y="27744"/>
                  <a:pt x="89023" y="25338"/>
                </a:cubicBezTo>
                <a:cubicBezTo>
                  <a:pt x="92728" y="23881"/>
                  <a:pt x="95863" y="19954"/>
                  <a:pt x="91588" y="16819"/>
                </a:cubicBezTo>
                <a:cubicBezTo>
                  <a:pt x="90226" y="15805"/>
                  <a:pt x="88548" y="15393"/>
                  <a:pt x="86901" y="14918"/>
                </a:cubicBezTo>
                <a:cubicBezTo>
                  <a:pt x="85286" y="14475"/>
                  <a:pt x="83607" y="13937"/>
                  <a:pt x="82372" y="12765"/>
                </a:cubicBezTo>
                <a:cubicBezTo>
                  <a:pt x="81074" y="11530"/>
                  <a:pt x="80345" y="9693"/>
                  <a:pt x="78762" y="8806"/>
                </a:cubicBezTo>
                <a:cubicBezTo>
                  <a:pt x="78023" y="8382"/>
                  <a:pt x="77228" y="8246"/>
                  <a:pt x="76413" y="8246"/>
                </a:cubicBezTo>
                <a:cubicBezTo>
                  <a:pt x="75098" y="8246"/>
                  <a:pt x="73731" y="8601"/>
                  <a:pt x="72460" y="8680"/>
                </a:cubicBezTo>
                <a:cubicBezTo>
                  <a:pt x="72289" y="8689"/>
                  <a:pt x="72116" y="8693"/>
                  <a:pt x="71940" y="8693"/>
                </a:cubicBezTo>
                <a:cubicBezTo>
                  <a:pt x="70228" y="8693"/>
                  <a:pt x="68325" y="8269"/>
                  <a:pt x="66918" y="7350"/>
                </a:cubicBezTo>
                <a:cubicBezTo>
                  <a:pt x="64004" y="5418"/>
                  <a:pt x="62927" y="1047"/>
                  <a:pt x="59539" y="224"/>
                </a:cubicBezTo>
                <a:cubicBezTo>
                  <a:pt x="59176" y="136"/>
                  <a:pt x="58816" y="97"/>
                  <a:pt x="58459" y="97"/>
                </a:cubicBezTo>
                <a:cubicBezTo>
                  <a:pt x="56379" y="97"/>
                  <a:pt x="54372" y="1422"/>
                  <a:pt x="52318" y="2124"/>
                </a:cubicBezTo>
                <a:cubicBezTo>
                  <a:pt x="51215" y="2512"/>
                  <a:pt x="50205" y="2666"/>
                  <a:pt x="49236" y="2666"/>
                </a:cubicBezTo>
                <a:cubicBezTo>
                  <a:pt x="47118" y="2666"/>
                  <a:pt x="45194" y="1931"/>
                  <a:pt x="42912" y="1301"/>
                </a:cubicBezTo>
                <a:cubicBezTo>
                  <a:pt x="40506" y="636"/>
                  <a:pt x="37497" y="192"/>
                  <a:pt x="35027" y="34"/>
                </a:cubicBezTo>
                <a:cubicBezTo>
                  <a:pt x="34708" y="12"/>
                  <a:pt x="34388" y="0"/>
                  <a:pt x="34067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8" name="Google Shape;5158;p43"/>
          <p:cNvSpPr/>
          <p:nvPr/>
        </p:nvSpPr>
        <p:spPr>
          <a:xfrm>
            <a:off x="3657575" y="3353827"/>
            <a:ext cx="2056" cy="14267"/>
          </a:xfrm>
          <a:custGeom>
            <a:avLst/>
            <a:gdLst/>
            <a:ahLst/>
            <a:cxnLst/>
            <a:rect l="l" t="t" r="r" b="b"/>
            <a:pathLst>
              <a:path w="64" h="444" extrusionOk="0">
                <a:moveTo>
                  <a:pt x="32" y="0"/>
                </a:moveTo>
                <a:lnTo>
                  <a:pt x="32" y="0"/>
                </a:lnTo>
                <a:cubicBezTo>
                  <a:pt x="0" y="159"/>
                  <a:pt x="32" y="317"/>
                  <a:pt x="64" y="444"/>
                </a:cubicBezTo>
                <a:cubicBezTo>
                  <a:pt x="64" y="285"/>
                  <a:pt x="32" y="159"/>
                  <a:pt x="32" y="0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9" name="Google Shape;5159;p43"/>
          <p:cNvSpPr/>
          <p:nvPr/>
        </p:nvSpPr>
        <p:spPr>
          <a:xfrm>
            <a:off x="3647389" y="3355851"/>
            <a:ext cx="16323" cy="79399"/>
          </a:xfrm>
          <a:custGeom>
            <a:avLst/>
            <a:gdLst/>
            <a:ahLst/>
            <a:cxnLst/>
            <a:rect l="l" t="t" r="r" b="b"/>
            <a:pathLst>
              <a:path w="508" h="2471" extrusionOk="0">
                <a:moveTo>
                  <a:pt x="1" y="1"/>
                </a:moveTo>
                <a:lnTo>
                  <a:pt x="1" y="1"/>
                </a:lnTo>
                <a:cubicBezTo>
                  <a:pt x="32" y="824"/>
                  <a:pt x="96" y="1647"/>
                  <a:pt x="159" y="2471"/>
                </a:cubicBezTo>
                <a:lnTo>
                  <a:pt x="507" y="2439"/>
                </a:lnTo>
                <a:cubicBezTo>
                  <a:pt x="444" y="1806"/>
                  <a:pt x="412" y="1141"/>
                  <a:pt x="381" y="476"/>
                </a:cubicBezTo>
                <a:cubicBezTo>
                  <a:pt x="254" y="317"/>
                  <a:pt x="127" y="159"/>
                  <a:pt x="1" y="1"/>
                </a:cubicBez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0" name="Google Shape;5160;p43"/>
          <p:cNvSpPr/>
          <p:nvPr/>
        </p:nvSpPr>
        <p:spPr>
          <a:xfrm>
            <a:off x="4012704" y="2650671"/>
            <a:ext cx="4113" cy="9190"/>
          </a:xfrm>
          <a:custGeom>
            <a:avLst/>
            <a:gdLst/>
            <a:ahLst/>
            <a:cxnLst/>
            <a:rect l="l" t="t" r="r" b="b"/>
            <a:pathLst>
              <a:path w="128" h="286" extrusionOk="0">
                <a:moveTo>
                  <a:pt x="96" y="0"/>
                </a:moveTo>
                <a:cubicBezTo>
                  <a:pt x="64" y="95"/>
                  <a:pt x="33" y="190"/>
                  <a:pt x="1" y="285"/>
                </a:cubicBezTo>
                <a:cubicBezTo>
                  <a:pt x="64" y="285"/>
                  <a:pt x="96" y="285"/>
                  <a:pt x="128" y="253"/>
                </a:cubicBezTo>
                <a:lnTo>
                  <a:pt x="96" y="0"/>
                </a:lnTo>
                <a:close/>
              </a:path>
            </a:pathLst>
          </a:custGeom>
          <a:solidFill>
            <a:srgbClr val="63A5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1" name="Google Shape;5161;p43"/>
          <p:cNvSpPr/>
          <p:nvPr/>
        </p:nvSpPr>
        <p:spPr>
          <a:xfrm>
            <a:off x="3659600" y="3368061"/>
            <a:ext cx="4113" cy="8194"/>
          </a:xfrm>
          <a:custGeom>
            <a:avLst/>
            <a:gdLst/>
            <a:ahLst/>
            <a:cxnLst/>
            <a:rect l="l" t="t" r="r" b="b"/>
            <a:pathLst>
              <a:path w="128" h="255" extrusionOk="0">
                <a:moveTo>
                  <a:pt x="1" y="1"/>
                </a:moveTo>
                <a:cubicBezTo>
                  <a:pt x="1" y="32"/>
                  <a:pt x="1" y="64"/>
                  <a:pt x="1" y="96"/>
                </a:cubicBezTo>
                <a:cubicBezTo>
                  <a:pt x="32" y="127"/>
                  <a:pt x="64" y="191"/>
                  <a:pt x="127" y="254"/>
                </a:cubicBezTo>
                <a:cubicBezTo>
                  <a:pt x="64" y="159"/>
                  <a:pt x="32" y="64"/>
                  <a:pt x="1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2" name="Google Shape;5162;p43"/>
          <p:cNvSpPr/>
          <p:nvPr/>
        </p:nvSpPr>
        <p:spPr>
          <a:xfrm>
            <a:off x="3767468" y="2159172"/>
            <a:ext cx="271745" cy="379581"/>
          </a:xfrm>
          <a:custGeom>
            <a:avLst/>
            <a:gdLst/>
            <a:ahLst/>
            <a:cxnLst/>
            <a:rect l="l" t="t" r="r" b="b"/>
            <a:pathLst>
              <a:path w="8457" h="11813" extrusionOk="0">
                <a:moveTo>
                  <a:pt x="4339" y="0"/>
                </a:moveTo>
                <a:cubicBezTo>
                  <a:pt x="3706" y="1267"/>
                  <a:pt x="3104" y="2597"/>
                  <a:pt x="2566" y="3990"/>
                </a:cubicBezTo>
                <a:cubicBezTo>
                  <a:pt x="1616" y="6429"/>
                  <a:pt x="761" y="8994"/>
                  <a:pt x="1" y="11813"/>
                </a:cubicBezTo>
                <a:cubicBezTo>
                  <a:pt x="159" y="11686"/>
                  <a:pt x="317" y="11591"/>
                  <a:pt x="507" y="11464"/>
                </a:cubicBezTo>
                <a:cubicBezTo>
                  <a:pt x="666" y="11369"/>
                  <a:pt x="824" y="11274"/>
                  <a:pt x="1014" y="11148"/>
                </a:cubicBezTo>
                <a:cubicBezTo>
                  <a:pt x="3294" y="9564"/>
                  <a:pt x="5764" y="8266"/>
                  <a:pt x="8330" y="7252"/>
                </a:cubicBezTo>
                <a:cubicBezTo>
                  <a:pt x="8425" y="6809"/>
                  <a:pt x="8456" y="6366"/>
                  <a:pt x="8298" y="5890"/>
                </a:cubicBezTo>
                <a:cubicBezTo>
                  <a:pt x="7886" y="4624"/>
                  <a:pt x="6904" y="4750"/>
                  <a:pt x="6144" y="3990"/>
                </a:cubicBezTo>
                <a:cubicBezTo>
                  <a:pt x="5258" y="3104"/>
                  <a:pt x="6018" y="1330"/>
                  <a:pt x="5004" y="443"/>
                </a:cubicBezTo>
                <a:cubicBezTo>
                  <a:pt x="4783" y="253"/>
                  <a:pt x="4529" y="127"/>
                  <a:pt x="433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3" name="Google Shape;5163;p43"/>
          <p:cNvSpPr/>
          <p:nvPr/>
        </p:nvSpPr>
        <p:spPr>
          <a:xfrm>
            <a:off x="3530363" y="2152264"/>
            <a:ext cx="365347" cy="599175"/>
          </a:xfrm>
          <a:custGeom>
            <a:avLst/>
            <a:gdLst/>
            <a:ahLst/>
            <a:cxnLst/>
            <a:rect l="l" t="t" r="r" b="b"/>
            <a:pathLst>
              <a:path w="11370" h="18647" extrusionOk="0">
                <a:moveTo>
                  <a:pt x="10786" y="1"/>
                </a:moveTo>
                <a:cubicBezTo>
                  <a:pt x="9666" y="1"/>
                  <a:pt x="8685" y="956"/>
                  <a:pt x="7981" y="1957"/>
                </a:cubicBezTo>
                <a:cubicBezTo>
                  <a:pt x="7443" y="2717"/>
                  <a:pt x="6715" y="2812"/>
                  <a:pt x="5923" y="2844"/>
                </a:cubicBezTo>
                <a:cubicBezTo>
                  <a:pt x="5670" y="2844"/>
                  <a:pt x="5415" y="2833"/>
                  <a:pt x="5164" y="2833"/>
                </a:cubicBezTo>
                <a:cubicBezTo>
                  <a:pt x="4250" y="2833"/>
                  <a:pt x="3393" y="2970"/>
                  <a:pt x="2946" y="4237"/>
                </a:cubicBezTo>
                <a:cubicBezTo>
                  <a:pt x="2281" y="6042"/>
                  <a:pt x="3073" y="7879"/>
                  <a:pt x="1616" y="9431"/>
                </a:cubicBezTo>
                <a:cubicBezTo>
                  <a:pt x="1014" y="10032"/>
                  <a:pt x="254" y="10539"/>
                  <a:pt x="1" y="11363"/>
                </a:cubicBezTo>
                <a:cubicBezTo>
                  <a:pt x="2218" y="13421"/>
                  <a:pt x="4118" y="15923"/>
                  <a:pt x="5448" y="18646"/>
                </a:cubicBezTo>
                <a:cubicBezTo>
                  <a:pt x="5891" y="16525"/>
                  <a:pt x="6335" y="14561"/>
                  <a:pt x="6841" y="12661"/>
                </a:cubicBezTo>
                <a:lnTo>
                  <a:pt x="6746" y="12566"/>
                </a:lnTo>
                <a:lnTo>
                  <a:pt x="6841" y="12471"/>
                </a:lnTo>
                <a:cubicBezTo>
                  <a:pt x="6620" y="9209"/>
                  <a:pt x="5828" y="6042"/>
                  <a:pt x="4466" y="3065"/>
                </a:cubicBezTo>
                <a:lnTo>
                  <a:pt x="4783" y="2907"/>
                </a:lnTo>
                <a:cubicBezTo>
                  <a:pt x="6049" y="5694"/>
                  <a:pt x="6841" y="8607"/>
                  <a:pt x="7126" y="11648"/>
                </a:cubicBezTo>
                <a:cubicBezTo>
                  <a:pt x="7886" y="8924"/>
                  <a:pt x="8710" y="6454"/>
                  <a:pt x="9628" y="4079"/>
                </a:cubicBezTo>
                <a:cubicBezTo>
                  <a:pt x="10166" y="2685"/>
                  <a:pt x="10768" y="1355"/>
                  <a:pt x="11370" y="88"/>
                </a:cubicBezTo>
                <a:cubicBezTo>
                  <a:pt x="11172" y="28"/>
                  <a:pt x="10977" y="1"/>
                  <a:pt x="10786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4" name="Google Shape;5164;p43"/>
          <p:cNvSpPr/>
          <p:nvPr/>
        </p:nvSpPr>
        <p:spPr>
          <a:xfrm>
            <a:off x="3654523" y="2889801"/>
            <a:ext cx="292084" cy="464058"/>
          </a:xfrm>
          <a:custGeom>
            <a:avLst/>
            <a:gdLst/>
            <a:ahLst/>
            <a:cxnLst/>
            <a:rect l="l" t="t" r="r" b="b"/>
            <a:pathLst>
              <a:path w="9090" h="14442" extrusionOk="0">
                <a:moveTo>
                  <a:pt x="9089" y="0"/>
                </a:moveTo>
                <a:cubicBezTo>
                  <a:pt x="5922" y="855"/>
                  <a:pt x="2977" y="2407"/>
                  <a:pt x="507" y="4529"/>
                </a:cubicBezTo>
                <a:cubicBezTo>
                  <a:pt x="127" y="7949"/>
                  <a:pt x="0" y="11274"/>
                  <a:pt x="127" y="14441"/>
                </a:cubicBezTo>
                <a:cubicBezTo>
                  <a:pt x="285" y="13618"/>
                  <a:pt x="1394" y="12605"/>
                  <a:pt x="1742" y="12066"/>
                </a:cubicBezTo>
                <a:cubicBezTo>
                  <a:pt x="2756" y="10546"/>
                  <a:pt x="3927" y="9374"/>
                  <a:pt x="5257" y="8171"/>
                </a:cubicBezTo>
                <a:cubicBezTo>
                  <a:pt x="5859" y="7633"/>
                  <a:pt x="6366" y="6872"/>
                  <a:pt x="6207" y="6081"/>
                </a:cubicBezTo>
                <a:cubicBezTo>
                  <a:pt x="6112" y="5574"/>
                  <a:pt x="5764" y="5162"/>
                  <a:pt x="5732" y="4656"/>
                </a:cubicBezTo>
                <a:cubicBezTo>
                  <a:pt x="5606" y="3231"/>
                  <a:pt x="7253" y="2534"/>
                  <a:pt x="8139" y="1774"/>
                </a:cubicBezTo>
                <a:cubicBezTo>
                  <a:pt x="8773" y="1235"/>
                  <a:pt x="9026" y="634"/>
                  <a:pt x="9089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5" name="Google Shape;5165;p43"/>
          <p:cNvSpPr/>
          <p:nvPr/>
        </p:nvSpPr>
        <p:spPr>
          <a:xfrm>
            <a:off x="3671810" y="2659829"/>
            <a:ext cx="340926" cy="360237"/>
          </a:xfrm>
          <a:custGeom>
            <a:avLst/>
            <a:gdLst/>
            <a:ahLst/>
            <a:cxnLst/>
            <a:rect l="l" t="t" r="r" b="b"/>
            <a:pathLst>
              <a:path w="10610" h="11211" extrusionOk="0">
                <a:moveTo>
                  <a:pt x="10610" y="0"/>
                </a:moveTo>
                <a:lnTo>
                  <a:pt x="10610" y="0"/>
                </a:lnTo>
                <a:cubicBezTo>
                  <a:pt x="7316" y="570"/>
                  <a:pt x="4054" y="1805"/>
                  <a:pt x="1236" y="3610"/>
                </a:cubicBezTo>
                <a:cubicBezTo>
                  <a:pt x="1109" y="4275"/>
                  <a:pt x="982" y="4909"/>
                  <a:pt x="856" y="5606"/>
                </a:cubicBezTo>
                <a:cubicBezTo>
                  <a:pt x="507" y="7506"/>
                  <a:pt x="222" y="9374"/>
                  <a:pt x="1" y="11211"/>
                </a:cubicBezTo>
                <a:cubicBezTo>
                  <a:pt x="2503" y="9121"/>
                  <a:pt x="5416" y="7601"/>
                  <a:pt x="8583" y="6777"/>
                </a:cubicBezTo>
                <a:cubicBezTo>
                  <a:pt x="8551" y="6239"/>
                  <a:pt x="8425" y="5637"/>
                  <a:pt x="8298" y="5004"/>
                </a:cubicBezTo>
                <a:cubicBezTo>
                  <a:pt x="7918" y="3230"/>
                  <a:pt x="9565" y="2122"/>
                  <a:pt x="10293" y="760"/>
                </a:cubicBezTo>
                <a:cubicBezTo>
                  <a:pt x="10451" y="507"/>
                  <a:pt x="10546" y="253"/>
                  <a:pt x="10610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6" name="Google Shape;5166;p43"/>
          <p:cNvSpPr/>
          <p:nvPr/>
        </p:nvSpPr>
        <p:spPr>
          <a:xfrm>
            <a:off x="3714546" y="2406432"/>
            <a:ext cx="316505" cy="355193"/>
          </a:xfrm>
          <a:custGeom>
            <a:avLst/>
            <a:gdLst/>
            <a:ahLst/>
            <a:cxnLst/>
            <a:rect l="l" t="t" r="r" b="b"/>
            <a:pathLst>
              <a:path w="9850" h="11054" extrusionOk="0">
                <a:moveTo>
                  <a:pt x="9850" y="1"/>
                </a:moveTo>
                <a:lnTo>
                  <a:pt x="9850" y="1"/>
                </a:lnTo>
                <a:cubicBezTo>
                  <a:pt x="7380" y="982"/>
                  <a:pt x="5036" y="2249"/>
                  <a:pt x="2851" y="3738"/>
                </a:cubicBezTo>
                <a:cubicBezTo>
                  <a:pt x="2661" y="3864"/>
                  <a:pt x="2471" y="3991"/>
                  <a:pt x="2344" y="4086"/>
                </a:cubicBezTo>
                <a:cubicBezTo>
                  <a:pt x="2028" y="4276"/>
                  <a:pt x="1774" y="4434"/>
                  <a:pt x="1489" y="4688"/>
                </a:cubicBezTo>
                <a:cubicBezTo>
                  <a:pt x="951" y="6683"/>
                  <a:pt x="476" y="8773"/>
                  <a:pt x="1" y="11053"/>
                </a:cubicBezTo>
                <a:cubicBezTo>
                  <a:pt x="2851" y="9280"/>
                  <a:pt x="6050" y="8076"/>
                  <a:pt x="9343" y="7506"/>
                </a:cubicBezTo>
                <a:lnTo>
                  <a:pt x="9375" y="7601"/>
                </a:lnTo>
                <a:cubicBezTo>
                  <a:pt x="9470" y="7126"/>
                  <a:pt x="9438" y="6651"/>
                  <a:pt x="9216" y="6208"/>
                </a:cubicBezTo>
                <a:cubicBezTo>
                  <a:pt x="8710" y="5131"/>
                  <a:pt x="7570" y="4624"/>
                  <a:pt x="8076" y="3294"/>
                </a:cubicBezTo>
                <a:cubicBezTo>
                  <a:pt x="8488" y="2217"/>
                  <a:pt x="9407" y="1141"/>
                  <a:pt x="9850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7" name="Google Shape;5167;p43"/>
          <p:cNvSpPr/>
          <p:nvPr/>
        </p:nvSpPr>
        <p:spPr>
          <a:xfrm>
            <a:off x="3468283" y="2530592"/>
            <a:ext cx="234085" cy="825291"/>
          </a:xfrm>
          <a:custGeom>
            <a:avLst/>
            <a:gdLst/>
            <a:ahLst/>
            <a:cxnLst/>
            <a:rect l="l" t="t" r="r" b="b"/>
            <a:pathLst>
              <a:path w="7285" h="25684" extrusionOk="0">
                <a:moveTo>
                  <a:pt x="1838" y="0"/>
                </a:moveTo>
                <a:cubicBezTo>
                  <a:pt x="1774" y="380"/>
                  <a:pt x="1774" y="792"/>
                  <a:pt x="1838" y="1204"/>
                </a:cubicBezTo>
                <a:cubicBezTo>
                  <a:pt x="1901" y="1900"/>
                  <a:pt x="2028" y="2629"/>
                  <a:pt x="2249" y="3294"/>
                </a:cubicBezTo>
                <a:cubicBezTo>
                  <a:pt x="2471" y="4022"/>
                  <a:pt x="2978" y="4782"/>
                  <a:pt x="2883" y="5574"/>
                </a:cubicBezTo>
                <a:cubicBezTo>
                  <a:pt x="2819" y="6302"/>
                  <a:pt x="2249" y="6841"/>
                  <a:pt x="1711" y="7379"/>
                </a:cubicBezTo>
                <a:cubicBezTo>
                  <a:pt x="634" y="8456"/>
                  <a:pt x="191" y="10134"/>
                  <a:pt x="793" y="11591"/>
                </a:cubicBezTo>
                <a:cubicBezTo>
                  <a:pt x="1204" y="12509"/>
                  <a:pt x="2249" y="13491"/>
                  <a:pt x="1964" y="14600"/>
                </a:cubicBezTo>
                <a:cubicBezTo>
                  <a:pt x="1838" y="15201"/>
                  <a:pt x="1268" y="15581"/>
                  <a:pt x="983" y="16120"/>
                </a:cubicBezTo>
                <a:cubicBezTo>
                  <a:pt x="1" y="17861"/>
                  <a:pt x="1426" y="19952"/>
                  <a:pt x="2344" y="21345"/>
                </a:cubicBezTo>
                <a:cubicBezTo>
                  <a:pt x="3358" y="22865"/>
                  <a:pt x="4466" y="24259"/>
                  <a:pt x="5575" y="25684"/>
                </a:cubicBezTo>
                <a:cubicBezTo>
                  <a:pt x="5448" y="22517"/>
                  <a:pt x="5575" y="19223"/>
                  <a:pt x="5923" y="15835"/>
                </a:cubicBezTo>
                <a:lnTo>
                  <a:pt x="5828" y="15835"/>
                </a:lnTo>
                <a:cubicBezTo>
                  <a:pt x="5638" y="14948"/>
                  <a:pt x="5321" y="14061"/>
                  <a:pt x="4846" y="13269"/>
                </a:cubicBezTo>
                <a:cubicBezTo>
                  <a:pt x="4308" y="12319"/>
                  <a:pt x="3611" y="11496"/>
                  <a:pt x="2914" y="10704"/>
                </a:cubicBezTo>
                <a:cubicBezTo>
                  <a:pt x="2408" y="10103"/>
                  <a:pt x="1869" y="9533"/>
                  <a:pt x="1331" y="8962"/>
                </a:cubicBezTo>
                <a:lnTo>
                  <a:pt x="1584" y="8741"/>
                </a:lnTo>
                <a:cubicBezTo>
                  <a:pt x="2123" y="9311"/>
                  <a:pt x="2661" y="9881"/>
                  <a:pt x="3168" y="10483"/>
                </a:cubicBezTo>
                <a:cubicBezTo>
                  <a:pt x="3865" y="11274"/>
                  <a:pt x="4593" y="12129"/>
                  <a:pt x="5163" y="13111"/>
                </a:cubicBezTo>
                <a:cubicBezTo>
                  <a:pt x="5511" y="13713"/>
                  <a:pt x="5796" y="14378"/>
                  <a:pt x="6018" y="15075"/>
                </a:cubicBezTo>
                <a:cubicBezTo>
                  <a:pt x="6208" y="13269"/>
                  <a:pt x="6493" y="11433"/>
                  <a:pt x="6841" y="9533"/>
                </a:cubicBezTo>
                <a:cubicBezTo>
                  <a:pt x="6968" y="8836"/>
                  <a:pt x="7126" y="8107"/>
                  <a:pt x="7253" y="7442"/>
                </a:cubicBezTo>
                <a:lnTo>
                  <a:pt x="7253" y="7411"/>
                </a:lnTo>
                <a:cubicBezTo>
                  <a:pt x="7253" y="7411"/>
                  <a:pt x="7253" y="7379"/>
                  <a:pt x="7285" y="7347"/>
                </a:cubicBezTo>
                <a:lnTo>
                  <a:pt x="7285" y="7347"/>
                </a:lnTo>
                <a:lnTo>
                  <a:pt x="7221" y="7379"/>
                </a:lnTo>
                <a:cubicBezTo>
                  <a:pt x="5923" y="4592"/>
                  <a:pt x="4055" y="2059"/>
                  <a:pt x="1838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8" name="Google Shape;5168;p43"/>
          <p:cNvSpPr/>
          <p:nvPr/>
        </p:nvSpPr>
        <p:spPr>
          <a:xfrm>
            <a:off x="3643308" y="3028196"/>
            <a:ext cx="27538" cy="342950"/>
          </a:xfrm>
          <a:custGeom>
            <a:avLst/>
            <a:gdLst/>
            <a:ahLst/>
            <a:cxnLst/>
            <a:rect l="l" t="t" r="r" b="b"/>
            <a:pathLst>
              <a:path w="857" h="10673" extrusionOk="0">
                <a:moveTo>
                  <a:pt x="666" y="0"/>
                </a:moveTo>
                <a:cubicBezTo>
                  <a:pt x="698" y="95"/>
                  <a:pt x="729" y="190"/>
                  <a:pt x="729" y="285"/>
                </a:cubicBezTo>
                <a:lnTo>
                  <a:pt x="476" y="349"/>
                </a:lnTo>
                <a:cubicBezTo>
                  <a:pt x="128" y="3737"/>
                  <a:pt x="1" y="7031"/>
                  <a:pt x="128" y="10198"/>
                </a:cubicBezTo>
                <a:cubicBezTo>
                  <a:pt x="254" y="10356"/>
                  <a:pt x="381" y="10514"/>
                  <a:pt x="508" y="10673"/>
                </a:cubicBezTo>
                <a:cubicBezTo>
                  <a:pt x="508" y="10641"/>
                  <a:pt x="508" y="10609"/>
                  <a:pt x="508" y="10578"/>
                </a:cubicBezTo>
                <a:cubicBezTo>
                  <a:pt x="444" y="10419"/>
                  <a:pt x="444" y="10293"/>
                  <a:pt x="476" y="10134"/>
                </a:cubicBezTo>
                <a:cubicBezTo>
                  <a:pt x="349" y="6967"/>
                  <a:pt x="476" y="3642"/>
                  <a:pt x="856" y="222"/>
                </a:cubicBezTo>
                <a:lnTo>
                  <a:pt x="666" y="0"/>
                </a:ln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9" name="Google Shape;5169;p43"/>
          <p:cNvSpPr/>
          <p:nvPr/>
        </p:nvSpPr>
        <p:spPr>
          <a:xfrm>
            <a:off x="3747128" y="2552956"/>
            <a:ext cx="4081" cy="6137"/>
          </a:xfrm>
          <a:custGeom>
            <a:avLst/>
            <a:gdLst/>
            <a:ahLst/>
            <a:cxnLst/>
            <a:rect l="l" t="t" r="r" b="b"/>
            <a:pathLst>
              <a:path w="127" h="191" extrusionOk="0">
                <a:moveTo>
                  <a:pt x="95" y="1"/>
                </a:moveTo>
                <a:lnTo>
                  <a:pt x="0" y="96"/>
                </a:lnTo>
                <a:lnTo>
                  <a:pt x="95" y="191"/>
                </a:lnTo>
                <a:cubicBezTo>
                  <a:pt x="95" y="159"/>
                  <a:pt x="127" y="96"/>
                  <a:pt x="127" y="33"/>
                </a:cubicBezTo>
                <a:lnTo>
                  <a:pt x="95" y="33"/>
                </a:lnTo>
                <a:cubicBezTo>
                  <a:pt x="95" y="33"/>
                  <a:pt x="95" y="1"/>
                  <a:pt x="95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0" name="Google Shape;5170;p43"/>
          <p:cNvSpPr/>
          <p:nvPr/>
        </p:nvSpPr>
        <p:spPr>
          <a:xfrm>
            <a:off x="3701340" y="2768694"/>
            <a:ext cx="32" cy="1060"/>
          </a:xfrm>
          <a:custGeom>
            <a:avLst/>
            <a:gdLst/>
            <a:ahLst/>
            <a:cxnLst/>
            <a:rect l="l" t="t" r="r" b="b"/>
            <a:pathLst>
              <a:path w="1" h="33" extrusionOk="0">
                <a:moveTo>
                  <a:pt x="0" y="32"/>
                </a:moveTo>
                <a:lnTo>
                  <a:pt x="0" y="32"/>
                </a:lnTo>
                <a:lnTo>
                  <a:pt x="0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1" name="Google Shape;5171;p43"/>
          <p:cNvSpPr/>
          <p:nvPr/>
        </p:nvSpPr>
        <p:spPr>
          <a:xfrm>
            <a:off x="3663680" y="3020034"/>
            <a:ext cx="8162" cy="15295"/>
          </a:xfrm>
          <a:custGeom>
            <a:avLst/>
            <a:gdLst/>
            <a:ahLst/>
            <a:cxnLst/>
            <a:rect l="l" t="t" r="r" b="b"/>
            <a:pathLst>
              <a:path w="254" h="476" extrusionOk="0">
                <a:moveTo>
                  <a:pt x="254" y="1"/>
                </a:moveTo>
                <a:lnTo>
                  <a:pt x="254" y="1"/>
                </a:lnTo>
                <a:cubicBezTo>
                  <a:pt x="190" y="64"/>
                  <a:pt x="95" y="128"/>
                  <a:pt x="0" y="191"/>
                </a:cubicBezTo>
                <a:cubicBezTo>
                  <a:pt x="0" y="223"/>
                  <a:pt x="32" y="223"/>
                  <a:pt x="32" y="254"/>
                </a:cubicBezTo>
                <a:lnTo>
                  <a:pt x="222" y="476"/>
                </a:lnTo>
                <a:cubicBezTo>
                  <a:pt x="222" y="318"/>
                  <a:pt x="222" y="159"/>
                  <a:pt x="254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2" name="Google Shape;5172;p43"/>
          <p:cNvSpPr/>
          <p:nvPr/>
        </p:nvSpPr>
        <p:spPr>
          <a:xfrm>
            <a:off x="3750181" y="2550932"/>
            <a:ext cx="2056" cy="3085"/>
          </a:xfrm>
          <a:custGeom>
            <a:avLst/>
            <a:gdLst/>
            <a:ahLst/>
            <a:cxnLst/>
            <a:rect l="l" t="t" r="r" b="b"/>
            <a:pathLst>
              <a:path w="64" h="96" extrusionOk="0">
                <a:moveTo>
                  <a:pt x="64" y="1"/>
                </a:moveTo>
                <a:cubicBezTo>
                  <a:pt x="32" y="32"/>
                  <a:pt x="32" y="64"/>
                  <a:pt x="0" y="64"/>
                </a:cubicBezTo>
                <a:cubicBezTo>
                  <a:pt x="0" y="64"/>
                  <a:pt x="0" y="96"/>
                  <a:pt x="0" y="96"/>
                </a:cubicBezTo>
                <a:lnTo>
                  <a:pt x="32" y="96"/>
                </a:lnTo>
                <a:lnTo>
                  <a:pt x="64" y="1"/>
                </a:ln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3" name="Google Shape;5173;p43"/>
          <p:cNvSpPr/>
          <p:nvPr/>
        </p:nvSpPr>
        <p:spPr>
          <a:xfrm>
            <a:off x="3527310" y="2155092"/>
            <a:ext cx="507822" cy="871080"/>
          </a:xfrm>
          <a:custGeom>
            <a:avLst/>
            <a:gdLst/>
            <a:ahLst/>
            <a:cxnLst/>
            <a:rect l="l" t="t" r="r" b="b"/>
            <a:pathLst>
              <a:path w="15804" h="27109" extrusionOk="0">
                <a:moveTo>
                  <a:pt x="11465" y="0"/>
                </a:moveTo>
                <a:cubicBezTo>
                  <a:pt x="10863" y="1267"/>
                  <a:pt x="10261" y="2597"/>
                  <a:pt x="9723" y="3991"/>
                </a:cubicBezTo>
                <a:cubicBezTo>
                  <a:pt x="8805" y="6366"/>
                  <a:pt x="7981" y="8836"/>
                  <a:pt x="7221" y="11560"/>
                </a:cubicBezTo>
                <a:cubicBezTo>
                  <a:pt x="6936" y="8519"/>
                  <a:pt x="6144" y="5606"/>
                  <a:pt x="4878" y="2819"/>
                </a:cubicBezTo>
                <a:lnTo>
                  <a:pt x="4561" y="2977"/>
                </a:lnTo>
                <a:cubicBezTo>
                  <a:pt x="5923" y="5954"/>
                  <a:pt x="6715" y="9121"/>
                  <a:pt x="6936" y="12383"/>
                </a:cubicBezTo>
                <a:cubicBezTo>
                  <a:pt x="6968" y="12383"/>
                  <a:pt x="7000" y="12351"/>
                  <a:pt x="7000" y="12320"/>
                </a:cubicBezTo>
                <a:lnTo>
                  <a:pt x="7000" y="12415"/>
                </a:lnTo>
                <a:cubicBezTo>
                  <a:pt x="6968" y="12478"/>
                  <a:pt x="6968" y="12541"/>
                  <a:pt x="6936" y="12605"/>
                </a:cubicBezTo>
                <a:cubicBezTo>
                  <a:pt x="6461" y="14473"/>
                  <a:pt x="5986" y="16437"/>
                  <a:pt x="5543" y="18558"/>
                </a:cubicBezTo>
                <a:cubicBezTo>
                  <a:pt x="4213" y="15835"/>
                  <a:pt x="2344" y="13333"/>
                  <a:pt x="96" y="11306"/>
                </a:cubicBezTo>
                <a:cubicBezTo>
                  <a:pt x="64" y="11338"/>
                  <a:pt x="64" y="11370"/>
                  <a:pt x="32" y="11433"/>
                </a:cubicBezTo>
                <a:cubicBezTo>
                  <a:pt x="32" y="11496"/>
                  <a:pt x="1" y="11591"/>
                  <a:pt x="1" y="11686"/>
                </a:cubicBezTo>
                <a:cubicBezTo>
                  <a:pt x="2249" y="13776"/>
                  <a:pt x="4118" y="16310"/>
                  <a:pt x="5384" y="19065"/>
                </a:cubicBezTo>
                <a:lnTo>
                  <a:pt x="5448" y="19033"/>
                </a:lnTo>
                <a:lnTo>
                  <a:pt x="5448" y="19033"/>
                </a:lnTo>
                <a:cubicBezTo>
                  <a:pt x="5448" y="19065"/>
                  <a:pt x="5448" y="19097"/>
                  <a:pt x="5416" y="19128"/>
                </a:cubicBezTo>
                <a:cubicBezTo>
                  <a:pt x="5289" y="19825"/>
                  <a:pt x="5163" y="20522"/>
                  <a:pt x="5004" y="21250"/>
                </a:cubicBezTo>
                <a:cubicBezTo>
                  <a:pt x="4656" y="23119"/>
                  <a:pt x="4403" y="24955"/>
                  <a:pt x="4181" y="26761"/>
                </a:cubicBezTo>
                <a:cubicBezTo>
                  <a:pt x="4213" y="26887"/>
                  <a:pt x="4244" y="27014"/>
                  <a:pt x="4276" y="27109"/>
                </a:cubicBezTo>
                <a:cubicBezTo>
                  <a:pt x="4339" y="27046"/>
                  <a:pt x="4434" y="26982"/>
                  <a:pt x="4529" y="26919"/>
                </a:cubicBezTo>
                <a:cubicBezTo>
                  <a:pt x="4719" y="25082"/>
                  <a:pt x="5004" y="23214"/>
                  <a:pt x="5353" y="21314"/>
                </a:cubicBezTo>
                <a:cubicBezTo>
                  <a:pt x="5479" y="20648"/>
                  <a:pt x="5606" y="19983"/>
                  <a:pt x="5733" y="19350"/>
                </a:cubicBezTo>
                <a:cubicBezTo>
                  <a:pt x="8583" y="17513"/>
                  <a:pt x="11813" y="16278"/>
                  <a:pt x="15139" y="15708"/>
                </a:cubicBezTo>
                <a:cubicBezTo>
                  <a:pt x="15170" y="15613"/>
                  <a:pt x="15170" y="15518"/>
                  <a:pt x="15202" y="15423"/>
                </a:cubicBezTo>
                <a:lnTo>
                  <a:pt x="15202" y="15360"/>
                </a:lnTo>
                <a:cubicBezTo>
                  <a:pt x="11908" y="15898"/>
                  <a:pt x="8678" y="17102"/>
                  <a:pt x="5828" y="18875"/>
                </a:cubicBezTo>
                <a:cubicBezTo>
                  <a:pt x="6303" y="16627"/>
                  <a:pt x="6810" y="14505"/>
                  <a:pt x="7316" y="12510"/>
                </a:cubicBezTo>
                <a:cubicBezTo>
                  <a:pt x="7601" y="12256"/>
                  <a:pt x="7855" y="12098"/>
                  <a:pt x="8171" y="11908"/>
                </a:cubicBezTo>
                <a:cubicBezTo>
                  <a:pt x="8330" y="11813"/>
                  <a:pt x="8488" y="11686"/>
                  <a:pt x="8678" y="11560"/>
                </a:cubicBezTo>
                <a:cubicBezTo>
                  <a:pt x="10863" y="10071"/>
                  <a:pt x="13207" y="8804"/>
                  <a:pt x="15677" y="7823"/>
                </a:cubicBezTo>
                <a:cubicBezTo>
                  <a:pt x="15740" y="7664"/>
                  <a:pt x="15772" y="7538"/>
                  <a:pt x="15804" y="7379"/>
                </a:cubicBezTo>
                <a:lnTo>
                  <a:pt x="15804" y="7379"/>
                </a:lnTo>
                <a:cubicBezTo>
                  <a:pt x="13238" y="8393"/>
                  <a:pt x="10768" y="9691"/>
                  <a:pt x="8488" y="11275"/>
                </a:cubicBezTo>
                <a:cubicBezTo>
                  <a:pt x="8298" y="11401"/>
                  <a:pt x="8140" y="11496"/>
                  <a:pt x="7981" y="11591"/>
                </a:cubicBezTo>
                <a:cubicBezTo>
                  <a:pt x="7791" y="11718"/>
                  <a:pt x="7633" y="11813"/>
                  <a:pt x="7475" y="11940"/>
                </a:cubicBezTo>
                <a:cubicBezTo>
                  <a:pt x="8235" y="9121"/>
                  <a:pt x="9090" y="6556"/>
                  <a:pt x="10040" y="4117"/>
                </a:cubicBezTo>
                <a:cubicBezTo>
                  <a:pt x="10578" y="2724"/>
                  <a:pt x="11180" y="1394"/>
                  <a:pt x="11813" y="127"/>
                </a:cubicBezTo>
                <a:cubicBezTo>
                  <a:pt x="11687" y="95"/>
                  <a:pt x="11592" y="32"/>
                  <a:pt x="11465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4" name="Google Shape;5174;p43"/>
          <p:cNvSpPr/>
          <p:nvPr/>
        </p:nvSpPr>
        <p:spPr>
          <a:xfrm>
            <a:off x="3670814" y="2877591"/>
            <a:ext cx="276789" cy="157738"/>
          </a:xfrm>
          <a:custGeom>
            <a:avLst/>
            <a:gdLst/>
            <a:ahLst/>
            <a:cxnLst/>
            <a:rect l="l" t="t" r="r" b="b"/>
            <a:pathLst>
              <a:path w="8614" h="4909" extrusionOk="0">
                <a:moveTo>
                  <a:pt x="8614" y="0"/>
                </a:moveTo>
                <a:lnTo>
                  <a:pt x="8614" y="0"/>
                </a:lnTo>
                <a:cubicBezTo>
                  <a:pt x="5479" y="824"/>
                  <a:pt x="2534" y="2344"/>
                  <a:pt x="32" y="4434"/>
                </a:cubicBezTo>
                <a:cubicBezTo>
                  <a:pt x="32" y="4592"/>
                  <a:pt x="0" y="4751"/>
                  <a:pt x="0" y="4909"/>
                </a:cubicBezTo>
                <a:cubicBezTo>
                  <a:pt x="2470" y="2755"/>
                  <a:pt x="5415" y="1204"/>
                  <a:pt x="8582" y="380"/>
                </a:cubicBezTo>
                <a:cubicBezTo>
                  <a:pt x="8582" y="254"/>
                  <a:pt x="8614" y="127"/>
                  <a:pt x="8614" y="0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5" name="Google Shape;5175;p43"/>
          <p:cNvSpPr/>
          <p:nvPr/>
        </p:nvSpPr>
        <p:spPr>
          <a:xfrm>
            <a:off x="3511019" y="2811430"/>
            <a:ext cx="150637" cy="227980"/>
          </a:xfrm>
          <a:custGeom>
            <a:avLst/>
            <a:gdLst/>
            <a:ahLst/>
            <a:cxnLst/>
            <a:rect l="l" t="t" r="r" b="b"/>
            <a:pathLst>
              <a:path w="4688" h="7095" extrusionOk="0">
                <a:moveTo>
                  <a:pt x="286" y="1"/>
                </a:moveTo>
                <a:lnTo>
                  <a:pt x="1" y="222"/>
                </a:lnTo>
                <a:cubicBezTo>
                  <a:pt x="539" y="793"/>
                  <a:pt x="1078" y="1363"/>
                  <a:pt x="1584" y="1964"/>
                </a:cubicBezTo>
                <a:cubicBezTo>
                  <a:pt x="2281" y="2756"/>
                  <a:pt x="2978" y="3579"/>
                  <a:pt x="3548" y="4529"/>
                </a:cubicBezTo>
                <a:cubicBezTo>
                  <a:pt x="3991" y="5321"/>
                  <a:pt x="4308" y="6208"/>
                  <a:pt x="4498" y="7095"/>
                </a:cubicBezTo>
                <a:lnTo>
                  <a:pt x="4593" y="7063"/>
                </a:lnTo>
                <a:cubicBezTo>
                  <a:pt x="4625" y="6841"/>
                  <a:pt x="4656" y="6588"/>
                  <a:pt x="4688" y="6335"/>
                </a:cubicBezTo>
                <a:cubicBezTo>
                  <a:pt x="4466" y="5638"/>
                  <a:pt x="4181" y="4973"/>
                  <a:pt x="3833" y="4371"/>
                </a:cubicBezTo>
                <a:cubicBezTo>
                  <a:pt x="3295" y="3389"/>
                  <a:pt x="2566" y="2534"/>
                  <a:pt x="1869" y="1743"/>
                </a:cubicBezTo>
                <a:cubicBezTo>
                  <a:pt x="1331" y="1141"/>
                  <a:pt x="793" y="571"/>
                  <a:pt x="286" y="1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6" name="Google Shape;5176;p43"/>
          <p:cNvSpPr/>
          <p:nvPr/>
        </p:nvSpPr>
        <p:spPr>
          <a:xfrm>
            <a:off x="3658571" y="3014957"/>
            <a:ext cx="8194" cy="24453"/>
          </a:xfrm>
          <a:custGeom>
            <a:avLst/>
            <a:gdLst/>
            <a:ahLst/>
            <a:cxnLst/>
            <a:rect l="l" t="t" r="r" b="b"/>
            <a:pathLst>
              <a:path w="255" h="761" extrusionOk="0">
                <a:moveTo>
                  <a:pt x="96" y="1"/>
                </a:moveTo>
                <a:cubicBezTo>
                  <a:pt x="64" y="254"/>
                  <a:pt x="33" y="507"/>
                  <a:pt x="1" y="761"/>
                </a:cubicBezTo>
                <a:lnTo>
                  <a:pt x="254" y="697"/>
                </a:lnTo>
                <a:cubicBezTo>
                  <a:pt x="223" y="602"/>
                  <a:pt x="191" y="507"/>
                  <a:pt x="191" y="412"/>
                </a:cubicBezTo>
                <a:lnTo>
                  <a:pt x="159" y="381"/>
                </a:lnTo>
                <a:cubicBezTo>
                  <a:pt x="159" y="381"/>
                  <a:pt x="159" y="349"/>
                  <a:pt x="159" y="349"/>
                </a:cubicBezTo>
                <a:cubicBezTo>
                  <a:pt x="159" y="222"/>
                  <a:pt x="128" y="127"/>
                  <a:pt x="96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7" name="Google Shape;5177;p43"/>
          <p:cNvSpPr/>
          <p:nvPr/>
        </p:nvSpPr>
        <p:spPr>
          <a:xfrm>
            <a:off x="3663680" y="3026139"/>
            <a:ext cx="1060" cy="2089"/>
          </a:xfrm>
          <a:custGeom>
            <a:avLst/>
            <a:gdLst/>
            <a:ahLst/>
            <a:cxnLst/>
            <a:rect l="l" t="t" r="r" b="b"/>
            <a:pathLst>
              <a:path w="33" h="65" extrusionOk="0">
                <a:moveTo>
                  <a:pt x="0" y="1"/>
                </a:moveTo>
                <a:cubicBezTo>
                  <a:pt x="0" y="1"/>
                  <a:pt x="0" y="33"/>
                  <a:pt x="0" y="33"/>
                </a:cubicBezTo>
                <a:lnTo>
                  <a:pt x="32" y="64"/>
                </a:lnTo>
                <a:cubicBezTo>
                  <a:pt x="32" y="33"/>
                  <a:pt x="0" y="33"/>
                  <a:pt x="0" y="1"/>
                </a:cubicBezTo>
                <a:close/>
              </a:path>
            </a:pathLst>
          </a:custGeom>
          <a:solidFill>
            <a:srgbClr val="7AC6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8" name="Google Shape;5178;p43"/>
          <p:cNvSpPr/>
          <p:nvPr/>
        </p:nvSpPr>
        <p:spPr>
          <a:xfrm>
            <a:off x="3198627" y="2561471"/>
            <a:ext cx="520032" cy="858516"/>
          </a:xfrm>
          <a:custGeom>
            <a:avLst/>
            <a:gdLst/>
            <a:ahLst/>
            <a:cxnLst/>
            <a:rect l="l" t="t" r="r" b="b"/>
            <a:pathLst>
              <a:path w="16184" h="26718" extrusionOk="0">
                <a:moveTo>
                  <a:pt x="3151" y="1"/>
                </a:moveTo>
                <a:cubicBezTo>
                  <a:pt x="2694" y="1"/>
                  <a:pt x="2235" y="202"/>
                  <a:pt x="1806" y="718"/>
                </a:cubicBezTo>
                <a:cubicBezTo>
                  <a:pt x="1204" y="1509"/>
                  <a:pt x="1996" y="2681"/>
                  <a:pt x="1489" y="3441"/>
                </a:cubicBezTo>
                <a:cubicBezTo>
                  <a:pt x="1014" y="4106"/>
                  <a:pt x="286" y="4138"/>
                  <a:pt x="159" y="5120"/>
                </a:cubicBezTo>
                <a:cubicBezTo>
                  <a:pt x="1" y="6545"/>
                  <a:pt x="1584" y="7463"/>
                  <a:pt x="2217" y="8572"/>
                </a:cubicBezTo>
                <a:cubicBezTo>
                  <a:pt x="2756" y="9458"/>
                  <a:pt x="2027" y="9997"/>
                  <a:pt x="1806" y="10820"/>
                </a:cubicBezTo>
                <a:cubicBezTo>
                  <a:pt x="1647" y="11485"/>
                  <a:pt x="1901" y="12087"/>
                  <a:pt x="2312" y="12593"/>
                </a:cubicBezTo>
                <a:cubicBezTo>
                  <a:pt x="3041" y="13480"/>
                  <a:pt x="4403" y="14050"/>
                  <a:pt x="4371" y="15380"/>
                </a:cubicBezTo>
                <a:cubicBezTo>
                  <a:pt x="4339" y="16489"/>
                  <a:pt x="4308" y="17502"/>
                  <a:pt x="5416" y="18104"/>
                </a:cubicBezTo>
                <a:cubicBezTo>
                  <a:pt x="6176" y="18547"/>
                  <a:pt x="7474" y="18832"/>
                  <a:pt x="7569" y="19877"/>
                </a:cubicBezTo>
                <a:cubicBezTo>
                  <a:pt x="7601" y="20257"/>
                  <a:pt x="7411" y="20606"/>
                  <a:pt x="7411" y="20986"/>
                </a:cubicBezTo>
                <a:cubicBezTo>
                  <a:pt x="7411" y="21556"/>
                  <a:pt x="7886" y="22062"/>
                  <a:pt x="8393" y="22348"/>
                </a:cubicBezTo>
                <a:cubicBezTo>
                  <a:pt x="9533" y="23044"/>
                  <a:pt x="10546" y="23741"/>
                  <a:pt x="11465" y="24723"/>
                </a:cubicBezTo>
                <a:cubicBezTo>
                  <a:pt x="11875" y="25133"/>
                  <a:pt x="13322" y="25983"/>
                  <a:pt x="12957" y="26709"/>
                </a:cubicBezTo>
                <a:lnTo>
                  <a:pt x="12957" y="26709"/>
                </a:lnTo>
                <a:cubicBezTo>
                  <a:pt x="13653" y="25351"/>
                  <a:pt x="14379" y="24023"/>
                  <a:pt x="14948" y="22633"/>
                </a:cubicBezTo>
                <a:cubicBezTo>
                  <a:pt x="15455" y="21461"/>
                  <a:pt x="16183" y="19782"/>
                  <a:pt x="15233" y="18642"/>
                </a:cubicBezTo>
                <a:cubicBezTo>
                  <a:pt x="14948" y="18294"/>
                  <a:pt x="14505" y="18072"/>
                  <a:pt x="14315" y="17661"/>
                </a:cubicBezTo>
                <a:cubicBezTo>
                  <a:pt x="13967" y="16900"/>
                  <a:pt x="14600" y="16045"/>
                  <a:pt x="14758" y="15317"/>
                </a:cubicBezTo>
                <a:cubicBezTo>
                  <a:pt x="14980" y="14177"/>
                  <a:pt x="14442" y="13005"/>
                  <a:pt x="13492" y="12372"/>
                </a:cubicBezTo>
                <a:cubicBezTo>
                  <a:pt x="13048" y="12087"/>
                  <a:pt x="12573" y="11738"/>
                  <a:pt x="12415" y="11232"/>
                </a:cubicBezTo>
                <a:cubicBezTo>
                  <a:pt x="12225" y="10662"/>
                  <a:pt x="12478" y="10060"/>
                  <a:pt x="12542" y="9522"/>
                </a:cubicBezTo>
                <a:cubicBezTo>
                  <a:pt x="12605" y="8983"/>
                  <a:pt x="12605" y="8445"/>
                  <a:pt x="12573" y="7938"/>
                </a:cubicBezTo>
                <a:cubicBezTo>
                  <a:pt x="12542" y="7558"/>
                  <a:pt x="12478" y="7210"/>
                  <a:pt x="12320" y="6861"/>
                </a:cubicBezTo>
                <a:cubicBezTo>
                  <a:pt x="12035" y="6228"/>
                  <a:pt x="11370" y="5975"/>
                  <a:pt x="10831" y="5595"/>
                </a:cubicBezTo>
                <a:cubicBezTo>
                  <a:pt x="9565" y="4676"/>
                  <a:pt x="9850" y="3251"/>
                  <a:pt x="9153" y="2016"/>
                </a:cubicBezTo>
                <a:cubicBezTo>
                  <a:pt x="8802" y="1402"/>
                  <a:pt x="8383" y="1235"/>
                  <a:pt x="7929" y="1235"/>
                </a:cubicBezTo>
                <a:cubicBezTo>
                  <a:pt x="7563" y="1235"/>
                  <a:pt x="7173" y="1344"/>
                  <a:pt x="6778" y="1414"/>
                </a:cubicBezTo>
                <a:cubicBezTo>
                  <a:pt x="6594" y="1447"/>
                  <a:pt x="6406" y="1472"/>
                  <a:pt x="6220" y="1472"/>
                </a:cubicBezTo>
                <a:cubicBezTo>
                  <a:pt x="5861" y="1472"/>
                  <a:pt x="5507" y="1379"/>
                  <a:pt x="5194" y="1066"/>
                </a:cubicBezTo>
                <a:cubicBezTo>
                  <a:pt x="4593" y="504"/>
                  <a:pt x="3873" y="1"/>
                  <a:pt x="3151" y="1"/>
                </a:cubicBezTo>
                <a:close/>
                <a:moveTo>
                  <a:pt x="12957" y="26709"/>
                </a:moveTo>
                <a:lnTo>
                  <a:pt x="12957" y="26709"/>
                </a:lnTo>
                <a:cubicBezTo>
                  <a:pt x="12956" y="26712"/>
                  <a:pt x="12955" y="26715"/>
                  <a:pt x="12953" y="26718"/>
                </a:cubicBezTo>
                <a:cubicBezTo>
                  <a:pt x="12955" y="26715"/>
                  <a:pt x="12956" y="26712"/>
                  <a:pt x="12957" y="26709"/>
                </a:cubicBezTo>
                <a:close/>
              </a:path>
            </a:pathLst>
          </a:custGeom>
          <a:solidFill>
            <a:srgbClr val="263C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9" name="Google Shape;5179;p43"/>
          <p:cNvSpPr/>
          <p:nvPr/>
        </p:nvSpPr>
        <p:spPr>
          <a:xfrm>
            <a:off x="3247468" y="2536697"/>
            <a:ext cx="385719" cy="926027"/>
          </a:xfrm>
          <a:custGeom>
            <a:avLst/>
            <a:gdLst/>
            <a:ahLst/>
            <a:cxnLst/>
            <a:rect l="l" t="t" r="r" b="b"/>
            <a:pathLst>
              <a:path w="12004" h="28819" extrusionOk="0">
                <a:moveTo>
                  <a:pt x="286" y="0"/>
                </a:moveTo>
                <a:lnTo>
                  <a:pt x="1" y="222"/>
                </a:lnTo>
                <a:cubicBezTo>
                  <a:pt x="856" y="1299"/>
                  <a:pt x="1711" y="2502"/>
                  <a:pt x="2503" y="3769"/>
                </a:cubicBezTo>
                <a:cubicBezTo>
                  <a:pt x="4561" y="7031"/>
                  <a:pt x="6398" y="10768"/>
                  <a:pt x="8298" y="15550"/>
                </a:cubicBezTo>
                <a:cubicBezTo>
                  <a:pt x="10071" y="20142"/>
                  <a:pt x="11212" y="24607"/>
                  <a:pt x="11655" y="28819"/>
                </a:cubicBezTo>
                <a:lnTo>
                  <a:pt x="12003" y="28787"/>
                </a:lnTo>
                <a:cubicBezTo>
                  <a:pt x="11560" y="24544"/>
                  <a:pt x="10420" y="20047"/>
                  <a:pt x="8615" y="15423"/>
                </a:cubicBezTo>
                <a:cubicBezTo>
                  <a:pt x="6715" y="10641"/>
                  <a:pt x="4878" y="6872"/>
                  <a:pt x="2788" y="3579"/>
                </a:cubicBezTo>
                <a:cubicBezTo>
                  <a:pt x="1996" y="2280"/>
                  <a:pt x="1141" y="1109"/>
                  <a:pt x="286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0" name="Google Shape;5180;p43"/>
          <p:cNvSpPr/>
          <p:nvPr/>
        </p:nvSpPr>
        <p:spPr>
          <a:xfrm>
            <a:off x="3174206" y="2751407"/>
            <a:ext cx="267664" cy="93634"/>
          </a:xfrm>
          <a:custGeom>
            <a:avLst/>
            <a:gdLst/>
            <a:ahLst/>
            <a:cxnLst/>
            <a:rect l="l" t="t" r="r" b="b"/>
            <a:pathLst>
              <a:path w="8330" h="2914" extrusionOk="0">
                <a:moveTo>
                  <a:pt x="64" y="0"/>
                </a:moveTo>
                <a:lnTo>
                  <a:pt x="1" y="317"/>
                </a:lnTo>
                <a:cubicBezTo>
                  <a:pt x="2344" y="697"/>
                  <a:pt x="4656" y="1362"/>
                  <a:pt x="6841" y="2312"/>
                </a:cubicBezTo>
                <a:cubicBezTo>
                  <a:pt x="6999" y="2376"/>
                  <a:pt x="7126" y="2439"/>
                  <a:pt x="7253" y="2471"/>
                </a:cubicBezTo>
                <a:cubicBezTo>
                  <a:pt x="7569" y="2597"/>
                  <a:pt x="7791" y="2692"/>
                  <a:pt x="8139" y="2914"/>
                </a:cubicBezTo>
                <a:lnTo>
                  <a:pt x="8329" y="2661"/>
                </a:lnTo>
                <a:cubicBezTo>
                  <a:pt x="7981" y="2376"/>
                  <a:pt x="7696" y="2281"/>
                  <a:pt x="7379" y="2154"/>
                </a:cubicBezTo>
                <a:cubicBezTo>
                  <a:pt x="7253" y="2090"/>
                  <a:pt x="7126" y="2059"/>
                  <a:pt x="6968" y="1964"/>
                </a:cubicBezTo>
                <a:cubicBezTo>
                  <a:pt x="4751" y="1014"/>
                  <a:pt x="2439" y="349"/>
                  <a:pt x="64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1" name="Google Shape;5181;p43"/>
          <p:cNvSpPr/>
          <p:nvPr/>
        </p:nvSpPr>
        <p:spPr>
          <a:xfrm>
            <a:off x="3259678" y="2939478"/>
            <a:ext cx="245267" cy="55172"/>
          </a:xfrm>
          <a:custGeom>
            <a:avLst/>
            <a:gdLst/>
            <a:ahLst/>
            <a:cxnLst/>
            <a:rect l="l" t="t" r="r" b="b"/>
            <a:pathLst>
              <a:path w="7633" h="1717" extrusionOk="0">
                <a:moveTo>
                  <a:pt x="460" y="0"/>
                </a:moveTo>
                <a:cubicBezTo>
                  <a:pt x="307" y="0"/>
                  <a:pt x="154" y="2"/>
                  <a:pt x="1" y="6"/>
                </a:cubicBezTo>
                <a:lnTo>
                  <a:pt x="1" y="354"/>
                </a:lnTo>
                <a:cubicBezTo>
                  <a:pt x="150" y="351"/>
                  <a:pt x="300" y="349"/>
                  <a:pt x="450" y="349"/>
                </a:cubicBezTo>
                <a:cubicBezTo>
                  <a:pt x="2840" y="349"/>
                  <a:pt x="5269" y="822"/>
                  <a:pt x="7475" y="1716"/>
                </a:cubicBezTo>
                <a:lnTo>
                  <a:pt x="7633" y="1400"/>
                </a:lnTo>
                <a:cubicBezTo>
                  <a:pt x="5368" y="476"/>
                  <a:pt x="2907" y="0"/>
                  <a:pt x="460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2" name="Google Shape;5182;p43"/>
          <p:cNvSpPr/>
          <p:nvPr/>
        </p:nvSpPr>
        <p:spPr>
          <a:xfrm>
            <a:off x="3319734" y="3095353"/>
            <a:ext cx="248320" cy="80428"/>
          </a:xfrm>
          <a:custGeom>
            <a:avLst/>
            <a:gdLst/>
            <a:ahLst/>
            <a:cxnLst/>
            <a:rect l="l" t="t" r="r" b="b"/>
            <a:pathLst>
              <a:path w="7728" h="2503" extrusionOk="0">
                <a:moveTo>
                  <a:pt x="32" y="0"/>
                </a:moveTo>
                <a:lnTo>
                  <a:pt x="0" y="349"/>
                </a:lnTo>
                <a:cubicBezTo>
                  <a:pt x="2660" y="444"/>
                  <a:pt x="5257" y="1172"/>
                  <a:pt x="7537" y="2502"/>
                </a:cubicBezTo>
                <a:lnTo>
                  <a:pt x="7727" y="2186"/>
                </a:lnTo>
                <a:cubicBezTo>
                  <a:pt x="5384" y="855"/>
                  <a:pt x="2724" y="95"/>
                  <a:pt x="32" y="0"/>
                </a:cubicBez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3" name="Google Shape;5183;p43"/>
          <p:cNvSpPr/>
          <p:nvPr/>
        </p:nvSpPr>
        <p:spPr>
          <a:xfrm>
            <a:off x="3419441" y="2602826"/>
            <a:ext cx="33611" cy="235114"/>
          </a:xfrm>
          <a:custGeom>
            <a:avLst/>
            <a:gdLst/>
            <a:ahLst/>
            <a:cxnLst/>
            <a:rect l="l" t="t" r="r" b="b"/>
            <a:pathLst>
              <a:path w="1046" h="7317" extrusionOk="0">
                <a:moveTo>
                  <a:pt x="729" y="1"/>
                </a:moveTo>
                <a:cubicBezTo>
                  <a:pt x="127" y="2408"/>
                  <a:pt x="1" y="4846"/>
                  <a:pt x="286" y="7316"/>
                </a:cubicBezTo>
                <a:lnTo>
                  <a:pt x="634" y="7253"/>
                </a:lnTo>
                <a:cubicBezTo>
                  <a:pt x="349" y="4846"/>
                  <a:pt x="476" y="2439"/>
                  <a:pt x="1046" y="96"/>
                </a:cubicBezTo>
                <a:lnTo>
                  <a:pt x="72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4" name="Google Shape;5184;p43"/>
          <p:cNvSpPr/>
          <p:nvPr/>
        </p:nvSpPr>
        <p:spPr>
          <a:xfrm>
            <a:off x="3494760" y="2771746"/>
            <a:ext cx="110954" cy="212717"/>
          </a:xfrm>
          <a:custGeom>
            <a:avLst/>
            <a:gdLst/>
            <a:ahLst/>
            <a:cxnLst/>
            <a:rect l="l" t="t" r="r" b="b"/>
            <a:pathLst>
              <a:path w="3453" h="6620" extrusionOk="0">
                <a:moveTo>
                  <a:pt x="3199" y="1"/>
                </a:moveTo>
                <a:cubicBezTo>
                  <a:pt x="1710" y="1933"/>
                  <a:pt x="602" y="4181"/>
                  <a:pt x="0" y="6525"/>
                </a:cubicBezTo>
                <a:lnTo>
                  <a:pt x="349" y="6620"/>
                </a:lnTo>
                <a:cubicBezTo>
                  <a:pt x="919" y="4308"/>
                  <a:pt x="1995" y="2091"/>
                  <a:pt x="3452" y="222"/>
                </a:cubicBezTo>
                <a:lnTo>
                  <a:pt x="3199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5" name="Google Shape;5185;p43"/>
          <p:cNvSpPr/>
          <p:nvPr/>
        </p:nvSpPr>
        <p:spPr>
          <a:xfrm>
            <a:off x="3564969" y="2989508"/>
            <a:ext cx="84476" cy="186272"/>
          </a:xfrm>
          <a:custGeom>
            <a:avLst/>
            <a:gdLst/>
            <a:ahLst/>
            <a:cxnLst/>
            <a:rect l="l" t="t" r="r" b="b"/>
            <a:pathLst>
              <a:path w="2629" h="5797" extrusionOk="0">
                <a:moveTo>
                  <a:pt x="2344" y="1"/>
                </a:moveTo>
                <a:cubicBezTo>
                  <a:pt x="2027" y="508"/>
                  <a:pt x="1742" y="1014"/>
                  <a:pt x="1426" y="1489"/>
                </a:cubicBezTo>
                <a:cubicBezTo>
                  <a:pt x="1046" y="2154"/>
                  <a:pt x="634" y="2883"/>
                  <a:pt x="349" y="3674"/>
                </a:cubicBezTo>
                <a:cubicBezTo>
                  <a:pt x="127" y="4371"/>
                  <a:pt x="0" y="5068"/>
                  <a:pt x="0" y="5765"/>
                </a:cubicBezTo>
                <a:lnTo>
                  <a:pt x="349" y="5796"/>
                </a:lnTo>
                <a:cubicBezTo>
                  <a:pt x="349" y="5100"/>
                  <a:pt x="475" y="4435"/>
                  <a:pt x="697" y="3801"/>
                </a:cubicBezTo>
                <a:cubicBezTo>
                  <a:pt x="951" y="3041"/>
                  <a:pt x="1362" y="2313"/>
                  <a:pt x="1742" y="1679"/>
                </a:cubicBezTo>
                <a:cubicBezTo>
                  <a:pt x="2027" y="1173"/>
                  <a:pt x="2344" y="666"/>
                  <a:pt x="2629" y="191"/>
                </a:cubicBezTo>
                <a:lnTo>
                  <a:pt x="2344" y="1"/>
                </a:lnTo>
                <a:close/>
              </a:path>
            </a:pathLst>
          </a:custGeom>
          <a:solidFill>
            <a:srgbClr val="2335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6" name="Google Shape;5186;p43"/>
          <p:cNvSpPr/>
          <p:nvPr/>
        </p:nvSpPr>
        <p:spPr>
          <a:xfrm>
            <a:off x="3434704" y="3411826"/>
            <a:ext cx="367403" cy="367371"/>
          </a:xfrm>
          <a:custGeom>
            <a:avLst/>
            <a:gdLst/>
            <a:ahLst/>
            <a:cxnLst/>
            <a:rect l="l" t="t" r="r" b="b"/>
            <a:pathLst>
              <a:path w="11434" h="11433" extrusionOk="0">
                <a:moveTo>
                  <a:pt x="1" y="0"/>
                </a:moveTo>
                <a:lnTo>
                  <a:pt x="1996" y="11433"/>
                </a:lnTo>
                <a:lnTo>
                  <a:pt x="9438" y="11433"/>
                </a:lnTo>
                <a:lnTo>
                  <a:pt x="11433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7" name="Google Shape;5187;p43"/>
          <p:cNvSpPr/>
          <p:nvPr/>
        </p:nvSpPr>
        <p:spPr>
          <a:xfrm>
            <a:off x="3388915" y="3308038"/>
            <a:ext cx="457952" cy="103820"/>
          </a:xfrm>
          <a:custGeom>
            <a:avLst/>
            <a:gdLst/>
            <a:ahLst/>
            <a:cxnLst/>
            <a:rect l="l" t="t" r="r" b="b"/>
            <a:pathLst>
              <a:path w="14252" h="3231" extrusionOk="0">
                <a:moveTo>
                  <a:pt x="1" y="0"/>
                </a:moveTo>
                <a:lnTo>
                  <a:pt x="1" y="3230"/>
                </a:lnTo>
                <a:lnTo>
                  <a:pt x="14252" y="3230"/>
                </a:lnTo>
                <a:lnTo>
                  <a:pt x="14252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8" name="Google Shape;5188;p43"/>
          <p:cNvSpPr/>
          <p:nvPr/>
        </p:nvSpPr>
        <p:spPr>
          <a:xfrm>
            <a:off x="3434704" y="3411826"/>
            <a:ext cx="367403" cy="48874"/>
          </a:xfrm>
          <a:custGeom>
            <a:avLst/>
            <a:gdLst/>
            <a:ahLst/>
            <a:cxnLst/>
            <a:rect l="l" t="t" r="r" b="b"/>
            <a:pathLst>
              <a:path w="11434" h="1521" extrusionOk="0">
                <a:moveTo>
                  <a:pt x="1" y="0"/>
                </a:moveTo>
                <a:lnTo>
                  <a:pt x="254" y="1521"/>
                </a:lnTo>
                <a:lnTo>
                  <a:pt x="11180" y="1521"/>
                </a:lnTo>
                <a:lnTo>
                  <a:pt x="11433" y="0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9" name="Google Shape;5189;p43"/>
          <p:cNvSpPr/>
          <p:nvPr/>
        </p:nvSpPr>
        <p:spPr>
          <a:xfrm>
            <a:off x="3373652" y="3797480"/>
            <a:ext cx="2375138" cy="176086"/>
          </a:xfrm>
          <a:custGeom>
            <a:avLst/>
            <a:gdLst/>
            <a:ahLst/>
            <a:cxnLst/>
            <a:rect l="l" t="t" r="r" b="b"/>
            <a:pathLst>
              <a:path w="73917" h="5480" extrusionOk="0">
                <a:moveTo>
                  <a:pt x="36958" y="1"/>
                </a:moveTo>
                <a:cubicBezTo>
                  <a:pt x="16532" y="1"/>
                  <a:pt x="1" y="1236"/>
                  <a:pt x="1" y="2756"/>
                </a:cubicBezTo>
                <a:cubicBezTo>
                  <a:pt x="1" y="4245"/>
                  <a:pt x="16532" y="5480"/>
                  <a:pt x="36958" y="5480"/>
                </a:cubicBezTo>
                <a:cubicBezTo>
                  <a:pt x="57353" y="5480"/>
                  <a:pt x="73916" y="4245"/>
                  <a:pt x="73916" y="2756"/>
                </a:cubicBezTo>
                <a:cubicBezTo>
                  <a:pt x="73916" y="1236"/>
                  <a:pt x="57353" y="1"/>
                  <a:pt x="36958" y="1"/>
                </a:cubicBezTo>
                <a:close/>
              </a:path>
            </a:pathLst>
          </a:custGeom>
          <a:solidFill>
            <a:srgbClr val="A3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0" name="Google Shape;5190;p43"/>
          <p:cNvSpPr/>
          <p:nvPr/>
        </p:nvSpPr>
        <p:spPr>
          <a:xfrm>
            <a:off x="4179600" y="1779334"/>
            <a:ext cx="960665" cy="1027533"/>
          </a:xfrm>
          <a:custGeom>
            <a:avLst/>
            <a:gdLst/>
            <a:ahLst/>
            <a:cxnLst/>
            <a:rect l="l" t="t" r="r" b="b"/>
            <a:pathLst>
              <a:path w="29897" h="31978" extrusionOk="0">
                <a:moveTo>
                  <a:pt x="13297" y="0"/>
                </a:moveTo>
                <a:cubicBezTo>
                  <a:pt x="12541" y="0"/>
                  <a:pt x="11808" y="149"/>
                  <a:pt x="11116" y="547"/>
                </a:cubicBezTo>
                <a:cubicBezTo>
                  <a:pt x="10515" y="895"/>
                  <a:pt x="9976" y="1307"/>
                  <a:pt x="9375" y="1687"/>
                </a:cubicBezTo>
                <a:cubicBezTo>
                  <a:pt x="8076" y="2447"/>
                  <a:pt x="6651" y="2827"/>
                  <a:pt x="5416" y="3777"/>
                </a:cubicBezTo>
                <a:cubicBezTo>
                  <a:pt x="3389" y="5392"/>
                  <a:pt x="1267" y="8432"/>
                  <a:pt x="2502" y="11124"/>
                </a:cubicBezTo>
                <a:cubicBezTo>
                  <a:pt x="2882" y="11948"/>
                  <a:pt x="3611" y="12739"/>
                  <a:pt x="3452" y="13626"/>
                </a:cubicBezTo>
                <a:cubicBezTo>
                  <a:pt x="3421" y="13975"/>
                  <a:pt x="3231" y="14291"/>
                  <a:pt x="3041" y="14608"/>
                </a:cubicBezTo>
                <a:cubicBezTo>
                  <a:pt x="2217" y="15906"/>
                  <a:pt x="1046" y="17078"/>
                  <a:pt x="982" y="18662"/>
                </a:cubicBezTo>
                <a:cubicBezTo>
                  <a:pt x="951" y="18947"/>
                  <a:pt x="982" y="19263"/>
                  <a:pt x="1077" y="19517"/>
                </a:cubicBezTo>
                <a:cubicBezTo>
                  <a:pt x="1172" y="19833"/>
                  <a:pt x="1362" y="20055"/>
                  <a:pt x="1521" y="20340"/>
                </a:cubicBezTo>
                <a:cubicBezTo>
                  <a:pt x="2217" y="21543"/>
                  <a:pt x="1647" y="22367"/>
                  <a:pt x="1014" y="23475"/>
                </a:cubicBezTo>
                <a:cubicBezTo>
                  <a:pt x="159" y="24964"/>
                  <a:pt x="1" y="26895"/>
                  <a:pt x="761" y="28447"/>
                </a:cubicBezTo>
                <a:cubicBezTo>
                  <a:pt x="1452" y="29859"/>
                  <a:pt x="2983" y="30852"/>
                  <a:pt x="4542" y="30852"/>
                </a:cubicBezTo>
                <a:cubicBezTo>
                  <a:pt x="4696" y="30852"/>
                  <a:pt x="4850" y="30842"/>
                  <a:pt x="5004" y="30822"/>
                </a:cubicBezTo>
                <a:cubicBezTo>
                  <a:pt x="6303" y="30632"/>
                  <a:pt x="7253" y="29651"/>
                  <a:pt x="8456" y="29366"/>
                </a:cubicBezTo>
                <a:cubicBezTo>
                  <a:pt x="9783" y="29026"/>
                  <a:pt x="11110" y="28446"/>
                  <a:pt x="12525" y="28446"/>
                </a:cubicBezTo>
                <a:cubicBezTo>
                  <a:pt x="12562" y="28446"/>
                  <a:pt x="12599" y="28446"/>
                  <a:pt x="12637" y="28447"/>
                </a:cubicBezTo>
                <a:cubicBezTo>
                  <a:pt x="14948" y="28511"/>
                  <a:pt x="16627" y="29461"/>
                  <a:pt x="18464" y="30791"/>
                </a:cubicBezTo>
                <a:cubicBezTo>
                  <a:pt x="19573" y="31569"/>
                  <a:pt x="20994" y="31977"/>
                  <a:pt x="22402" y="31977"/>
                </a:cubicBezTo>
                <a:cubicBezTo>
                  <a:pt x="23285" y="31977"/>
                  <a:pt x="24163" y="31817"/>
                  <a:pt x="24956" y="31487"/>
                </a:cubicBezTo>
                <a:cubicBezTo>
                  <a:pt x="24956" y="31487"/>
                  <a:pt x="24956" y="31487"/>
                  <a:pt x="24956" y="31456"/>
                </a:cubicBezTo>
                <a:cubicBezTo>
                  <a:pt x="25969" y="31044"/>
                  <a:pt x="26856" y="30442"/>
                  <a:pt x="27743" y="29809"/>
                </a:cubicBezTo>
                <a:cubicBezTo>
                  <a:pt x="28313" y="29397"/>
                  <a:pt x="28914" y="28954"/>
                  <a:pt x="29263" y="28321"/>
                </a:cubicBezTo>
                <a:cubicBezTo>
                  <a:pt x="29548" y="27877"/>
                  <a:pt x="29643" y="27339"/>
                  <a:pt x="29706" y="26832"/>
                </a:cubicBezTo>
                <a:cubicBezTo>
                  <a:pt x="29896" y="24679"/>
                  <a:pt x="29136" y="22462"/>
                  <a:pt x="27648" y="20910"/>
                </a:cubicBezTo>
                <a:cubicBezTo>
                  <a:pt x="27363" y="20625"/>
                  <a:pt x="27046" y="20340"/>
                  <a:pt x="26856" y="19992"/>
                </a:cubicBezTo>
                <a:cubicBezTo>
                  <a:pt x="25938" y="18440"/>
                  <a:pt x="27426" y="16191"/>
                  <a:pt x="26413" y="14671"/>
                </a:cubicBezTo>
                <a:cubicBezTo>
                  <a:pt x="25906" y="13943"/>
                  <a:pt x="25019" y="13658"/>
                  <a:pt x="24322" y="13151"/>
                </a:cubicBezTo>
                <a:cubicBezTo>
                  <a:pt x="22011" y="11504"/>
                  <a:pt x="22866" y="8781"/>
                  <a:pt x="22327" y="6437"/>
                </a:cubicBezTo>
                <a:cubicBezTo>
                  <a:pt x="21567" y="2954"/>
                  <a:pt x="17799" y="547"/>
                  <a:pt x="14473" y="104"/>
                </a:cubicBezTo>
                <a:cubicBezTo>
                  <a:pt x="14077" y="39"/>
                  <a:pt x="13684" y="0"/>
                  <a:pt x="13297" y="0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1" name="Google Shape;5191;p43"/>
          <p:cNvSpPr/>
          <p:nvPr/>
        </p:nvSpPr>
        <p:spPr>
          <a:xfrm>
            <a:off x="4181624" y="1760858"/>
            <a:ext cx="899614" cy="820632"/>
          </a:xfrm>
          <a:custGeom>
            <a:avLst/>
            <a:gdLst/>
            <a:ahLst/>
            <a:cxnLst/>
            <a:rect l="l" t="t" r="r" b="b"/>
            <a:pathLst>
              <a:path w="27997" h="25539" extrusionOk="0">
                <a:moveTo>
                  <a:pt x="14013" y="1"/>
                </a:moveTo>
                <a:cubicBezTo>
                  <a:pt x="12667" y="1"/>
                  <a:pt x="11445" y="309"/>
                  <a:pt x="10452" y="900"/>
                </a:cubicBezTo>
                <a:cubicBezTo>
                  <a:pt x="10040" y="1154"/>
                  <a:pt x="9723" y="1502"/>
                  <a:pt x="9438" y="1819"/>
                </a:cubicBezTo>
                <a:cubicBezTo>
                  <a:pt x="9343" y="1914"/>
                  <a:pt x="9217" y="2040"/>
                  <a:pt x="9122" y="2167"/>
                </a:cubicBezTo>
                <a:cubicBezTo>
                  <a:pt x="8710" y="2579"/>
                  <a:pt x="8203" y="2895"/>
                  <a:pt x="7601" y="3275"/>
                </a:cubicBezTo>
                <a:cubicBezTo>
                  <a:pt x="6746" y="3814"/>
                  <a:pt x="5796" y="4289"/>
                  <a:pt x="4878" y="4732"/>
                </a:cubicBezTo>
                <a:cubicBezTo>
                  <a:pt x="4688" y="4827"/>
                  <a:pt x="4466" y="4922"/>
                  <a:pt x="4276" y="5049"/>
                </a:cubicBezTo>
                <a:cubicBezTo>
                  <a:pt x="3484" y="5429"/>
                  <a:pt x="2756" y="5809"/>
                  <a:pt x="2218" y="6411"/>
                </a:cubicBezTo>
                <a:cubicBezTo>
                  <a:pt x="1616" y="7139"/>
                  <a:pt x="1268" y="8152"/>
                  <a:pt x="1299" y="9229"/>
                </a:cubicBezTo>
                <a:cubicBezTo>
                  <a:pt x="1331" y="10116"/>
                  <a:pt x="1584" y="11066"/>
                  <a:pt x="2091" y="12079"/>
                </a:cubicBezTo>
                <a:cubicBezTo>
                  <a:pt x="2186" y="12238"/>
                  <a:pt x="2281" y="12396"/>
                  <a:pt x="2376" y="12554"/>
                </a:cubicBezTo>
                <a:cubicBezTo>
                  <a:pt x="2598" y="12998"/>
                  <a:pt x="2851" y="13441"/>
                  <a:pt x="2978" y="13884"/>
                </a:cubicBezTo>
                <a:cubicBezTo>
                  <a:pt x="3358" y="15120"/>
                  <a:pt x="2376" y="16133"/>
                  <a:pt x="1933" y="16513"/>
                </a:cubicBezTo>
                <a:cubicBezTo>
                  <a:pt x="1838" y="16608"/>
                  <a:pt x="1743" y="16703"/>
                  <a:pt x="1616" y="16798"/>
                </a:cubicBezTo>
                <a:cubicBezTo>
                  <a:pt x="1109" y="17210"/>
                  <a:pt x="571" y="17653"/>
                  <a:pt x="286" y="18286"/>
                </a:cubicBezTo>
                <a:cubicBezTo>
                  <a:pt x="1" y="18920"/>
                  <a:pt x="33" y="19712"/>
                  <a:pt x="349" y="20313"/>
                </a:cubicBezTo>
                <a:cubicBezTo>
                  <a:pt x="508" y="20598"/>
                  <a:pt x="698" y="20820"/>
                  <a:pt x="888" y="21042"/>
                </a:cubicBezTo>
                <a:cubicBezTo>
                  <a:pt x="1109" y="21295"/>
                  <a:pt x="1299" y="21548"/>
                  <a:pt x="1458" y="21802"/>
                </a:cubicBezTo>
                <a:cubicBezTo>
                  <a:pt x="1679" y="22308"/>
                  <a:pt x="1679" y="22910"/>
                  <a:pt x="1458" y="23417"/>
                </a:cubicBezTo>
                <a:cubicBezTo>
                  <a:pt x="1363" y="23607"/>
                  <a:pt x="1236" y="23797"/>
                  <a:pt x="1109" y="23987"/>
                </a:cubicBezTo>
                <a:cubicBezTo>
                  <a:pt x="793" y="24494"/>
                  <a:pt x="476" y="24969"/>
                  <a:pt x="666" y="25539"/>
                </a:cubicBezTo>
                <a:lnTo>
                  <a:pt x="919" y="25444"/>
                </a:lnTo>
                <a:cubicBezTo>
                  <a:pt x="793" y="25000"/>
                  <a:pt x="1078" y="24589"/>
                  <a:pt x="1363" y="24145"/>
                </a:cubicBezTo>
                <a:cubicBezTo>
                  <a:pt x="1489" y="23955"/>
                  <a:pt x="1616" y="23734"/>
                  <a:pt x="1711" y="23512"/>
                </a:cubicBezTo>
                <a:cubicBezTo>
                  <a:pt x="1996" y="22942"/>
                  <a:pt x="1996" y="22245"/>
                  <a:pt x="1711" y="21675"/>
                </a:cubicBezTo>
                <a:cubicBezTo>
                  <a:pt x="1553" y="21390"/>
                  <a:pt x="1331" y="21137"/>
                  <a:pt x="1141" y="20883"/>
                </a:cubicBezTo>
                <a:cubicBezTo>
                  <a:pt x="951" y="20662"/>
                  <a:pt x="761" y="20440"/>
                  <a:pt x="634" y="20187"/>
                </a:cubicBezTo>
                <a:cubicBezTo>
                  <a:pt x="318" y="19648"/>
                  <a:pt x="318" y="18952"/>
                  <a:pt x="571" y="18413"/>
                </a:cubicBezTo>
                <a:cubicBezTo>
                  <a:pt x="824" y="17843"/>
                  <a:pt x="1331" y="17400"/>
                  <a:pt x="1806" y="17020"/>
                </a:cubicBezTo>
                <a:cubicBezTo>
                  <a:pt x="1933" y="16925"/>
                  <a:pt x="2028" y="16830"/>
                  <a:pt x="2154" y="16735"/>
                </a:cubicBezTo>
                <a:cubicBezTo>
                  <a:pt x="3168" y="15848"/>
                  <a:pt x="3580" y="14771"/>
                  <a:pt x="3263" y="13821"/>
                </a:cubicBezTo>
                <a:cubicBezTo>
                  <a:pt x="3136" y="13314"/>
                  <a:pt x="2883" y="12871"/>
                  <a:pt x="2629" y="12428"/>
                </a:cubicBezTo>
                <a:cubicBezTo>
                  <a:pt x="2534" y="12269"/>
                  <a:pt x="2439" y="12111"/>
                  <a:pt x="2376" y="11953"/>
                </a:cubicBezTo>
                <a:cubicBezTo>
                  <a:pt x="1869" y="10971"/>
                  <a:pt x="1616" y="10084"/>
                  <a:pt x="1584" y="9229"/>
                </a:cubicBezTo>
                <a:cubicBezTo>
                  <a:pt x="1553" y="8216"/>
                  <a:pt x="1869" y="7266"/>
                  <a:pt x="2439" y="6601"/>
                </a:cubicBezTo>
                <a:cubicBezTo>
                  <a:pt x="2946" y="6031"/>
                  <a:pt x="3643" y="5651"/>
                  <a:pt x="4403" y="5271"/>
                </a:cubicBezTo>
                <a:cubicBezTo>
                  <a:pt x="4593" y="5176"/>
                  <a:pt x="4815" y="5081"/>
                  <a:pt x="5005" y="4986"/>
                </a:cubicBezTo>
                <a:cubicBezTo>
                  <a:pt x="5923" y="4542"/>
                  <a:pt x="6873" y="4067"/>
                  <a:pt x="7760" y="3529"/>
                </a:cubicBezTo>
                <a:cubicBezTo>
                  <a:pt x="8362" y="3149"/>
                  <a:pt x="8900" y="2800"/>
                  <a:pt x="9312" y="2357"/>
                </a:cubicBezTo>
                <a:cubicBezTo>
                  <a:pt x="9438" y="2230"/>
                  <a:pt x="9533" y="2135"/>
                  <a:pt x="9660" y="2009"/>
                </a:cubicBezTo>
                <a:cubicBezTo>
                  <a:pt x="9945" y="1692"/>
                  <a:pt x="10230" y="1375"/>
                  <a:pt x="10610" y="1154"/>
                </a:cubicBezTo>
                <a:cubicBezTo>
                  <a:pt x="11589" y="557"/>
                  <a:pt x="12768" y="297"/>
                  <a:pt x="13979" y="297"/>
                </a:cubicBezTo>
                <a:cubicBezTo>
                  <a:pt x="16176" y="297"/>
                  <a:pt x="18480" y="1155"/>
                  <a:pt x="19889" y="2420"/>
                </a:cubicBezTo>
                <a:cubicBezTo>
                  <a:pt x="20016" y="2515"/>
                  <a:pt x="20142" y="2642"/>
                  <a:pt x="20269" y="2800"/>
                </a:cubicBezTo>
                <a:cubicBezTo>
                  <a:pt x="21283" y="3845"/>
                  <a:pt x="21916" y="5081"/>
                  <a:pt x="22043" y="6221"/>
                </a:cubicBezTo>
                <a:cubicBezTo>
                  <a:pt x="22169" y="7392"/>
                  <a:pt x="22169" y="8564"/>
                  <a:pt x="22169" y="9578"/>
                </a:cubicBezTo>
                <a:cubicBezTo>
                  <a:pt x="22169" y="9768"/>
                  <a:pt x="22169" y="9989"/>
                  <a:pt x="22169" y="10179"/>
                </a:cubicBezTo>
                <a:cubicBezTo>
                  <a:pt x="22138" y="10813"/>
                  <a:pt x="22138" y="11383"/>
                  <a:pt x="22391" y="12048"/>
                </a:cubicBezTo>
                <a:cubicBezTo>
                  <a:pt x="22613" y="12713"/>
                  <a:pt x="23024" y="13631"/>
                  <a:pt x="23943" y="14075"/>
                </a:cubicBezTo>
                <a:cubicBezTo>
                  <a:pt x="24228" y="14201"/>
                  <a:pt x="24576" y="14265"/>
                  <a:pt x="24893" y="14360"/>
                </a:cubicBezTo>
                <a:cubicBezTo>
                  <a:pt x="25114" y="14391"/>
                  <a:pt x="25368" y="14455"/>
                  <a:pt x="25590" y="14518"/>
                </a:cubicBezTo>
                <a:cubicBezTo>
                  <a:pt x="26571" y="14866"/>
                  <a:pt x="27300" y="15880"/>
                  <a:pt x="27363" y="16925"/>
                </a:cubicBezTo>
                <a:cubicBezTo>
                  <a:pt x="27363" y="17526"/>
                  <a:pt x="27205" y="18065"/>
                  <a:pt x="27015" y="18666"/>
                </a:cubicBezTo>
                <a:cubicBezTo>
                  <a:pt x="26951" y="18952"/>
                  <a:pt x="26856" y="19205"/>
                  <a:pt x="26793" y="19490"/>
                </a:cubicBezTo>
                <a:cubicBezTo>
                  <a:pt x="26540" y="20725"/>
                  <a:pt x="26635" y="22372"/>
                  <a:pt x="27806" y="23385"/>
                </a:cubicBezTo>
                <a:lnTo>
                  <a:pt x="27996" y="23163"/>
                </a:lnTo>
                <a:cubicBezTo>
                  <a:pt x="26920" y="22245"/>
                  <a:pt x="26825" y="20693"/>
                  <a:pt x="27078" y="19553"/>
                </a:cubicBezTo>
                <a:cubicBezTo>
                  <a:pt x="27141" y="19268"/>
                  <a:pt x="27205" y="19015"/>
                  <a:pt x="27300" y="18762"/>
                </a:cubicBezTo>
                <a:cubicBezTo>
                  <a:pt x="27490" y="18160"/>
                  <a:pt x="27648" y="17558"/>
                  <a:pt x="27616" y="16925"/>
                </a:cubicBezTo>
                <a:cubicBezTo>
                  <a:pt x="27585" y="15753"/>
                  <a:pt x="26793" y="14645"/>
                  <a:pt x="25685" y="14265"/>
                </a:cubicBezTo>
                <a:cubicBezTo>
                  <a:pt x="25431" y="14170"/>
                  <a:pt x="25178" y="14138"/>
                  <a:pt x="24956" y="14075"/>
                </a:cubicBezTo>
                <a:cubicBezTo>
                  <a:pt x="24639" y="14011"/>
                  <a:pt x="24323" y="13948"/>
                  <a:pt x="24038" y="13821"/>
                </a:cubicBezTo>
                <a:cubicBezTo>
                  <a:pt x="23436" y="13504"/>
                  <a:pt x="22993" y="12934"/>
                  <a:pt x="22644" y="11953"/>
                </a:cubicBezTo>
                <a:cubicBezTo>
                  <a:pt x="22423" y="11351"/>
                  <a:pt x="22423" y="10813"/>
                  <a:pt x="22454" y="10179"/>
                </a:cubicBezTo>
                <a:cubicBezTo>
                  <a:pt x="22454" y="9989"/>
                  <a:pt x="22454" y="9768"/>
                  <a:pt x="22454" y="9578"/>
                </a:cubicBezTo>
                <a:cubicBezTo>
                  <a:pt x="22454" y="8564"/>
                  <a:pt x="22423" y="7392"/>
                  <a:pt x="22296" y="6189"/>
                </a:cubicBezTo>
                <a:cubicBezTo>
                  <a:pt x="22201" y="4986"/>
                  <a:pt x="21504" y="3687"/>
                  <a:pt x="20491" y="2579"/>
                </a:cubicBezTo>
                <a:cubicBezTo>
                  <a:pt x="20332" y="2452"/>
                  <a:pt x="20206" y="2325"/>
                  <a:pt x="20079" y="2199"/>
                </a:cubicBezTo>
                <a:cubicBezTo>
                  <a:pt x="18907" y="1154"/>
                  <a:pt x="17229" y="394"/>
                  <a:pt x="15424" y="109"/>
                </a:cubicBezTo>
                <a:cubicBezTo>
                  <a:pt x="14942" y="36"/>
                  <a:pt x="14470" y="1"/>
                  <a:pt x="1401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2" name="Google Shape;5192;p43"/>
          <p:cNvSpPr/>
          <p:nvPr/>
        </p:nvSpPr>
        <p:spPr>
          <a:xfrm>
            <a:off x="3667761" y="3324490"/>
            <a:ext cx="1824580" cy="505862"/>
          </a:xfrm>
          <a:custGeom>
            <a:avLst/>
            <a:gdLst/>
            <a:ahLst/>
            <a:cxnLst/>
            <a:rect l="l" t="t" r="r" b="b"/>
            <a:pathLst>
              <a:path w="56783" h="15743" extrusionOk="0">
                <a:moveTo>
                  <a:pt x="49793" y="1"/>
                </a:moveTo>
                <a:cubicBezTo>
                  <a:pt x="46715" y="1"/>
                  <a:pt x="43498" y="797"/>
                  <a:pt x="40568" y="1515"/>
                </a:cubicBezTo>
                <a:cubicBezTo>
                  <a:pt x="36445" y="2515"/>
                  <a:pt x="32475" y="3638"/>
                  <a:pt x="28174" y="3638"/>
                </a:cubicBezTo>
                <a:cubicBezTo>
                  <a:pt x="28114" y="3638"/>
                  <a:pt x="28055" y="3637"/>
                  <a:pt x="27995" y="3637"/>
                </a:cubicBezTo>
                <a:cubicBezTo>
                  <a:pt x="20205" y="3574"/>
                  <a:pt x="12731" y="977"/>
                  <a:pt x="4972" y="375"/>
                </a:cubicBezTo>
                <a:cubicBezTo>
                  <a:pt x="4608" y="350"/>
                  <a:pt x="4232" y="329"/>
                  <a:pt x="3858" y="329"/>
                </a:cubicBezTo>
                <a:cubicBezTo>
                  <a:pt x="2834" y="329"/>
                  <a:pt x="1819" y="485"/>
                  <a:pt x="1077" y="1135"/>
                </a:cubicBezTo>
                <a:cubicBezTo>
                  <a:pt x="222" y="1895"/>
                  <a:pt x="0" y="3098"/>
                  <a:pt x="127" y="4207"/>
                </a:cubicBezTo>
                <a:cubicBezTo>
                  <a:pt x="475" y="6994"/>
                  <a:pt x="2597" y="8451"/>
                  <a:pt x="4909" y="9622"/>
                </a:cubicBezTo>
                <a:cubicBezTo>
                  <a:pt x="7886" y="11142"/>
                  <a:pt x="11021" y="12251"/>
                  <a:pt x="14188" y="13201"/>
                </a:cubicBezTo>
                <a:cubicBezTo>
                  <a:pt x="17260" y="14119"/>
                  <a:pt x="20458" y="15133"/>
                  <a:pt x="23657" y="15449"/>
                </a:cubicBezTo>
                <a:cubicBezTo>
                  <a:pt x="25524" y="15626"/>
                  <a:pt x="27405" y="15742"/>
                  <a:pt x="29284" y="15742"/>
                </a:cubicBezTo>
                <a:cubicBezTo>
                  <a:pt x="32123" y="15742"/>
                  <a:pt x="34955" y="15477"/>
                  <a:pt x="37718" y="14753"/>
                </a:cubicBezTo>
                <a:cubicBezTo>
                  <a:pt x="42848" y="13423"/>
                  <a:pt x="48010" y="11364"/>
                  <a:pt x="52349" y="8356"/>
                </a:cubicBezTo>
                <a:cubicBezTo>
                  <a:pt x="53141" y="7785"/>
                  <a:pt x="53932" y="7120"/>
                  <a:pt x="54534" y="6360"/>
                </a:cubicBezTo>
                <a:cubicBezTo>
                  <a:pt x="56783" y="3542"/>
                  <a:pt x="53774" y="153"/>
                  <a:pt x="50734" y="27"/>
                </a:cubicBezTo>
                <a:cubicBezTo>
                  <a:pt x="50422" y="9"/>
                  <a:pt x="50108" y="1"/>
                  <a:pt x="49793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3" name="Google Shape;5193;p43"/>
          <p:cNvSpPr/>
          <p:nvPr/>
        </p:nvSpPr>
        <p:spPr>
          <a:xfrm>
            <a:off x="3959813" y="2994907"/>
            <a:ext cx="377557" cy="568392"/>
          </a:xfrm>
          <a:custGeom>
            <a:avLst/>
            <a:gdLst/>
            <a:ahLst/>
            <a:cxnLst/>
            <a:rect l="l" t="t" r="r" b="b"/>
            <a:pathLst>
              <a:path w="11750" h="17689" extrusionOk="0">
                <a:moveTo>
                  <a:pt x="3246" y="0"/>
                </a:moveTo>
                <a:cubicBezTo>
                  <a:pt x="2774" y="0"/>
                  <a:pt x="2315" y="41"/>
                  <a:pt x="1932" y="86"/>
                </a:cubicBezTo>
                <a:cubicBezTo>
                  <a:pt x="1425" y="150"/>
                  <a:pt x="918" y="340"/>
                  <a:pt x="602" y="751"/>
                </a:cubicBezTo>
                <a:cubicBezTo>
                  <a:pt x="95" y="1416"/>
                  <a:pt x="158" y="2936"/>
                  <a:pt x="127" y="3728"/>
                </a:cubicBezTo>
                <a:cubicBezTo>
                  <a:pt x="0" y="8668"/>
                  <a:pt x="3895" y="12722"/>
                  <a:pt x="7062" y="16047"/>
                </a:cubicBezTo>
                <a:cubicBezTo>
                  <a:pt x="7664" y="16681"/>
                  <a:pt x="8329" y="17346"/>
                  <a:pt x="9184" y="17599"/>
                </a:cubicBezTo>
                <a:cubicBezTo>
                  <a:pt x="9387" y="17659"/>
                  <a:pt x="9602" y="17689"/>
                  <a:pt x="9817" y="17689"/>
                </a:cubicBezTo>
                <a:cubicBezTo>
                  <a:pt x="10509" y="17689"/>
                  <a:pt x="11198" y="17380"/>
                  <a:pt x="11464" y="16776"/>
                </a:cubicBezTo>
                <a:cubicBezTo>
                  <a:pt x="11749" y="16174"/>
                  <a:pt x="11591" y="15509"/>
                  <a:pt x="11369" y="14876"/>
                </a:cubicBezTo>
                <a:cubicBezTo>
                  <a:pt x="10989" y="13831"/>
                  <a:pt x="10451" y="12880"/>
                  <a:pt x="9817" y="11962"/>
                </a:cubicBezTo>
                <a:cubicBezTo>
                  <a:pt x="9374" y="11329"/>
                  <a:pt x="9089" y="10727"/>
                  <a:pt x="8804" y="10094"/>
                </a:cubicBezTo>
                <a:cubicBezTo>
                  <a:pt x="8709" y="9872"/>
                  <a:pt x="8646" y="9682"/>
                  <a:pt x="8551" y="9492"/>
                </a:cubicBezTo>
                <a:cubicBezTo>
                  <a:pt x="7601" y="7370"/>
                  <a:pt x="6904" y="5153"/>
                  <a:pt x="6492" y="2873"/>
                </a:cubicBezTo>
                <a:cubicBezTo>
                  <a:pt x="6334" y="2050"/>
                  <a:pt x="6176" y="1163"/>
                  <a:pt x="5574" y="625"/>
                </a:cubicBezTo>
                <a:cubicBezTo>
                  <a:pt x="5002" y="135"/>
                  <a:pt x="4102" y="0"/>
                  <a:pt x="3246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4" name="Google Shape;5194;p43"/>
          <p:cNvSpPr/>
          <p:nvPr/>
        </p:nvSpPr>
        <p:spPr>
          <a:xfrm>
            <a:off x="4325128" y="2164892"/>
            <a:ext cx="520032" cy="459720"/>
          </a:xfrm>
          <a:custGeom>
            <a:avLst/>
            <a:gdLst/>
            <a:ahLst/>
            <a:cxnLst/>
            <a:rect l="l" t="t" r="r" b="b"/>
            <a:pathLst>
              <a:path w="16184" h="14307" extrusionOk="0">
                <a:moveTo>
                  <a:pt x="6737" y="1"/>
                </a:moveTo>
                <a:cubicBezTo>
                  <a:pt x="5780" y="1"/>
                  <a:pt x="4803" y="215"/>
                  <a:pt x="4022" y="772"/>
                </a:cubicBezTo>
                <a:cubicBezTo>
                  <a:pt x="3357" y="1247"/>
                  <a:pt x="2597" y="2102"/>
                  <a:pt x="2280" y="2831"/>
                </a:cubicBezTo>
                <a:cubicBezTo>
                  <a:pt x="1869" y="3812"/>
                  <a:pt x="2249" y="4952"/>
                  <a:pt x="1805" y="5934"/>
                </a:cubicBezTo>
                <a:cubicBezTo>
                  <a:pt x="1552" y="6441"/>
                  <a:pt x="1140" y="6853"/>
                  <a:pt x="855" y="7359"/>
                </a:cubicBezTo>
                <a:cubicBezTo>
                  <a:pt x="602" y="7803"/>
                  <a:pt x="444" y="8341"/>
                  <a:pt x="317" y="8848"/>
                </a:cubicBezTo>
                <a:cubicBezTo>
                  <a:pt x="95" y="9766"/>
                  <a:pt x="0" y="10748"/>
                  <a:pt x="380" y="11571"/>
                </a:cubicBezTo>
                <a:cubicBezTo>
                  <a:pt x="665" y="12173"/>
                  <a:pt x="1204" y="12648"/>
                  <a:pt x="1774" y="12996"/>
                </a:cubicBezTo>
                <a:cubicBezTo>
                  <a:pt x="2945" y="13725"/>
                  <a:pt x="4307" y="14136"/>
                  <a:pt x="5701" y="14168"/>
                </a:cubicBezTo>
                <a:cubicBezTo>
                  <a:pt x="5783" y="14172"/>
                  <a:pt x="5864" y="14173"/>
                  <a:pt x="5945" y="14173"/>
                </a:cubicBezTo>
                <a:cubicBezTo>
                  <a:pt x="6309" y="14173"/>
                  <a:pt x="6658" y="14142"/>
                  <a:pt x="7007" y="14142"/>
                </a:cubicBezTo>
                <a:cubicBezTo>
                  <a:pt x="7236" y="14142"/>
                  <a:pt x="7464" y="14156"/>
                  <a:pt x="7696" y="14200"/>
                </a:cubicBezTo>
                <a:cubicBezTo>
                  <a:pt x="8290" y="14271"/>
                  <a:pt x="8883" y="14307"/>
                  <a:pt x="9477" y="14307"/>
                </a:cubicBezTo>
                <a:cubicBezTo>
                  <a:pt x="9675" y="14307"/>
                  <a:pt x="9873" y="14303"/>
                  <a:pt x="10071" y="14295"/>
                </a:cubicBezTo>
                <a:cubicBezTo>
                  <a:pt x="12161" y="14231"/>
                  <a:pt x="14695" y="13820"/>
                  <a:pt x="15708" y="11698"/>
                </a:cubicBezTo>
                <a:cubicBezTo>
                  <a:pt x="16088" y="10906"/>
                  <a:pt x="16183" y="10051"/>
                  <a:pt x="16056" y="9196"/>
                </a:cubicBezTo>
                <a:cubicBezTo>
                  <a:pt x="15708" y="6916"/>
                  <a:pt x="13396" y="5744"/>
                  <a:pt x="12890" y="3591"/>
                </a:cubicBezTo>
                <a:cubicBezTo>
                  <a:pt x="12731" y="2926"/>
                  <a:pt x="12890" y="2071"/>
                  <a:pt x="12415" y="1532"/>
                </a:cubicBezTo>
                <a:cubicBezTo>
                  <a:pt x="11813" y="867"/>
                  <a:pt x="11116" y="1025"/>
                  <a:pt x="10293" y="740"/>
                </a:cubicBezTo>
                <a:cubicBezTo>
                  <a:pt x="9279" y="424"/>
                  <a:pt x="8203" y="75"/>
                  <a:pt x="7126" y="12"/>
                </a:cubicBezTo>
                <a:cubicBezTo>
                  <a:pt x="6997" y="4"/>
                  <a:pt x="6867" y="1"/>
                  <a:pt x="6737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5" name="Google Shape;5195;p43"/>
          <p:cNvSpPr/>
          <p:nvPr/>
        </p:nvSpPr>
        <p:spPr>
          <a:xfrm>
            <a:off x="3950656" y="2500516"/>
            <a:ext cx="468106" cy="624367"/>
          </a:xfrm>
          <a:custGeom>
            <a:avLst/>
            <a:gdLst/>
            <a:ahLst/>
            <a:cxnLst/>
            <a:rect l="l" t="t" r="r" b="b"/>
            <a:pathLst>
              <a:path w="14568" h="19431" extrusionOk="0">
                <a:moveTo>
                  <a:pt x="11233" y="0"/>
                </a:moveTo>
                <a:cubicBezTo>
                  <a:pt x="9357" y="0"/>
                  <a:pt x="7943" y="1924"/>
                  <a:pt x="7094" y="3596"/>
                </a:cubicBezTo>
                <a:cubicBezTo>
                  <a:pt x="5827" y="6098"/>
                  <a:pt x="4402" y="8537"/>
                  <a:pt x="3072" y="11007"/>
                </a:cubicBezTo>
                <a:cubicBezTo>
                  <a:pt x="1773" y="13382"/>
                  <a:pt x="348" y="15852"/>
                  <a:pt x="0" y="18576"/>
                </a:cubicBezTo>
                <a:cubicBezTo>
                  <a:pt x="2027" y="18956"/>
                  <a:pt x="4085" y="19399"/>
                  <a:pt x="6144" y="19431"/>
                </a:cubicBezTo>
                <a:cubicBezTo>
                  <a:pt x="6587" y="17974"/>
                  <a:pt x="7442" y="16644"/>
                  <a:pt x="8266" y="15377"/>
                </a:cubicBezTo>
                <a:cubicBezTo>
                  <a:pt x="9754" y="13065"/>
                  <a:pt x="11306" y="10785"/>
                  <a:pt x="12699" y="8410"/>
                </a:cubicBezTo>
                <a:cubicBezTo>
                  <a:pt x="13206" y="7555"/>
                  <a:pt x="13649" y="6668"/>
                  <a:pt x="13871" y="5750"/>
                </a:cubicBezTo>
                <a:cubicBezTo>
                  <a:pt x="14283" y="3976"/>
                  <a:pt x="14568" y="1285"/>
                  <a:pt x="12604" y="334"/>
                </a:cubicBezTo>
                <a:cubicBezTo>
                  <a:pt x="12123" y="103"/>
                  <a:pt x="11666" y="0"/>
                  <a:pt x="11233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6" name="Google Shape;5196;p43"/>
          <p:cNvSpPr/>
          <p:nvPr/>
        </p:nvSpPr>
        <p:spPr>
          <a:xfrm>
            <a:off x="4762676" y="2994907"/>
            <a:ext cx="376561" cy="568392"/>
          </a:xfrm>
          <a:custGeom>
            <a:avLst/>
            <a:gdLst/>
            <a:ahLst/>
            <a:cxnLst/>
            <a:rect l="l" t="t" r="r" b="b"/>
            <a:pathLst>
              <a:path w="11719" h="17689" extrusionOk="0">
                <a:moveTo>
                  <a:pt x="8504" y="0"/>
                </a:moveTo>
                <a:cubicBezTo>
                  <a:pt x="7648" y="0"/>
                  <a:pt x="6748" y="135"/>
                  <a:pt x="6176" y="625"/>
                </a:cubicBezTo>
                <a:cubicBezTo>
                  <a:pt x="5575" y="1163"/>
                  <a:pt x="5416" y="2050"/>
                  <a:pt x="5258" y="2873"/>
                </a:cubicBezTo>
                <a:cubicBezTo>
                  <a:pt x="4846" y="5153"/>
                  <a:pt x="4150" y="7370"/>
                  <a:pt x="3200" y="9492"/>
                </a:cubicBezTo>
                <a:cubicBezTo>
                  <a:pt x="3105" y="9682"/>
                  <a:pt x="3041" y="9872"/>
                  <a:pt x="2946" y="10094"/>
                </a:cubicBezTo>
                <a:cubicBezTo>
                  <a:pt x="2661" y="10727"/>
                  <a:pt x="2376" y="11329"/>
                  <a:pt x="1933" y="11962"/>
                </a:cubicBezTo>
                <a:cubicBezTo>
                  <a:pt x="1299" y="12880"/>
                  <a:pt x="761" y="13831"/>
                  <a:pt x="381" y="14876"/>
                </a:cubicBezTo>
                <a:cubicBezTo>
                  <a:pt x="159" y="15509"/>
                  <a:pt x="1" y="16174"/>
                  <a:pt x="286" y="16776"/>
                </a:cubicBezTo>
                <a:cubicBezTo>
                  <a:pt x="552" y="17380"/>
                  <a:pt x="1242" y="17689"/>
                  <a:pt x="1934" y="17689"/>
                </a:cubicBezTo>
                <a:cubicBezTo>
                  <a:pt x="2148" y="17689"/>
                  <a:pt x="2364" y="17659"/>
                  <a:pt x="2566" y="17599"/>
                </a:cubicBezTo>
                <a:cubicBezTo>
                  <a:pt x="3421" y="17346"/>
                  <a:pt x="4055" y="16681"/>
                  <a:pt x="4688" y="16047"/>
                </a:cubicBezTo>
                <a:cubicBezTo>
                  <a:pt x="7855" y="12722"/>
                  <a:pt x="11718" y="8668"/>
                  <a:pt x="11623" y="3728"/>
                </a:cubicBezTo>
                <a:cubicBezTo>
                  <a:pt x="11592" y="2936"/>
                  <a:pt x="11655" y="1416"/>
                  <a:pt x="11148" y="751"/>
                </a:cubicBezTo>
                <a:cubicBezTo>
                  <a:pt x="10832" y="340"/>
                  <a:pt x="10325" y="150"/>
                  <a:pt x="9818" y="86"/>
                </a:cubicBezTo>
                <a:cubicBezTo>
                  <a:pt x="9435" y="41"/>
                  <a:pt x="8976" y="0"/>
                  <a:pt x="8504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7" name="Google Shape;5197;p43"/>
          <p:cNvSpPr/>
          <p:nvPr/>
        </p:nvSpPr>
        <p:spPr>
          <a:xfrm>
            <a:off x="4681284" y="2500516"/>
            <a:ext cx="468138" cy="624367"/>
          </a:xfrm>
          <a:custGeom>
            <a:avLst/>
            <a:gdLst/>
            <a:ahLst/>
            <a:cxnLst/>
            <a:rect l="l" t="t" r="r" b="b"/>
            <a:pathLst>
              <a:path w="14569" h="19431" extrusionOk="0">
                <a:moveTo>
                  <a:pt x="3335" y="0"/>
                </a:moveTo>
                <a:cubicBezTo>
                  <a:pt x="2902" y="0"/>
                  <a:pt x="2445" y="103"/>
                  <a:pt x="1964" y="334"/>
                </a:cubicBezTo>
                <a:cubicBezTo>
                  <a:pt x="0" y="1285"/>
                  <a:pt x="317" y="3976"/>
                  <a:pt x="697" y="5750"/>
                </a:cubicBezTo>
                <a:cubicBezTo>
                  <a:pt x="919" y="6668"/>
                  <a:pt x="1362" y="7555"/>
                  <a:pt x="1869" y="8410"/>
                </a:cubicBezTo>
                <a:cubicBezTo>
                  <a:pt x="3262" y="10785"/>
                  <a:pt x="4814" y="13065"/>
                  <a:pt x="6303" y="15377"/>
                </a:cubicBezTo>
                <a:cubicBezTo>
                  <a:pt x="7126" y="16644"/>
                  <a:pt x="7981" y="17974"/>
                  <a:pt x="8424" y="19431"/>
                </a:cubicBezTo>
                <a:cubicBezTo>
                  <a:pt x="10483" y="19399"/>
                  <a:pt x="12541" y="18956"/>
                  <a:pt x="14568" y="18576"/>
                </a:cubicBezTo>
                <a:cubicBezTo>
                  <a:pt x="14251" y="15852"/>
                  <a:pt x="12795" y="13382"/>
                  <a:pt x="11528" y="11007"/>
                </a:cubicBezTo>
                <a:cubicBezTo>
                  <a:pt x="10166" y="8537"/>
                  <a:pt x="8741" y="6098"/>
                  <a:pt x="7474" y="3596"/>
                </a:cubicBezTo>
                <a:cubicBezTo>
                  <a:pt x="6625" y="1924"/>
                  <a:pt x="5212" y="0"/>
                  <a:pt x="3335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8" name="Google Shape;5198;p43"/>
          <p:cNvSpPr/>
          <p:nvPr/>
        </p:nvSpPr>
        <p:spPr>
          <a:xfrm>
            <a:off x="4225389" y="2460382"/>
            <a:ext cx="657399" cy="1024738"/>
          </a:xfrm>
          <a:custGeom>
            <a:avLst/>
            <a:gdLst/>
            <a:ahLst/>
            <a:cxnLst/>
            <a:rect l="l" t="t" r="r" b="b"/>
            <a:pathLst>
              <a:path w="20459" h="31891" extrusionOk="0">
                <a:moveTo>
                  <a:pt x="10166" y="0"/>
                </a:moveTo>
                <a:cubicBezTo>
                  <a:pt x="8868" y="32"/>
                  <a:pt x="7601" y="127"/>
                  <a:pt x="6303" y="348"/>
                </a:cubicBezTo>
                <a:cubicBezTo>
                  <a:pt x="5574" y="475"/>
                  <a:pt x="4814" y="665"/>
                  <a:pt x="4086" y="792"/>
                </a:cubicBezTo>
                <a:cubicBezTo>
                  <a:pt x="1964" y="1140"/>
                  <a:pt x="1774" y="1742"/>
                  <a:pt x="1331" y="3895"/>
                </a:cubicBezTo>
                <a:cubicBezTo>
                  <a:pt x="887" y="6080"/>
                  <a:pt x="444" y="8266"/>
                  <a:pt x="476" y="10514"/>
                </a:cubicBezTo>
                <a:cubicBezTo>
                  <a:pt x="539" y="13111"/>
                  <a:pt x="1552" y="14948"/>
                  <a:pt x="2376" y="17291"/>
                </a:cubicBezTo>
                <a:cubicBezTo>
                  <a:pt x="3136" y="19508"/>
                  <a:pt x="2693" y="22517"/>
                  <a:pt x="1996" y="24670"/>
                </a:cubicBezTo>
                <a:cubicBezTo>
                  <a:pt x="1521" y="26222"/>
                  <a:pt x="666" y="27489"/>
                  <a:pt x="96" y="28977"/>
                </a:cubicBezTo>
                <a:cubicBezTo>
                  <a:pt x="32" y="29104"/>
                  <a:pt x="1" y="29230"/>
                  <a:pt x="32" y="29357"/>
                </a:cubicBezTo>
                <a:cubicBezTo>
                  <a:pt x="64" y="29515"/>
                  <a:pt x="222" y="29610"/>
                  <a:pt x="381" y="29674"/>
                </a:cubicBezTo>
                <a:cubicBezTo>
                  <a:pt x="3168" y="31162"/>
                  <a:pt x="6303" y="31606"/>
                  <a:pt x="9375" y="31827"/>
                </a:cubicBezTo>
                <a:cubicBezTo>
                  <a:pt x="9660" y="31827"/>
                  <a:pt x="9913" y="31859"/>
                  <a:pt x="10166" y="31859"/>
                </a:cubicBezTo>
                <a:lnTo>
                  <a:pt x="10166" y="31891"/>
                </a:lnTo>
                <a:cubicBezTo>
                  <a:pt x="10198" y="31891"/>
                  <a:pt x="10198" y="31859"/>
                  <a:pt x="10230" y="31859"/>
                </a:cubicBezTo>
                <a:cubicBezTo>
                  <a:pt x="10261" y="31859"/>
                  <a:pt x="10261" y="31891"/>
                  <a:pt x="10293" y="31891"/>
                </a:cubicBezTo>
                <a:lnTo>
                  <a:pt x="10293" y="31859"/>
                </a:lnTo>
                <a:cubicBezTo>
                  <a:pt x="10546" y="31859"/>
                  <a:pt x="10800" y="31827"/>
                  <a:pt x="11085" y="31827"/>
                </a:cubicBezTo>
                <a:cubicBezTo>
                  <a:pt x="14125" y="31606"/>
                  <a:pt x="17292" y="31162"/>
                  <a:pt x="20079" y="29674"/>
                </a:cubicBezTo>
                <a:cubicBezTo>
                  <a:pt x="20237" y="29610"/>
                  <a:pt x="20364" y="29515"/>
                  <a:pt x="20427" y="29357"/>
                </a:cubicBezTo>
                <a:cubicBezTo>
                  <a:pt x="20459" y="29230"/>
                  <a:pt x="20396" y="29104"/>
                  <a:pt x="20364" y="28977"/>
                </a:cubicBezTo>
                <a:cubicBezTo>
                  <a:pt x="19794" y="27489"/>
                  <a:pt x="18939" y="26222"/>
                  <a:pt x="18432" y="24670"/>
                </a:cubicBezTo>
                <a:cubicBezTo>
                  <a:pt x="17767" y="22548"/>
                  <a:pt x="17324" y="19508"/>
                  <a:pt x="18084" y="17291"/>
                </a:cubicBezTo>
                <a:cubicBezTo>
                  <a:pt x="18907" y="14948"/>
                  <a:pt x="19889" y="13111"/>
                  <a:pt x="19952" y="10514"/>
                </a:cubicBezTo>
                <a:cubicBezTo>
                  <a:pt x="20016" y="8266"/>
                  <a:pt x="19572" y="6080"/>
                  <a:pt x="19129" y="3895"/>
                </a:cubicBezTo>
                <a:cubicBezTo>
                  <a:pt x="18685" y="1742"/>
                  <a:pt x="18464" y="1108"/>
                  <a:pt x="16374" y="792"/>
                </a:cubicBezTo>
                <a:cubicBezTo>
                  <a:pt x="15614" y="665"/>
                  <a:pt x="14885" y="475"/>
                  <a:pt x="14125" y="348"/>
                </a:cubicBezTo>
                <a:cubicBezTo>
                  <a:pt x="12858" y="127"/>
                  <a:pt x="11560" y="0"/>
                  <a:pt x="1026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9" name="Google Shape;5199;p43"/>
          <p:cNvSpPr/>
          <p:nvPr/>
        </p:nvSpPr>
        <p:spPr>
          <a:xfrm>
            <a:off x="4348520" y="2438661"/>
            <a:ext cx="439637" cy="236656"/>
          </a:xfrm>
          <a:custGeom>
            <a:avLst/>
            <a:gdLst/>
            <a:ahLst/>
            <a:cxnLst/>
            <a:rect l="l" t="t" r="r" b="b"/>
            <a:pathLst>
              <a:path w="13682" h="7365" extrusionOk="0">
                <a:moveTo>
                  <a:pt x="12401" y="0"/>
                </a:moveTo>
                <a:cubicBezTo>
                  <a:pt x="12204" y="0"/>
                  <a:pt x="12024" y="11"/>
                  <a:pt x="11908" y="11"/>
                </a:cubicBezTo>
                <a:cubicBezTo>
                  <a:pt x="7950" y="138"/>
                  <a:pt x="3991" y="296"/>
                  <a:pt x="1" y="423"/>
                </a:cubicBezTo>
                <a:cubicBezTo>
                  <a:pt x="254" y="1278"/>
                  <a:pt x="254" y="2069"/>
                  <a:pt x="571" y="2893"/>
                </a:cubicBezTo>
                <a:cubicBezTo>
                  <a:pt x="856" y="3621"/>
                  <a:pt x="1236" y="4286"/>
                  <a:pt x="1679" y="4888"/>
                </a:cubicBezTo>
                <a:cubicBezTo>
                  <a:pt x="2629" y="6123"/>
                  <a:pt x="3959" y="6946"/>
                  <a:pt x="5448" y="7263"/>
                </a:cubicBezTo>
                <a:cubicBezTo>
                  <a:pt x="5815" y="7331"/>
                  <a:pt x="6187" y="7364"/>
                  <a:pt x="6559" y="7364"/>
                </a:cubicBezTo>
                <a:cubicBezTo>
                  <a:pt x="8788" y="7364"/>
                  <a:pt x="11017" y="6181"/>
                  <a:pt x="12130" y="4255"/>
                </a:cubicBezTo>
                <a:cubicBezTo>
                  <a:pt x="12542" y="3526"/>
                  <a:pt x="12795" y="2735"/>
                  <a:pt x="13048" y="1911"/>
                </a:cubicBezTo>
                <a:cubicBezTo>
                  <a:pt x="13175" y="1531"/>
                  <a:pt x="13682" y="613"/>
                  <a:pt x="13428" y="296"/>
                </a:cubicBezTo>
                <a:cubicBezTo>
                  <a:pt x="13259" y="43"/>
                  <a:pt x="12795" y="0"/>
                  <a:pt x="12401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0" name="Google Shape;5200;p43"/>
          <p:cNvSpPr/>
          <p:nvPr/>
        </p:nvSpPr>
        <p:spPr>
          <a:xfrm>
            <a:off x="4425863" y="2265274"/>
            <a:ext cx="266635" cy="371227"/>
          </a:xfrm>
          <a:custGeom>
            <a:avLst/>
            <a:gdLst/>
            <a:ahLst/>
            <a:cxnLst/>
            <a:rect l="l" t="t" r="r" b="b"/>
            <a:pathLst>
              <a:path w="8298" h="11553" extrusionOk="0">
                <a:moveTo>
                  <a:pt x="2592" y="1"/>
                </a:moveTo>
                <a:cubicBezTo>
                  <a:pt x="2393" y="1"/>
                  <a:pt x="2194" y="7"/>
                  <a:pt x="1996" y="23"/>
                </a:cubicBezTo>
                <a:cubicBezTo>
                  <a:pt x="1932" y="23"/>
                  <a:pt x="1869" y="23"/>
                  <a:pt x="1837" y="87"/>
                </a:cubicBezTo>
                <a:cubicBezTo>
                  <a:pt x="1774" y="118"/>
                  <a:pt x="1774" y="182"/>
                  <a:pt x="1774" y="245"/>
                </a:cubicBezTo>
                <a:cubicBezTo>
                  <a:pt x="1679" y="1385"/>
                  <a:pt x="1774" y="2588"/>
                  <a:pt x="1711" y="3760"/>
                </a:cubicBezTo>
                <a:cubicBezTo>
                  <a:pt x="1616" y="4837"/>
                  <a:pt x="1394" y="5914"/>
                  <a:pt x="761" y="6800"/>
                </a:cubicBezTo>
                <a:cubicBezTo>
                  <a:pt x="0" y="7877"/>
                  <a:pt x="190" y="9334"/>
                  <a:pt x="1014" y="10284"/>
                </a:cubicBezTo>
                <a:cubicBezTo>
                  <a:pt x="1808" y="11180"/>
                  <a:pt x="3074" y="11552"/>
                  <a:pt x="4322" y="11552"/>
                </a:cubicBezTo>
                <a:cubicBezTo>
                  <a:pt x="5016" y="11552"/>
                  <a:pt x="5703" y="11438"/>
                  <a:pt x="6303" y="11234"/>
                </a:cubicBezTo>
                <a:cubicBezTo>
                  <a:pt x="7443" y="10822"/>
                  <a:pt x="8234" y="9936"/>
                  <a:pt x="8266" y="8701"/>
                </a:cubicBezTo>
                <a:cubicBezTo>
                  <a:pt x="8298" y="7339"/>
                  <a:pt x="7094" y="6357"/>
                  <a:pt x="6778" y="5059"/>
                </a:cubicBezTo>
                <a:cubicBezTo>
                  <a:pt x="6619" y="4330"/>
                  <a:pt x="6619" y="3602"/>
                  <a:pt x="6651" y="2842"/>
                </a:cubicBezTo>
                <a:cubicBezTo>
                  <a:pt x="6651" y="1987"/>
                  <a:pt x="6683" y="1132"/>
                  <a:pt x="6714" y="245"/>
                </a:cubicBezTo>
                <a:cubicBezTo>
                  <a:pt x="5970" y="107"/>
                  <a:pt x="5345" y="17"/>
                  <a:pt x="4590" y="17"/>
                </a:cubicBezTo>
                <a:cubicBezTo>
                  <a:pt x="4478" y="17"/>
                  <a:pt x="4363" y="19"/>
                  <a:pt x="4244" y="23"/>
                </a:cubicBezTo>
                <a:cubicBezTo>
                  <a:pt x="4135" y="28"/>
                  <a:pt x="4024" y="30"/>
                  <a:pt x="3913" y="30"/>
                </a:cubicBezTo>
                <a:cubicBezTo>
                  <a:pt x="3480" y="30"/>
                  <a:pt x="3037" y="1"/>
                  <a:pt x="2592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1" name="Google Shape;5201;p43"/>
          <p:cNvSpPr/>
          <p:nvPr/>
        </p:nvSpPr>
        <p:spPr>
          <a:xfrm>
            <a:off x="4531708" y="1854685"/>
            <a:ext cx="501685" cy="786861"/>
          </a:xfrm>
          <a:custGeom>
            <a:avLst/>
            <a:gdLst/>
            <a:ahLst/>
            <a:cxnLst/>
            <a:rect l="l" t="t" r="r" b="b"/>
            <a:pathLst>
              <a:path w="15613" h="24488" extrusionOk="0">
                <a:moveTo>
                  <a:pt x="2308" y="1"/>
                </a:moveTo>
                <a:cubicBezTo>
                  <a:pt x="2215" y="1"/>
                  <a:pt x="2121" y="3"/>
                  <a:pt x="2027" y="7"/>
                </a:cubicBezTo>
                <a:cubicBezTo>
                  <a:pt x="1330" y="39"/>
                  <a:pt x="633" y="197"/>
                  <a:pt x="0" y="514"/>
                </a:cubicBezTo>
                <a:cubicBezTo>
                  <a:pt x="633" y="229"/>
                  <a:pt x="1330" y="70"/>
                  <a:pt x="2027" y="70"/>
                </a:cubicBezTo>
                <a:cubicBezTo>
                  <a:pt x="2115" y="66"/>
                  <a:pt x="2204" y="64"/>
                  <a:pt x="2292" y="64"/>
                </a:cubicBezTo>
                <a:cubicBezTo>
                  <a:pt x="2901" y="64"/>
                  <a:pt x="3509" y="158"/>
                  <a:pt x="4117" y="324"/>
                </a:cubicBezTo>
                <a:cubicBezTo>
                  <a:pt x="5479" y="640"/>
                  <a:pt x="6714" y="1337"/>
                  <a:pt x="7696" y="2351"/>
                </a:cubicBezTo>
                <a:cubicBezTo>
                  <a:pt x="8677" y="3332"/>
                  <a:pt x="9342" y="4631"/>
                  <a:pt x="9532" y="5992"/>
                </a:cubicBezTo>
                <a:cubicBezTo>
                  <a:pt x="9627" y="6689"/>
                  <a:pt x="9596" y="7386"/>
                  <a:pt x="9596" y="8083"/>
                </a:cubicBezTo>
                <a:cubicBezTo>
                  <a:pt x="9627" y="8811"/>
                  <a:pt x="9659" y="9539"/>
                  <a:pt x="9976" y="10204"/>
                </a:cubicBezTo>
                <a:cubicBezTo>
                  <a:pt x="10293" y="10869"/>
                  <a:pt x="10831" y="11376"/>
                  <a:pt x="11401" y="11788"/>
                </a:cubicBezTo>
                <a:cubicBezTo>
                  <a:pt x="11971" y="12200"/>
                  <a:pt x="12604" y="12516"/>
                  <a:pt x="13206" y="12896"/>
                </a:cubicBezTo>
                <a:cubicBezTo>
                  <a:pt x="13491" y="13055"/>
                  <a:pt x="13776" y="13245"/>
                  <a:pt x="13966" y="13530"/>
                </a:cubicBezTo>
                <a:cubicBezTo>
                  <a:pt x="14156" y="13783"/>
                  <a:pt x="14219" y="14131"/>
                  <a:pt x="14219" y="14480"/>
                </a:cubicBezTo>
                <a:cubicBezTo>
                  <a:pt x="14219" y="14828"/>
                  <a:pt x="14188" y="15176"/>
                  <a:pt x="14093" y="15493"/>
                </a:cubicBezTo>
                <a:cubicBezTo>
                  <a:pt x="14029" y="15842"/>
                  <a:pt x="13871" y="16158"/>
                  <a:pt x="13744" y="16475"/>
                </a:cubicBezTo>
                <a:cubicBezTo>
                  <a:pt x="13586" y="16792"/>
                  <a:pt x="13491" y="17172"/>
                  <a:pt x="13554" y="17552"/>
                </a:cubicBezTo>
                <a:cubicBezTo>
                  <a:pt x="13586" y="17900"/>
                  <a:pt x="13713" y="18248"/>
                  <a:pt x="13871" y="18565"/>
                </a:cubicBezTo>
                <a:cubicBezTo>
                  <a:pt x="14188" y="19198"/>
                  <a:pt x="14536" y="19800"/>
                  <a:pt x="14853" y="20433"/>
                </a:cubicBezTo>
                <a:cubicBezTo>
                  <a:pt x="15170" y="21035"/>
                  <a:pt x="15423" y="21700"/>
                  <a:pt x="15486" y="22397"/>
                </a:cubicBezTo>
                <a:cubicBezTo>
                  <a:pt x="15581" y="23094"/>
                  <a:pt x="15486" y="23822"/>
                  <a:pt x="15265" y="24487"/>
                </a:cubicBezTo>
                <a:cubicBezTo>
                  <a:pt x="15518" y="23822"/>
                  <a:pt x="15613" y="23125"/>
                  <a:pt x="15550" y="22397"/>
                </a:cubicBezTo>
                <a:cubicBezTo>
                  <a:pt x="15486" y="21700"/>
                  <a:pt x="15233" y="21035"/>
                  <a:pt x="14948" y="20370"/>
                </a:cubicBezTo>
                <a:cubicBezTo>
                  <a:pt x="14631" y="19737"/>
                  <a:pt x="14283" y="19135"/>
                  <a:pt x="13966" y="18502"/>
                </a:cubicBezTo>
                <a:cubicBezTo>
                  <a:pt x="13839" y="18185"/>
                  <a:pt x="13713" y="17868"/>
                  <a:pt x="13681" y="17520"/>
                </a:cubicBezTo>
                <a:cubicBezTo>
                  <a:pt x="13649" y="17203"/>
                  <a:pt x="13744" y="16855"/>
                  <a:pt x="13871" y="16538"/>
                </a:cubicBezTo>
                <a:cubicBezTo>
                  <a:pt x="14029" y="16222"/>
                  <a:pt x="14188" y="15905"/>
                  <a:pt x="14283" y="15556"/>
                </a:cubicBezTo>
                <a:cubicBezTo>
                  <a:pt x="14378" y="15208"/>
                  <a:pt x="14409" y="14860"/>
                  <a:pt x="14409" y="14480"/>
                </a:cubicBezTo>
                <a:cubicBezTo>
                  <a:pt x="14409" y="14131"/>
                  <a:pt x="14346" y="13751"/>
                  <a:pt x="14124" y="13435"/>
                </a:cubicBezTo>
                <a:cubicBezTo>
                  <a:pt x="13903" y="13118"/>
                  <a:pt x="13586" y="12928"/>
                  <a:pt x="13301" y="12738"/>
                </a:cubicBezTo>
                <a:cubicBezTo>
                  <a:pt x="12699" y="12358"/>
                  <a:pt x="12066" y="12041"/>
                  <a:pt x="11496" y="11630"/>
                </a:cubicBezTo>
                <a:cubicBezTo>
                  <a:pt x="10958" y="11250"/>
                  <a:pt x="10451" y="10743"/>
                  <a:pt x="10166" y="10109"/>
                </a:cubicBezTo>
                <a:cubicBezTo>
                  <a:pt x="9881" y="9508"/>
                  <a:pt x="9817" y="8779"/>
                  <a:pt x="9786" y="8114"/>
                </a:cubicBezTo>
                <a:cubicBezTo>
                  <a:pt x="9786" y="7418"/>
                  <a:pt x="9817" y="6689"/>
                  <a:pt x="9722" y="5992"/>
                </a:cubicBezTo>
                <a:cubicBezTo>
                  <a:pt x="9532" y="4567"/>
                  <a:pt x="8804" y="3237"/>
                  <a:pt x="7822" y="2256"/>
                </a:cubicBezTo>
                <a:cubicBezTo>
                  <a:pt x="6809" y="1242"/>
                  <a:pt x="5510" y="545"/>
                  <a:pt x="4149" y="229"/>
                </a:cubicBezTo>
                <a:cubicBezTo>
                  <a:pt x="3542" y="91"/>
                  <a:pt x="2935" y="1"/>
                  <a:pt x="2308" y="1"/>
                </a:cubicBezTo>
                <a:close/>
              </a:path>
            </a:pathLst>
          </a:custGeom>
          <a:solidFill>
            <a:srgbClr val="1B1F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2" name="Google Shape;5202;p43"/>
          <p:cNvSpPr/>
          <p:nvPr/>
        </p:nvSpPr>
        <p:spPr>
          <a:xfrm>
            <a:off x="4475733" y="2265274"/>
            <a:ext cx="166896" cy="185437"/>
          </a:xfrm>
          <a:custGeom>
            <a:avLst/>
            <a:gdLst/>
            <a:ahLst/>
            <a:cxnLst/>
            <a:rect l="l" t="t" r="r" b="b"/>
            <a:pathLst>
              <a:path w="5194" h="5771" extrusionOk="0">
                <a:moveTo>
                  <a:pt x="1021" y="1"/>
                </a:moveTo>
                <a:cubicBezTo>
                  <a:pt x="827" y="1"/>
                  <a:pt x="634" y="7"/>
                  <a:pt x="444" y="23"/>
                </a:cubicBezTo>
                <a:cubicBezTo>
                  <a:pt x="380" y="23"/>
                  <a:pt x="317" y="23"/>
                  <a:pt x="254" y="55"/>
                </a:cubicBezTo>
                <a:cubicBezTo>
                  <a:pt x="222" y="87"/>
                  <a:pt x="222" y="150"/>
                  <a:pt x="222" y="213"/>
                </a:cubicBezTo>
                <a:cubicBezTo>
                  <a:pt x="127" y="1385"/>
                  <a:pt x="222" y="2557"/>
                  <a:pt x="127" y="3729"/>
                </a:cubicBezTo>
                <a:cubicBezTo>
                  <a:pt x="95" y="4077"/>
                  <a:pt x="64" y="4425"/>
                  <a:pt x="0" y="4742"/>
                </a:cubicBezTo>
                <a:cubicBezTo>
                  <a:pt x="127" y="4837"/>
                  <a:pt x="254" y="4932"/>
                  <a:pt x="380" y="5027"/>
                </a:cubicBezTo>
                <a:cubicBezTo>
                  <a:pt x="1024" y="5515"/>
                  <a:pt x="1823" y="5770"/>
                  <a:pt x="2624" y="5770"/>
                </a:cubicBezTo>
                <a:cubicBezTo>
                  <a:pt x="2967" y="5770"/>
                  <a:pt x="3310" y="5723"/>
                  <a:pt x="3642" y="5629"/>
                </a:cubicBezTo>
                <a:cubicBezTo>
                  <a:pt x="4212" y="5470"/>
                  <a:pt x="4719" y="5217"/>
                  <a:pt x="5194" y="4900"/>
                </a:cubicBezTo>
                <a:cubicBezTo>
                  <a:pt x="5036" y="4204"/>
                  <a:pt x="5067" y="3539"/>
                  <a:pt x="5067" y="2842"/>
                </a:cubicBezTo>
                <a:cubicBezTo>
                  <a:pt x="5099" y="1987"/>
                  <a:pt x="5099" y="1100"/>
                  <a:pt x="5162" y="245"/>
                </a:cubicBezTo>
                <a:cubicBezTo>
                  <a:pt x="4486" y="95"/>
                  <a:pt x="3908" y="4"/>
                  <a:pt x="3242" y="4"/>
                </a:cubicBezTo>
                <a:cubicBezTo>
                  <a:pt x="3066" y="4"/>
                  <a:pt x="2884" y="10"/>
                  <a:pt x="2692" y="23"/>
                </a:cubicBezTo>
                <a:cubicBezTo>
                  <a:pt x="2578" y="28"/>
                  <a:pt x="2463" y="30"/>
                  <a:pt x="2349" y="30"/>
                </a:cubicBezTo>
                <a:cubicBezTo>
                  <a:pt x="1903" y="30"/>
                  <a:pt x="1458" y="1"/>
                  <a:pt x="1021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3" name="Google Shape;5203;p43"/>
          <p:cNvSpPr/>
          <p:nvPr/>
        </p:nvSpPr>
        <p:spPr>
          <a:xfrm>
            <a:off x="4333257" y="1908925"/>
            <a:ext cx="413192" cy="500046"/>
          </a:xfrm>
          <a:custGeom>
            <a:avLst/>
            <a:gdLst/>
            <a:ahLst/>
            <a:cxnLst/>
            <a:rect l="l" t="t" r="r" b="b"/>
            <a:pathLst>
              <a:path w="12859" h="15562" extrusionOk="0">
                <a:moveTo>
                  <a:pt x="7233" y="1"/>
                </a:moveTo>
                <a:cubicBezTo>
                  <a:pt x="5805" y="1"/>
                  <a:pt x="4344" y="543"/>
                  <a:pt x="3199" y="1676"/>
                </a:cubicBezTo>
                <a:cubicBezTo>
                  <a:pt x="1" y="4811"/>
                  <a:pt x="1362" y="12253"/>
                  <a:pt x="4814" y="14819"/>
                </a:cubicBezTo>
                <a:cubicBezTo>
                  <a:pt x="5480" y="15307"/>
                  <a:pt x="6285" y="15562"/>
                  <a:pt x="7089" y="15562"/>
                </a:cubicBezTo>
                <a:cubicBezTo>
                  <a:pt x="7433" y="15562"/>
                  <a:pt x="7776" y="15515"/>
                  <a:pt x="8108" y="15420"/>
                </a:cubicBezTo>
                <a:cubicBezTo>
                  <a:pt x="11465" y="14470"/>
                  <a:pt x="12858" y="10290"/>
                  <a:pt x="12795" y="6711"/>
                </a:cubicBezTo>
                <a:cubicBezTo>
                  <a:pt x="12763" y="5571"/>
                  <a:pt x="12605" y="4494"/>
                  <a:pt x="12288" y="3576"/>
                </a:cubicBezTo>
                <a:cubicBezTo>
                  <a:pt x="11487" y="1248"/>
                  <a:pt x="9397" y="1"/>
                  <a:pt x="7233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4" name="Google Shape;5204;p43"/>
          <p:cNvSpPr/>
          <p:nvPr/>
        </p:nvSpPr>
        <p:spPr>
          <a:xfrm>
            <a:off x="4370917" y="1889613"/>
            <a:ext cx="383662" cy="341826"/>
          </a:xfrm>
          <a:custGeom>
            <a:avLst/>
            <a:gdLst/>
            <a:ahLst/>
            <a:cxnLst/>
            <a:rect l="l" t="t" r="r" b="b"/>
            <a:pathLst>
              <a:path w="11940" h="10638" extrusionOk="0">
                <a:moveTo>
                  <a:pt x="6421" y="0"/>
                </a:moveTo>
                <a:cubicBezTo>
                  <a:pt x="5124" y="0"/>
                  <a:pt x="3796" y="446"/>
                  <a:pt x="2692" y="1390"/>
                </a:cubicBezTo>
                <a:cubicBezTo>
                  <a:pt x="2217" y="1802"/>
                  <a:pt x="1869" y="2309"/>
                  <a:pt x="1520" y="2815"/>
                </a:cubicBezTo>
                <a:cubicBezTo>
                  <a:pt x="1204" y="3290"/>
                  <a:pt x="792" y="3607"/>
                  <a:pt x="539" y="4114"/>
                </a:cubicBezTo>
                <a:cubicBezTo>
                  <a:pt x="285" y="4620"/>
                  <a:pt x="95" y="5190"/>
                  <a:pt x="32" y="5761"/>
                </a:cubicBezTo>
                <a:cubicBezTo>
                  <a:pt x="0" y="6331"/>
                  <a:pt x="159" y="6806"/>
                  <a:pt x="190" y="7344"/>
                </a:cubicBezTo>
                <a:cubicBezTo>
                  <a:pt x="159" y="6806"/>
                  <a:pt x="412" y="6236"/>
                  <a:pt x="824" y="5856"/>
                </a:cubicBezTo>
                <a:cubicBezTo>
                  <a:pt x="1172" y="5571"/>
                  <a:pt x="1584" y="5412"/>
                  <a:pt x="1964" y="5190"/>
                </a:cubicBezTo>
                <a:cubicBezTo>
                  <a:pt x="2344" y="4969"/>
                  <a:pt x="2724" y="4684"/>
                  <a:pt x="2851" y="4272"/>
                </a:cubicBezTo>
                <a:cubicBezTo>
                  <a:pt x="4086" y="5856"/>
                  <a:pt x="5986" y="6362"/>
                  <a:pt x="7854" y="6837"/>
                </a:cubicBezTo>
                <a:cubicBezTo>
                  <a:pt x="9406" y="7217"/>
                  <a:pt x="11148" y="8199"/>
                  <a:pt x="11180" y="10036"/>
                </a:cubicBezTo>
                <a:cubicBezTo>
                  <a:pt x="11180" y="10258"/>
                  <a:pt x="11180" y="10321"/>
                  <a:pt x="11306" y="10638"/>
                </a:cubicBezTo>
                <a:cubicBezTo>
                  <a:pt x="11401" y="10353"/>
                  <a:pt x="11433" y="10163"/>
                  <a:pt x="11465" y="9877"/>
                </a:cubicBezTo>
                <a:cubicBezTo>
                  <a:pt x="11496" y="9561"/>
                  <a:pt x="11591" y="9276"/>
                  <a:pt x="11655" y="8959"/>
                </a:cubicBezTo>
                <a:cubicBezTo>
                  <a:pt x="11781" y="8357"/>
                  <a:pt x="11845" y="7724"/>
                  <a:pt x="11876" y="7091"/>
                </a:cubicBezTo>
                <a:cubicBezTo>
                  <a:pt x="11940" y="5951"/>
                  <a:pt x="11845" y="4874"/>
                  <a:pt x="11623" y="3955"/>
                </a:cubicBezTo>
                <a:cubicBezTo>
                  <a:pt x="10953" y="1419"/>
                  <a:pt x="8736" y="0"/>
                  <a:pt x="6421" y="0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5" name="Google Shape;5205;p43"/>
          <p:cNvSpPr/>
          <p:nvPr/>
        </p:nvSpPr>
        <p:spPr>
          <a:xfrm>
            <a:off x="4315970" y="1867506"/>
            <a:ext cx="491531" cy="373862"/>
          </a:xfrm>
          <a:custGeom>
            <a:avLst/>
            <a:gdLst/>
            <a:ahLst/>
            <a:cxnLst/>
            <a:rect l="l" t="t" r="r" b="b"/>
            <a:pathLst>
              <a:path w="15297" h="11635" extrusionOk="0">
                <a:moveTo>
                  <a:pt x="8736" y="1"/>
                </a:moveTo>
                <a:cubicBezTo>
                  <a:pt x="8568" y="1"/>
                  <a:pt x="8401" y="7"/>
                  <a:pt x="8234" y="20"/>
                </a:cubicBezTo>
                <a:cubicBezTo>
                  <a:pt x="7442" y="83"/>
                  <a:pt x="6841" y="495"/>
                  <a:pt x="6112" y="811"/>
                </a:cubicBezTo>
                <a:cubicBezTo>
                  <a:pt x="5416" y="1128"/>
                  <a:pt x="4592" y="1318"/>
                  <a:pt x="3832" y="1572"/>
                </a:cubicBezTo>
                <a:cubicBezTo>
                  <a:pt x="3009" y="1857"/>
                  <a:pt x="2122" y="2142"/>
                  <a:pt x="1457" y="2712"/>
                </a:cubicBezTo>
                <a:cubicBezTo>
                  <a:pt x="950" y="3155"/>
                  <a:pt x="602" y="3725"/>
                  <a:pt x="349" y="4327"/>
                </a:cubicBezTo>
                <a:cubicBezTo>
                  <a:pt x="32" y="5055"/>
                  <a:pt x="0" y="5847"/>
                  <a:pt x="95" y="6639"/>
                </a:cubicBezTo>
                <a:cubicBezTo>
                  <a:pt x="159" y="7272"/>
                  <a:pt x="254" y="7937"/>
                  <a:pt x="539" y="8539"/>
                </a:cubicBezTo>
                <a:cubicBezTo>
                  <a:pt x="792" y="9077"/>
                  <a:pt x="1362" y="9457"/>
                  <a:pt x="1900" y="9710"/>
                </a:cubicBezTo>
                <a:cubicBezTo>
                  <a:pt x="1837" y="9679"/>
                  <a:pt x="1900" y="8760"/>
                  <a:pt x="1900" y="8634"/>
                </a:cubicBezTo>
                <a:cubicBezTo>
                  <a:pt x="1869" y="7810"/>
                  <a:pt x="1932" y="6987"/>
                  <a:pt x="2185" y="6227"/>
                </a:cubicBezTo>
                <a:cubicBezTo>
                  <a:pt x="2407" y="5467"/>
                  <a:pt x="2914" y="4992"/>
                  <a:pt x="3547" y="4517"/>
                </a:cubicBezTo>
                <a:cubicBezTo>
                  <a:pt x="3801" y="4358"/>
                  <a:pt x="4054" y="4168"/>
                  <a:pt x="4244" y="3915"/>
                </a:cubicBezTo>
                <a:cubicBezTo>
                  <a:pt x="4371" y="3820"/>
                  <a:pt x="4814" y="3282"/>
                  <a:pt x="4751" y="3092"/>
                </a:cubicBezTo>
                <a:lnTo>
                  <a:pt x="4751" y="3092"/>
                </a:lnTo>
                <a:cubicBezTo>
                  <a:pt x="5099" y="3883"/>
                  <a:pt x="5669" y="4707"/>
                  <a:pt x="6366" y="5213"/>
                </a:cubicBezTo>
                <a:cubicBezTo>
                  <a:pt x="7696" y="6195"/>
                  <a:pt x="9184" y="6892"/>
                  <a:pt x="10673" y="7462"/>
                </a:cubicBezTo>
                <a:lnTo>
                  <a:pt x="11021" y="7620"/>
                </a:lnTo>
                <a:cubicBezTo>
                  <a:pt x="11433" y="7779"/>
                  <a:pt x="11813" y="7969"/>
                  <a:pt x="12161" y="8285"/>
                </a:cubicBezTo>
                <a:cubicBezTo>
                  <a:pt x="12921" y="8950"/>
                  <a:pt x="12985" y="10027"/>
                  <a:pt x="12953" y="10977"/>
                </a:cubicBezTo>
                <a:cubicBezTo>
                  <a:pt x="12953" y="11072"/>
                  <a:pt x="12953" y="11199"/>
                  <a:pt x="12985" y="11294"/>
                </a:cubicBezTo>
                <a:cubicBezTo>
                  <a:pt x="13067" y="11542"/>
                  <a:pt x="13315" y="11635"/>
                  <a:pt x="13577" y="11635"/>
                </a:cubicBezTo>
                <a:cubicBezTo>
                  <a:pt x="13817" y="11635"/>
                  <a:pt x="14069" y="11558"/>
                  <a:pt x="14220" y="11452"/>
                </a:cubicBezTo>
                <a:cubicBezTo>
                  <a:pt x="14505" y="11199"/>
                  <a:pt x="14758" y="10851"/>
                  <a:pt x="14885" y="10502"/>
                </a:cubicBezTo>
                <a:cubicBezTo>
                  <a:pt x="15296" y="9267"/>
                  <a:pt x="15265" y="7905"/>
                  <a:pt x="15201" y="6575"/>
                </a:cubicBezTo>
                <a:cubicBezTo>
                  <a:pt x="15170" y="5847"/>
                  <a:pt x="15138" y="5087"/>
                  <a:pt x="14948" y="4390"/>
                </a:cubicBezTo>
                <a:cubicBezTo>
                  <a:pt x="14726" y="3630"/>
                  <a:pt x="14315" y="2965"/>
                  <a:pt x="13808" y="2363"/>
                </a:cubicBezTo>
                <a:cubicBezTo>
                  <a:pt x="12527" y="821"/>
                  <a:pt x="10632" y="1"/>
                  <a:pt x="8736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6" name="Google Shape;5206;p43"/>
          <p:cNvSpPr/>
          <p:nvPr/>
        </p:nvSpPr>
        <p:spPr>
          <a:xfrm>
            <a:off x="4092103" y="2973249"/>
            <a:ext cx="924002" cy="20372"/>
          </a:xfrm>
          <a:custGeom>
            <a:avLst/>
            <a:gdLst/>
            <a:ahLst/>
            <a:cxnLst/>
            <a:rect l="l" t="t" r="r" b="b"/>
            <a:pathLst>
              <a:path w="28756" h="634" extrusionOk="0">
                <a:moveTo>
                  <a:pt x="28471" y="0"/>
                </a:moveTo>
                <a:lnTo>
                  <a:pt x="222" y="64"/>
                </a:lnTo>
                <a:lnTo>
                  <a:pt x="0" y="634"/>
                </a:lnTo>
                <a:lnTo>
                  <a:pt x="28756" y="634"/>
                </a:lnTo>
                <a:lnTo>
                  <a:pt x="28471" y="0"/>
                </a:lnTo>
                <a:close/>
              </a:path>
            </a:pathLst>
          </a:custGeom>
          <a:solidFill>
            <a:srgbClr val="BDCF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7" name="Google Shape;5207;p43"/>
          <p:cNvSpPr/>
          <p:nvPr/>
        </p:nvSpPr>
        <p:spPr>
          <a:xfrm>
            <a:off x="4450284" y="3733376"/>
            <a:ext cx="480349" cy="175058"/>
          </a:xfrm>
          <a:custGeom>
            <a:avLst/>
            <a:gdLst/>
            <a:ahLst/>
            <a:cxnLst/>
            <a:rect l="l" t="t" r="r" b="b"/>
            <a:pathLst>
              <a:path w="14949" h="5448" extrusionOk="0">
                <a:moveTo>
                  <a:pt x="13460" y="1"/>
                </a:moveTo>
                <a:cubicBezTo>
                  <a:pt x="13048" y="1"/>
                  <a:pt x="12605" y="32"/>
                  <a:pt x="12161" y="64"/>
                </a:cubicBezTo>
                <a:cubicBezTo>
                  <a:pt x="10483" y="286"/>
                  <a:pt x="8868" y="951"/>
                  <a:pt x="7158" y="1141"/>
                </a:cubicBezTo>
                <a:cubicBezTo>
                  <a:pt x="6740" y="1189"/>
                  <a:pt x="6326" y="1205"/>
                  <a:pt x="5914" y="1205"/>
                </a:cubicBezTo>
                <a:cubicBezTo>
                  <a:pt x="5233" y="1205"/>
                  <a:pt x="4555" y="1161"/>
                  <a:pt x="3864" y="1141"/>
                </a:cubicBezTo>
                <a:cubicBezTo>
                  <a:pt x="3437" y="1109"/>
                  <a:pt x="2890" y="1038"/>
                  <a:pt x="2352" y="1038"/>
                </a:cubicBezTo>
                <a:cubicBezTo>
                  <a:pt x="1814" y="1038"/>
                  <a:pt x="1283" y="1109"/>
                  <a:pt x="887" y="1363"/>
                </a:cubicBezTo>
                <a:cubicBezTo>
                  <a:pt x="571" y="1553"/>
                  <a:pt x="64" y="2059"/>
                  <a:pt x="32" y="2439"/>
                </a:cubicBezTo>
                <a:cubicBezTo>
                  <a:pt x="1" y="2946"/>
                  <a:pt x="539" y="3453"/>
                  <a:pt x="887" y="3706"/>
                </a:cubicBezTo>
                <a:cubicBezTo>
                  <a:pt x="1521" y="4181"/>
                  <a:pt x="2312" y="4466"/>
                  <a:pt x="3136" y="4656"/>
                </a:cubicBezTo>
                <a:cubicBezTo>
                  <a:pt x="4213" y="4910"/>
                  <a:pt x="5353" y="5005"/>
                  <a:pt x="6366" y="5163"/>
                </a:cubicBezTo>
                <a:cubicBezTo>
                  <a:pt x="6809" y="5258"/>
                  <a:pt x="7253" y="5321"/>
                  <a:pt x="7728" y="5385"/>
                </a:cubicBezTo>
                <a:cubicBezTo>
                  <a:pt x="8425" y="5448"/>
                  <a:pt x="9185" y="5448"/>
                  <a:pt x="9913" y="5448"/>
                </a:cubicBezTo>
                <a:lnTo>
                  <a:pt x="11496" y="5448"/>
                </a:lnTo>
                <a:cubicBezTo>
                  <a:pt x="11781" y="5448"/>
                  <a:pt x="12098" y="5448"/>
                  <a:pt x="12351" y="5321"/>
                </a:cubicBezTo>
                <a:cubicBezTo>
                  <a:pt x="12636" y="5163"/>
                  <a:pt x="12827" y="4846"/>
                  <a:pt x="12985" y="4561"/>
                </a:cubicBezTo>
                <a:cubicBezTo>
                  <a:pt x="13333" y="3959"/>
                  <a:pt x="13745" y="3389"/>
                  <a:pt x="14030" y="2756"/>
                </a:cubicBezTo>
                <a:cubicBezTo>
                  <a:pt x="14188" y="2376"/>
                  <a:pt x="14252" y="2091"/>
                  <a:pt x="14505" y="1743"/>
                </a:cubicBezTo>
                <a:cubicBezTo>
                  <a:pt x="14727" y="1426"/>
                  <a:pt x="14948" y="1014"/>
                  <a:pt x="14790" y="603"/>
                </a:cubicBezTo>
                <a:cubicBezTo>
                  <a:pt x="14600" y="128"/>
                  <a:pt x="13967" y="32"/>
                  <a:pt x="13460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8" name="Google Shape;5208;p43"/>
          <p:cNvSpPr/>
          <p:nvPr/>
        </p:nvSpPr>
        <p:spPr>
          <a:xfrm>
            <a:off x="4461466" y="3733376"/>
            <a:ext cx="469167" cy="160823"/>
          </a:xfrm>
          <a:custGeom>
            <a:avLst/>
            <a:gdLst/>
            <a:ahLst/>
            <a:cxnLst/>
            <a:rect l="l" t="t" r="r" b="b"/>
            <a:pathLst>
              <a:path w="14601" h="5005" extrusionOk="0">
                <a:moveTo>
                  <a:pt x="13112" y="1"/>
                </a:moveTo>
                <a:cubicBezTo>
                  <a:pt x="12700" y="1"/>
                  <a:pt x="12257" y="32"/>
                  <a:pt x="11813" y="64"/>
                </a:cubicBezTo>
                <a:cubicBezTo>
                  <a:pt x="10135" y="286"/>
                  <a:pt x="8520" y="951"/>
                  <a:pt x="6810" y="1141"/>
                </a:cubicBezTo>
                <a:cubicBezTo>
                  <a:pt x="6409" y="1184"/>
                  <a:pt x="6003" y="1201"/>
                  <a:pt x="5595" y="1201"/>
                </a:cubicBezTo>
                <a:cubicBezTo>
                  <a:pt x="5100" y="1201"/>
                  <a:pt x="4604" y="1176"/>
                  <a:pt x="4118" y="1141"/>
                </a:cubicBezTo>
                <a:cubicBezTo>
                  <a:pt x="3453" y="1458"/>
                  <a:pt x="1109" y="2218"/>
                  <a:pt x="1" y="3231"/>
                </a:cubicBezTo>
                <a:cubicBezTo>
                  <a:pt x="159" y="3421"/>
                  <a:pt x="381" y="3579"/>
                  <a:pt x="539" y="3706"/>
                </a:cubicBezTo>
                <a:cubicBezTo>
                  <a:pt x="1173" y="4181"/>
                  <a:pt x="1964" y="4466"/>
                  <a:pt x="2788" y="4656"/>
                </a:cubicBezTo>
                <a:cubicBezTo>
                  <a:pt x="3453" y="4814"/>
                  <a:pt x="4150" y="4910"/>
                  <a:pt x="4846" y="5005"/>
                </a:cubicBezTo>
                <a:cubicBezTo>
                  <a:pt x="7126" y="4593"/>
                  <a:pt x="9375" y="3896"/>
                  <a:pt x="11592" y="3358"/>
                </a:cubicBezTo>
                <a:cubicBezTo>
                  <a:pt x="12257" y="3168"/>
                  <a:pt x="12954" y="3009"/>
                  <a:pt x="13650" y="2819"/>
                </a:cubicBezTo>
                <a:cubicBezTo>
                  <a:pt x="13650" y="2788"/>
                  <a:pt x="13650" y="2788"/>
                  <a:pt x="13682" y="2756"/>
                </a:cubicBezTo>
                <a:cubicBezTo>
                  <a:pt x="13840" y="2376"/>
                  <a:pt x="13904" y="2059"/>
                  <a:pt x="14157" y="1743"/>
                </a:cubicBezTo>
                <a:cubicBezTo>
                  <a:pt x="14379" y="1426"/>
                  <a:pt x="14600" y="1014"/>
                  <a:pt x="14442" y="603"/>
                </a:cubicBezTo>
                <a:cubicBezTo>
                  <a:pt x="14252" y="128"/>
                  <a:pt x="13650" y="1"/>
                  <a:pt x="13112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9" name="Google Shape;5209;p43"/>
          <p:cNvSpPr/>
          <p:nvPr/>
        </p:nvSpPr>
        <p:spPr>
          <a:xfrm>
            <a:off x="4097180" y="2964092"/>
            <a:ext cx="913848" cy="613634"/>
          </a:xfrm>
          <a:custGeom>
            <a:avLst/>
            <a:gdLst/>
            <a:ahLst/>
            <a:cxnLst/>
            <a:rect l="l" t="t" r="r" b="b"/>
            <a:pathLst>
              <a:path w="28440" h="19097" extrusionOk="0">
                <a:moveTo>
                  <a:pt x="570" y="0"/>
                </a:moveTo>
                <a:cubicBezTo>
                  <a:pt x="254" y="0"/>
                  <a:pt x="0" y="285"/>
                  <a:pt x="32" y="634"/>
                </a:cubicBezTo>
                <a:lnTo>
                  <a:pt x="1806" y="19096"/>
                </a:lnTo>
                <a:lnTo>
                  <a:pt x="26634" y="19096"/>
                </a:lnTo>
                <a:lnTo>
                  <a:pt x="28408" y="634"/>
                </a:lnTo>
                <a:cubicBezTo>
                  <a:pt x="28439" y="285"/>
                  <a:pt x="28186" y="0"/>
                  <a:pt x="27837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0" name="Google Shape;5210;p43"/>
          <p:cNvSpPr/>
          <p:nvPr/>
        </p:nvSpPr>
        <p:spPr>
          <a:xfrm>
            <a:off x="4670102" y="3734436"/>
            <a:ext cx="305291" cy="190385"/>
          </a:xfrm>
          <a:custGeom>
            <a:avLst/>
            <a:gdLst/>
            <a:ahLst/>
            <a:cxnLst/>
            <a:rect l="l" t="t" r="r" b="b"/>
            <a:pathLst>
              <a:path w="9501" h="5925" extrusionOk="0">
                <a:moveTo>
                  <a:pt x="4954" y="1"/>
                </a:moveTo>
                <a:cubicBezTo>
                  <a:pt x="4094" y="1"/>
                  <a:pt x="3211" y="222"/>
                  <a:pt x="2280" y="696"/>
                </a:cubicBezTo>
                <a:cubicBezTo>
                  <a:pt x="2914" y="1013"/>
                  <a:pt x="3484" y="1583"/>
                  <a:pt x="3484" y="2280"/>
                </a:cubicBezTo>
                <a:cubicBezTo>
                  <a:pt x="3484" y="3008"/>
                  <a:pt x="3294" y="3705"/>
                  <a:pt x="2787" y="4243"/>
                </a:cubicBezTo>
                <a:cubicBezTo>
                  <a:pt x="2154" y="4940"/>
                  <a:pt x="950" y="5162"/>
                  <a:pt x="0" y="5225"/>
                </a:cubicBezTo>
                <a:cubicBezTo>
                  <a:pt x="950" y="5415"/>
                  <a:pt x="1362" y="5637"/>
                  <a:pt x="2185" y="5732"/>
                </a:cubicBezTo>
                <a:cubicBezTo>
                  <a:pt x="2882" y="5795"/>
                  <a:pt x="3325" y="5890"/>
                  <a:pt x="4022" y="5922"/>
                </a:cubicBezTo>
                <a:cubicBezTo>
                  <a:pt x="4076" y="5924"/>
                  <a:pt x="4130" y="5925"/>
                  <a:pt x="4184" y="5925"/>
                </a:cubicBezTo>
                <a:cubicBezTo>
                  <a:pt x="4985" y="5925"/>
                  <a:pt x="5780" y="5708"/>
                  <a:pt x="6492" y="5352"/>
                </a:cubicBezTo>
                <a:cubicBezTo>
                  <a:pt x="8171" y="4465"/>
                  <a:pt x="9501" y="1931"/>
                  <a:pt x="7474" y="633"/>
                </a:cubicBezTo>
                <a:cubicBezTo>
                  <a:pt x="7316" y="538"/>
                  <a:pt x="7157" y="475"/>
                  <a:pt x="6999" y="411"/>
                </a:cubicBezTo>
                <a:cubicBezTo>
                  <a:pt x="6322" y="143"/>
                  <a:pt x="5645" y="1"/>
                  <a:pt x="4954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1" name="Google Shape;5211;p43"/>
          <p:cNvSpPr/>
          <p:nvPr/>
        </p:nvSpPr>
        <p:spPr>
          <a:xfrm>
            <a:off x="4090046" y="2981379"/>
            <a:ext cx="928083" cy="613634"/>
          </a:xfrm>
          <a:custGeom>
            <a:avLst/>
            <a:gdLst/>
            <a:ahLst/>
            <a:cxnLst/>
            <a:rect l="l" t="t" r="r" b="b"/>
            <a:pathLst>
              <a:path w="28883" h="19097" extrusionOk="0">
                <a:moveTo>
                  <a:pt x="602" y="1"/>
                </a:moveTo>
                <a:cubicBezTo>
                  <a:pt x="254" y="1"/>
                  <a:pt x="1" y="286"/>
                  <a:pt x="32" y="602"/>
                </a:cubicBezTo>
                <a:lnTo>
                  <a:pt x="1837" y="19097"/>
                </a:lnTo>
                <a:lnTo>
                  <a:pt x="27046" y="19097"/>
                </a:lnTo>
                <a:lnTo>
                  <a:pt x="28851" y="602"/>
                </a:lnTo>
                <a:cubicBezTo>
                  <a:pt x="28883" y="286"/>
                  <a:pt x="28630" y="1"/>
                  <a:pt x="282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2" name="Google Shape;5212;p43"/>
          <p:cNvSpPr/>
          <p:nvPr/>
        </p:nvSpPr>
        <p:spPr>
          <a:xfrm>
            <a:off x="4149074" y="3593985"/>
            <a:ext cx="809032" cy="36663"/>
          </a:xfrm>
          <a:custGeom>
            <a:avLst/>
            <a:gdLst/>
            <a:ahLst/>
            <a:cxnLst/>
            <a:rect l="l" t="t" r="r" b="b"/>
            <a:pathLst>
              <a:path w="25178" h="1141" extrusionOk="0">
                <a:moveTo>
                  <a:pt x="0" y="0"/>
                </a:moveTo>
                <a:lnTo>
                  <a:pt x="0" y="1140"/>
                </a:lnTo>
                <a:lnTo>
                  <a:pt x="25177" y="1140"/>
                </a:lnTo>
                <a:lnTo>
                  <a:pt x="25177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3" name="Google Shape;5213;p43"/>
          <p:cNvSpPr/>
          <p:nvPr/>
        </p:nvSpPr>
        <p:spPr>
          <a:xfrm>
            <a:off x="4486353" y="3238118"/>
            <a:ext cx="120111" cy="112207"/>
          </a:xfrm>
          <a:custGeom>
            <a:avLst/>
            <a:gdLst/>
            <a:ahLst/>
            <a:cxnLst/>
            <a:rect l="l" t="t" r="r" b="b"/>
            <a:pathLst>
              <a:path w="3738" h="3492" extrusionOk="0">
                <a:moveTo>
                  <a:pt x="1841" y="0"/>
                </a:moveTo>
                <a:cubicBezTo>
                  <a:pt x="1003" y="0"/>
                  <a:pt x="270" y="625"/>
                  <a:pt x="127" y="1481"/>
                </a:cubicBezTo>
                <a:cubicBezTo>
                  <a:pt x="0" y="2431"/>
                  <a:pt x="665" y="3317"/>
                  <a:pt x="1615" y="3476"/>
                </a:cubicBezTo>
                <a:cubicBezTo>
                  <a:pt x="1693" y="3486"/>
                  <a:pt x="1771" y="3491"/>
                  <a:pt x="1848" y="3491"/>
                </a:cubicBezTo>
                <a:cubicBezTo>
                  <a:pt x="2706" y="3491"/>
                  <a:pt x="3463" y="2859"/>
                  <a:pt x="3579" y="1987"/>
                </a:cubicBezTo>
                <a:cubicBezTo>
                  <a:pt x="3737" y="1037"/>
                  <a:pt x="3072" y="150"/>
                  <a:pt x="2122" y="24"/>
                </a:cubicBezTo>
                <a:cubicBezTo>
                  <a:pt x="2028" y="8"/>
                  <a:pt x="1934" y="0"/>
                  <a:pt x="1841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4" name="Google Shape;5214;p43"/>
          <p:cNvSpPr/>
          <p:nvPr/>
        </p:nvSpPr>
        <p:spPr>
          <a:xfrm>
            <a:off x="3628945" y="3333165"/>
            <a:ext cx="1012688" cy="548213"/>
          </a:xfrm>
          <a:custGeom>
            <a:avLst/>
            <a:gdLst/>
            <a:ahLst/>
            <a:cxnLst/>
            <a:rect l="l" t="t" r="r" b="b"/>
            <a:pathLst>
              <a:path w="31516" h="17061" extrusionOk="0">
                <a:moveTo>
                  <a:pt x="4773" y="0"/>
                </a:moveTo>
                <a:cubicBezTo>
                  <a:pt x="2249" y="0"/>
                  <a:pt x="1" y="2254"/>
                  <a:pt x="1018" y="5045"/>
                </a:cubicBezTo>
                <a:cubicBezTo>
                  <a:pt x="1493" y="6312"/>
                  <a:pt x="2633" y="7420"/>
                  <a:pt x="3742" y="8181"/>
                </a:cubicBezTo>
                <a:cubicBezTo>
                  <a:pt x="8587" y="11442"/>
                  <a:pt x="14382" y="13248"/>
                  <a:pt x="19924" y="14831"/>
                </a:cubicBezTo>
                <a:cubicBezTo>
                  <a:pt x="21128" y="15179"/>
                  <a:pt x="22268" y="15559"/>
                  <a:pt x="23471" y="15908"/>
                </a:cubicBezTo>
                <a:cubicBezTo>
                  <a:pt x="24643" y="16256"/>
                  <a:pt x="25847" y="16573"/>
                  <a:pt x="27050" y="16826"/>
                </a:cubicBezTo>
                <a:cubicBezTo>
                  <a:pt x="27303" y="16889"/>
                  <a:pt x="27588" y="16921"/>
                  <a:pt x="27842" y="16984"/>
                </a:cubicBezTo>
                <a:cubicBezTo>
                  <a:pt x="27968" y="16984"/>
                  <a:pt x="28127" y="17016"/>
                  <a:pt x="28253" y="17016"/>
                </a:cubicBezTo>
                <a:cubicBezTo>
                  <a:pt x="28343" y="17039"/>
                  <a:pt x="28433" y="17061"/>
                  <a:pt x="28522" y="17061"/>
                </a:cubicBezTo>
                <a:cubicBezTo>
                  <a:pt x="28559" y="17061"/>
                  <a:pt x="28596" y="17057"/>
                  <a:pt x="28633" y="17048"/>
                </a:cubicBezTo>
                <a:cubicBezTo>
                  <a:pt x="28887" y="17016"/>
                  <a:pt x="29140" y="16889"/>
                  <a:pt x="29393" y="16794"/>
                </a:cubicBezTo>
                <a:cubicBezTo>
                  <a:pt x="29647" y="16699"/>
                  <a:pt x="29900" y="16573"/>
                  <a:pt x="30154" y="16478"/>
                </a:cubicBezTo>
                <a:cubicBezTo>
                  <a:pt x="30565" y="16256"/>
                  <a:pt x="30945" y="16066"/>
                  <a:pt x="31262" y="15718"/>
                </a:cubicBezTo>
                <a:cubicBezTo>
                  <a:pt x="31325" y="15623"/>
                  <a:pt x="31389" y="15528"/>
                  <a:pt x="31452" y="15433"/>
                </a:cubicBezTo>
                <a:cubicBezTo>
                  <a:pt x="31484" y="15338"/>
                  <a:pt x="31515" y="15179"/>
                  <a:pt x="31452" y="15084"/>
                </a:cubicBezTo>
                <a:cubicBezTo>
                  <a:pt x="31420" y="14989"/>
                  <a:pt x="31294" y="14926"/>
                  <a:pt x="31230" y="14894"/>
                </a:cubicBezTo>
                <a:cubicBezTo>
                  <a:pt x="31040" y="14736"/>
                  <a:pt x="30882" y="14609"/>
                  <a:pt x="30692" y="14514"/>
                </a:cubicBezTo>
                <a:cubicBezTo>
                  <a:pt x="30312" y="14261"/>
                  <a:pt x="29900" y="14039"/>
                  <a:pt x="29488" y="13818"/>
                </a:cubicBezTo>
                <a:cubicBezTo>
                  <a:pt x="28855" y="13501"/>
                  <a:pt x="28158" y="13248"/>
                  <a:pt x="27525" y="12931"/>
                </a:cubicBezTo>
                <a:cubicBezTo>
                  <a:pt x="27493" y="12931"/>
                  <a:pt x="27462" y="12899"/>
                  <a:pt x="27430" y="12899"/>
                </a:cubicBezTo>
                <a:cubicBezTo>
                  <a:pt x="25910" y="12107"/>
                  <a:pt x="24390" y="11221"/>
                  <a:pt x="22901" y="10366"/>
                </a:cubicBezTo>
                <a:cubicBezTo>
                  <a:pt x="22110" y="9891"/>
                  <a:pt x="21286" y="9416"/>
                  <a:pt x="20494" y="8972"/>
                </a:cubicBezTo>
                <a:cubicBezTo>
                  <a:pt x="15681" y="6249"/>
                  <a:pt x="11500" y="2448"/>
                  <a:pt x="6402" y="327"/>
                </a:cubicBezTo>
                <a:cubicBezTo>
                  <a:pt x="5866" y="103"/>
                  <a:pt x="5313" y="0"/>
                  <a:pt x="4773" y="0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5" name="Google Shape;5215;p43"/>
          <p:cNvSpPr/>
          <p:nvPr/>
        </p:nvSpPr>
        <p:spPr>
          <a:xfrm>
            <a:off x="4675179" y="3333230"/>
            <a:ext cx="804116" cy="509075"/>
          </a:xfrm>
          <a:custGeom>
            <a:avLst/>
            <a:gdLst/>
            <a:ahLst/>
            <a:cxnLst/>
            <a:rect l="l" t="t" r="r" b="b"/>
            <a:pathLst>
              <a:path w="25025" h="15843" extrusionOk="0">
                <a:moveTo>
                  <a:pt x="20239" y="1"/>
                </a:moveTo>
                <a:cubicBezTo>
                  <a:pt x="19703" y="1"/>
                  <a:pt x="19154" y="103"/>
                  <a:pt x="18622" y="325"/>
                </a:cubicBezTo>
                <a:cubicBezTo>
                  <a:pt x="13523" y="2446"/>
                  <a:pt x="9343" y="6247"/>
                  <a:pt x="4529" y="8970"/>
                </a:cubicBezTo>
                <a:cubicBezTo>
                  <a:pt x="3737" y="9414"/>
                  <a:pt x="2914" y="9889"/>
                  <a:pt x="2122" y="10364"/>
                </a:cubicBezTo>
                <a:cubicBezTo>
                  <a:pt x="1426" y="10744"/>
                  <a:pt x="729" y="11155"/>
                  <a:pt x="0" y="11567"/>
                </a:cubicBezTo>
                <a:lnTo>
                  <a:pt x="1742" y="15842"/>
                </a:lnTo>
                <a:cubicBezTo>
                  <a:pt x="2851" y="15526"/>
                  <a:pt x="3959" y="15146"/>
                  <a:pt x="5067" y="14829"/>
                </a:cubicBezTo>
                <a:cubicBezTo>
                  <a:pt x="10641" y="13246"/>
                  <a:pt x="16437" y="11440"/>
                  <a:pt x="21282" y="8179"/>
                </a:cubicBezTo>
                <a:cubicBezTo>
                  <a:pt x="22390" y="7418"/>
                  <a:pt x="23531" y="6310"/>
                  <a:pt x="24006" y="5043"/>
                </a:cubicBezTo>
                <a:cubicBezTo>
                  <a:pt x="25024" y="2274"/>
                  <a:pt x="22767" y="1"/>
                  <a:pt x="20239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6" name="Google Shape;5216;p43"/>
          <p:cNvSpPr/>
          <p:nvPr/>
        </p:nvSpPr>
        <p:spPr>
          <a:xfrm>
            <a:off x="4413653" y="3704906"/>
            <a:ext cx="317533" cy="180167"/>
          </a:xfrm>
          <a:custGeom>
            <a:avLst/>
            <a:gdLst/>
            <a:ahLst/>
            <a:cxnLst/>
            <a:rect l="l" t="t" r="r" b="b"/>
            <a:pathLst>
              <a:path w="9882" h="5607" extrusionOk="0">
                <a:moveTo>
                  <a:pt x="8139" y="0"/>
                </a:moveTo>
                <a:cubicBezTo>
                  <a:pt x="7348" y="443"/>
                  <a:pt x="6524" y="918"/>
                  <a:pt x="5733" y="1330"/>
                </a:cubicBezTo>
                <a:cubicBezTo>
                  <a:pt x="4877" y="1774"/>
                  <a:pt x="0" y="3452"/>
                  <a:pt x="1331" y="5225"/>
                </a:cubicBezTo>
                <a:cubicBezTo>
                  <a:pt x="1584" y="5574"/>
                  <a:pt x="2091" y="5605"/>
                  <a:pt x="2534" y="5605"/>
                </a:cubicBezTo>
                <a:cubicBezTo>
                  <a:pt x="2594" y="5606"/>
                  <a:pt x="2654" y="5607"/>
                  <a:pt x="2714" y="5607"/>
                </a:cubicBezTo>
                <a:cubicBezTo>
                  <a:pt x="5153" y="5607"/>
                  <a:pt x="7532" y="4986"/>
                  <a:pt x="9881" y="4275"/>
                </a:cubicBezTo>
                <a:lnTo>
                  <a:pt x="8139" y="0"/>
                </a:ln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7" name="Google Shape;5217;p43"/>
          <p:cNvSpPr/>
          <p:nvPr/>
        </p:nvSpPr>
        <p:spPr>
          <a:xfrm>
            <a:off x="4144993" y="3724218"/>
            <a:ext cx="451847" cy="136402"/>
          </a:xfrm>
          <a:custGeom>
            <a:avLst/>
            <a:gdLst/>
            <a:ahLst/>
            <a:cxnLst/>
            <a:rect l="l" t="t" r="r" b="b"/>
            <a:pathLst>
              <a:path w="14062" h="4245" extrusionOk="0">
                <a:moveTo>
                  <a:pt x="10008" y="1"/>
                </a:moveTo>
                <a:cubicBezTo>
                  <a:pt x="9217" y="191"/>
                  <a:pt x="8456" y="349"/>
                  <a:pt x="7633" y="413"/>
                </a:cubicBezTo>
                <a:cubicBezTo>
                  <a:pt x="7364" y="432"/>
                  <a:pt x="7095" y="441"/>
                  <a:pt x="6826" y="441"/>
                </a:cubicBezTo>
                <a:cubicBezTo>
                  <a:pt x="5595" y="441"/>
                  <a:pt x="4364" y="269"/>
                  <a:pt x="3132" y="269"/>
                </a:cubicBezTo>
                <a:cubicBezTo>
                  <a:pt x="2922" y="269"/>
                  <a:pt x="2713" y="274"/>
                  <a:pt x="2503" y="286"/>
                </a:cubicBezTo>
                <a:cubicBezTo>
                  <a:pt x="2059" y="317"/>
                  <a:pt x="1648" y="381"/>
                  <a:pt x="1204" y="476"/>
                </a:cubicBezTo>
                <a:cubicBezTo>
                  <a:pt x="729" y="571"/>
                  <a:pt x="127" y="793"/>
                  <a:pt x="32" y="1299"/>
                </a:cubicBezTo>
                <a:cubicBezTo>
                  <a:pt x="1" y="1363"/>
                  <a:pt x="1" y="1458"/>
                  <a:pt x="32" y="1521"/>
                </a:cubicBezTo>
                <a:cubicBezTo>
                  <a:pt x="1299" y="1933"/>
                  <a:pt x="2598" y="2313"/>
                  <a:pt x="3864" y="2661"/>
                </a:cubicBezTo>
                <a:cubicBezTo>
                  <a:pt x="5606" y="3168"/>
                  <a:pt x="7380" y="3769"/>
                  <a:pt x="9153" y="4244"/>
                </a:cubicBezTo>
                <a:cubicBezTo>
                  <a:pt x="10135" y="3864"/>
                  <a:pt x="11243" y="3579"/>
                  <a:pt x="12225" y="3136"/>
                </a:cubicBezTo>
                <a:cubicBezTo>
                  <a:pt x="12922" y="2819"/>
                  <a:pt x="13555" y="2471"/>
                  <a:pt x="14062" y="1996"/>
                </a:cubicBezTo>
                <a:cubicBezTo>
                  <a:pt x="12953" y="1394"/>
                  <a:pt x="11750" y="919"/>
                  <a:pt x="11370" y="729"/>
                </a:cubicBezTo>
                <a:cubicBezTo>
                  <a:pt x="10927" y="476"/>
                  <a:pt x="10452" y="254"/>
                  <a:pt x="10008" y="1"/>
                </a:cubicBezTo>
                <a:close/>
              </a:path>
            </a:pathLst>
          </a:custGeom>
          <a:solidFill>
            <a:srgbClr val="CB7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8" name="Google Shape;5218;p43"/>
          <p:cNvSpPr/>
          <p:nvPr/>
        </p:nvSpPr>
        <p:spPr>
          <a:xfrm>
            <a:off x="3628913" y="3333230"/>
            <a:ext cx="804116" cy="509075"/>
          </a:xfrm>
          <a:custGeom>
            <a:avLst/>
            <a:gdLst/>
            <a:ahLst/>
            <a:cxnLst/>
            <a:rect l="l" t="t" r="r" b="b"/>
            <a:pathLst>
              <a:path w="25025" h="15843" extrusionOk="0">
                <a:moveTo>
                  <a:pt x="4902" y="1"/>
                </a:moveTo>
                <a:cubicBezTo>
                  <a:pt x="2343" y="1"/>
                  <a:pt x="0" y="2274"/>
                  <a:pt x="1019" y="5043"/>
                </a:cubicBezTo>
                <a:cubicBezTo>
                  <a:pt x="1494" y="6310"/>
                  <a:pt x="2634" y="7418"/>
                  <a:pt x="3743" y="8179"/>
                </a:cubicBezTo>
                <a:cubicBezTo>
                  <a:pt x="8588" y="11440"/>
                  <a:pt x="14383" y="13246"/>
                  <a:pt x="19957" y="14829"/>
                </a:cubicBezTo>
                <a:cubicBezTo>
                  <a:pt x="21066" y="15146"/>
                  <a:pt x="22174" y="15526"/>
                  <a:pt x="23282" y="15842"/>
                </a:cubicBezTo>
                <a:lnTo>
                  <a:pt x="25024" y="11535"/>
                </a:lnTo>
                <a:cubicBezTo>
                  <a:pt x="24327" y="11155"/>
                  <a:pt x="23599" y="10744"/>
                  <a:pt x="22902" y="10364"/>
                </a:cubicBezTo>
                <a:cubicBezTo>
                  <a:pt x="22111" y="9889"/>
                  <a:pt x="21319" y="9382"/>
                  <a:pt x="20495" y="8939"/>
                </a:cubicBezTo>
                <a:cubicBezTo>
                  <a:pt x="15713" y="6215"/>
                  <a:pt x="11628" y="2446"/>
                  <a:pt x="6529" y="325"/>
                </a:cubicBezTo>
                <a:cubicBezTo>
                  <a:pt x="5997" y="103"/>
                  <a:pt x="5445" y="1"/>
                  <a:pt x="4902" y="1"/>
                </a:cubicBez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9" name="Google Shape;5219;p43"/>
          <p:cNvSpPr/>
          <p:nvPr/>
        </p:nvSpPr>
        <p:spPr>
          <a:xfrm>
            <a:off x="4191810" y="3739834"/>
            <a:ext cx="463029" cy="168599"/>
          </a:xfrm>
          <a:custGeom>
            <a:avLst/>
            <a:gdLst/>
            <a:ahLst/>
            <a:cxnLst/>
            <a:rect l="l" t="t" r="r" b="b"/>
            <a:pathLst>
              <a:path w="14410" h="5247" extrusionOk="0">
                <a:moveTo>
                  <a:pt x="2585" y="1"/>
                </a:moveTo>
                <a:cubicBezTo>
                  <a:pt x="2218" y="1"/>
                  <a:pt x="1854" y="67"/>
                  <a:pt x="1489" y="243"/>
                </a:cubicBezTo>
                <a:cubicBezTo>
                  <a:pt x="1204" y="370"/>
                  <a:pt x="982" y="560"/>
                  <a:pt x="729" y="782"/>
                </a:cubicBezTo>
                <a:cubicBezTo>
                  <a:pt x="539" y="940"/>
                  <a:pt x="381" y="1098"/>
                  <a:pt x="254" y="1320"/>
                </a:cubicBezTo>
                <a:cubicBezTo>
                  <a:pt x="1" y="1732"/>
                  <a:pt x="191" y="2143"/>
                  <a:pt x="381" y="2555"/>
                </a:cubicBezTo>
                <a:cubicBezTo>
                  <a:pt x="666" y="3188"/>
                  <a:pt x="1046" y="3758"/>
                  <a:pt x="1394" y="4360"/>
                </a:cubicBezTo>
                <a:cubicBezTo>
                  <a:pt x="1552" y="4645"/>
                  <a:pt x="1742" y="4962"/>
                  <a:pt x="2059" y="5120"/>
                </a:cubicBezTo>
                <a:cubicBezTo>
                  <a:pt x="2312" y="5247"/>
                  <a:pt x="2629" y="5247"/>
                  <a:pt x="2914" y="5247"/>
                </a:cubicBezTo>
                <a:lnTo>
                  <a:pt x="4498" y="5247"/>
                </a:lnTo>
                <a:cubicBezTo>
                  <a:pt x="5226" y="5247"/>
                  <a:pt x="5954" y="5247"/>
                  <a:pt x="6683" y="5184"/>
                </a:cubicBezTo>
                <a:cubicBezTo>
                  <a:pt x="7126" y="5120"/>
                  <a:pt x="7601" y="5057"/>
                  <a:pt x="8045" y="4962"/>
                </a:cubicBezTo>
                <a:cubicBezTo>
                  <a:pt x="9058" y="4804"/>
                  <a:pt x="10198" y="4709"/>
                  <a:pt x="11275" y="4455"/>
                </a:cubicBezTo>
                <a:cubicBezTo>
                  <a:pt x="12098" y="4265"/>
                  <a:pt x="12858" y="3980"/>
                  <a:pt x="13492" y="3505"/>
                </a:cubicBezTo>
                <a:cubicBezTo>
                  <a:pt x="13840" y="3252"/>
                  <a:pt x="14410" y="2745"/>
                  <a:pt x="14347" y="2238"/>
                </a:cubicBezTo>
                <a:cubicBezTo>
                  <a:pt x="14315" y="1858"/>
                  <a:pt x="13808" y="1352"/>
                  <a:pt x="13492" y="1162"/>
                </a:cubicBezTo>
                <a:cubicBezTo>
                  <a:pt x="13112" y="908"/>
                  <a:pt x="12589" y="837"/>
                  <a:pt x="12051" y="837"/>
                </a:cubicBezTo>
                <a:cubicBezTo>
                  <a:pt x="11512" y="837"/>
                  <a:pt x="10958" y="908"/>
                  <a:pt x="10515" y="940"/>
                </a:cubicBezTo>
                <a:cubicBezTo>
                  <a:pt x="9844" y="960"/>
                  <a:pt x="9161" y="1004"/>
                  <a:pt x="8481" y="1004"/>
                </a:cubicBezTo>
                <a:cubicBezTo>
                  <a:pt x="8070" y="1004"/>
                  <a:pt x="7659" y="988"/>
                  <a:pt x="7253" y="940"/>
                </a:cubicBezTo>
                <a:cubicBezTo>
                  <a:pt x="6239" y="845"/>
                  <a:pt x="5258" y="560"/>
                  <a:pt x="4276" y="307"/>
                </a:cubicBezTo>
                <a:cubicBezTo>
                  <a:pt x="3703" y="154"/>
                  <a:pt x="3142" y="1"/>
                  <a:pt x="2585" y="1"/>
                </a:cubicBezTo>
                <a:close/>
              </a:path>
            </a:pathLst>
          </a:custGeom>
          <a:solidFill>
            <a:srgbClr val="E29F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0" name="Google Shape;5220;p43"/>
          <p:cNvSpPr/>
          <p:nvPr/>
        </p:nvSpPr>
        <p:spPr>
          <a:xfrm>
            <a:off x="4125681" y="3734436"/>
            <a:ext cx="305291" cy="190385"/>
          </a:xfrm>
          <a:custGeom>
            <a:avLst/>
            <a:gdLst/>
            <a:ahLst/>
            <a:cxnLst/>
            <a:rect l="l" t="t" r="r" b="b"/>
            <a:pathLst>
              <a:path w="9501" h="5925" extrusionOk="0">
                <a:moveTo>
                  <a:pt x="4557" y="1"/>
                </a:moveTo>
                <a:cubicBezTo>
                  <a:pt x="3862" y="1"/>
                  <a:pt x="3179" y="143"/>
                  <a:pt x="2502" y="411"/>
                </a:cubicBezTo>
                <a:cubicBezTo>
                  <a:pt x="2344" y="475"/>
                  <a:pt x="2185" y="538"/>
                  <a:pt x="2027" y="633"/>
                </a:cubicBezTo>
                <a:cubicBezTo>
                  <a:pt x="0" y="1931"/>
                  <a:pt x="1330" y="4465"/>
                  <a:pt x="3009" y="5352"/>
                </a:cubicBezTo>
                <a:cubicBezTo>
                  <a:pt x="3721" y="5708"/>
                  <a:pt x="4516" y="5925"/>
                  <a:pt x="5317" y="5925"/>
                </a:cubicBezTo>
                <a:cubicBezTo>
                  <a:pt x="5371" y="5925"/>
                  <a:pt x="5425" y="5924"/>
                  <a:pt x="5479" y="5922"/>
                </a:cubicBezTo>
                <a:cubicBezTo>
                  <a:pt x="6176" y="5890"/>
                  <a:pt x="6619" y="5795"/>
                  <a:pt x="7316" y="5732"/>
                </a:cubicBezTo>
                <a:cubicBezTo>
                  <a:pt x="8139" y="5637"/>
                  <a:pt x="8551" y="5415"/>
                  <a:pt x="9501" y="5225"/>
                </a:cubicBezTo>
                <a:cubicBezTo>
                  <a:pt x="8551" y="5162"/>
                  <a:pt x="7347" y="4940"/>
                  <a:pt x="6714" y="4243"/>
                </a:cubicBezTo>
                <a:cubicBezTo>
                  <a:pt x="6207" y="3705"/>
                  <a:pt x="6017" y="3008"/>
                  <a:pt x="6017" y="2280"/>
                </a:cubicBezTo>
                <a:cubicBezTo>
                  <a:pt x="6017" y="1583"/>
                  <a:pt x="6587" y="1013"/>
                  <a:pt x="7221" y="696"/>
                </a:cubicBezTo>
                <a:cubicBezTo>
                  <a:pt x="6307" y="222"/>
                  <a:pt x="5423" y="1"/>
                  <a:pt x="4557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1" name="Google Shape;5221;p43"/>
          <p:cNvSpPr/>
          <p:nvPr/>
        </p:nvSpPr>
        <p:spPr>
          <a:xfrm>
            <a:off x="5514705" y="3490165"/>
            <a:ext cx="201503" cy="289032"/>
          </a:xfrm>
          <a:custGeom>
            <a:avLst/>
            <a:gdLst/>
            <a:ahLst/>
            <a:cxnLst/>
            <a:rect l="l" t="t" r="r" b="b"/>
            <a:pathLst>
              <a:path w="6271" h="8995" extrusionOk="0">
                <a:moveTo>
                  <a:pt x="0" y="1"/>
                </a:moveTo>
                <a:lnTo>
                  <a:pt x="0" y="7316"/>
                </a:lnTo>
                <a:cubicBezTo>
                  <a:pt x="0" y="8235"/>
                  <a:pt x="729" y="8995"/>
                  <a:pt x="1679" y="8995"/>
                </a:cubicBezTo>
                <a:lnTo>
                  <a:pt x="4592" y="8995"/>
                </a:lnTo>
                <a:cubicBezTo>
                  <a:pt x="5511" y="8995"/>
                  <a:pt x="6271" y="8235"/>
                  <a:pt x="6271" y="7316"/>
                </a:cubicBezTo>
                <a:lnTo>
                  <a:pt x="6271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2" name="Google Shape;5222;p43"/>
          <p:cNvSpPr/>
          <p:nvPr/>
        </p:nvSpPr>
        <p:spPr>
          <a:xfrm>
            <a:off x="5641918" y="3555297"/>
            <a:ext cx="175058" cy="178110"/>
          </a:xfrm>
          <a:custGeom>
            <a:avLst/>
            <a:gdLst/>
            <a:ahLst/>
            <a:cxnLst/>
            <a:rect l="l" t="t" r="r" b="b"/>
            <a:pathLst>
              <a:path w="5448" h="5543" extrusionOk="0">
                <a:moveTo>
                  <a:pt x="2724" y="1014"/>
                </a:moveTo>
                <a:cubicBezTo>
                  <a:pt x="3705" y="1014"/>
                  <a:pt x="4497" y="1806"/>
                  <a:pt x="4497" y="2788"/>
                </a:cubicBezTo>
                <a:cubicBezTo>
                  <a:pt x="4497" y="3769"/>
                  <a:pt x="3705" y="4561"/>
                  <a:pt x="2724" y="4561"/>
                </a:cubicBezTo>
                <a:cubicBezTo>
                  <a:pt x="1773" y="4561"/>
                  <a:pt x="982" y="3769"/>
                  <a:pt x="982" y="2788"/>
                </a:cubicBezTo>
                <a:cubicBezTo>
                  <a:pt x="982" y="1806"/>
                  <a:pt x="1773" y="1014"/>
                  <a:pt x="2724" y="1014"/>
                </a:cubicBezTo>
                <a:close/>
                <a:moveTo>
                  <a:pt x="2724" y="1"/>
                </a:moveTo>
                <a:cubicBezTo>
                  <a:pt x="1235" y="1"/>
                  <a:pt x="0" y="1236"/>
                  <a:pt x="0" y="2788"/>
                </a:cubicBezTo>
                <a:cubicBezTo>
                  <a:pt x="0" y="4308"/>
                  <a:pt x="1235" y="5543"/>
                  <a:pt x="2724" y="5543"/>
                </a:cubicBezTo>
                <a:cubicBezTo>
                  <a:pt x="4244" y="5543"/>
                  <a:pt x="5447" y="4308"/>
                  <a:pt x="5447" y="2788"/>
                </a:cubicBezTo>
                <a:cubicBezTo>
                  <a:pt x="5447" y="1236"/>
                  <a:pt x="4244" y="1"/>
                  <a:pt x="2724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3" name="Google Shape;5223;p43"/>
          <p:cNvSpPr/>
          <p:nvPr/>
        </p:nvSpPr>
        <p:spPr>
          <a:xfrm>
            <a:off x="5534049" y="3507484"/>
            <a:ext cx="21400" cy="161819"/>
          </a:xfrm>
          <a:custGeom>
            <a:avLst/>
            <a:gdLst/>
            <a:ahLst/>
            <a:cxnLst/>
            <a:rect l="l" t="t" r="r" b="b"/>
            <a:pathLst>
              <a:path w="666" h="5036" extrusionOk="0">
                <a:moveTo>
                  <a:pt x="317" y="0"/>
                </a:moveTo>
                <a:cubicBezTo>
                  <a:pt x="127" y="0"/>
                  <a:pt x="0" y="159"/>
                  <a:pt x="0" y="317"/>
                </a:cubicBezTo>
                <a:lnTo>
                  <a:pt x="0" y="4687"/>
                </a:lnTo>
                <a:cubicBezTo>
                  <a:pt x="0" y="4877"/>
                  <a:pt x="127" y="5036"/>
                  <a:pt x="317" y="5036"/>
                </a:cubicBezTo>
                <a:cubicBezTo>
                  <a:pt x="507" y="5036"/>
                  <a:pt x="665" y="4877"/>
                  <a:pt x="665" y="4687"/>
                </a:cubicBezTo>
                <a:lnTo>
                  <a:pt x="665" y="317"/>
                </a:lnTo>
                <a:cubicBezTo>
                  <a:pt x="665" y="159"/>
                  <a:pt x="507" y="0"/>
                  <a:pt x="31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4" name="Google Shape;5224;p43"/>
          <p:cNvSpPr/>
          <p:nvPr/>
        </p:nvSpPr>
        <p:spPr>
          <a:xfrm>
            <a:off x="5618493" y="3490165"/>
            <a:ext cx="97715" cy="289032"/>
          </a:xfrm>
          <a:custGeom>
            <a:avLst/>
            <a:gdLst/>
            <a:ahLst/>
            <a:cxnLst/>
            <a:rect l="l" t="t" r="r" b="b"/>
            <a:pathLst>
              <a:path w="3041" h="8995" extrusionOk="0">
                <a:moveTo>
                  <a:pt x="1584" y="1"/>
                </a:moveTo>
                <a:lnTo>
                  <a:pt x="1584" y="7411"/>
                </a:lnTo>
                <a:cubicBezTo>
                  <a:pt x="1584" y="8298"/>
                  <a:pt x="856" y="8995"/>
                  <a:pt x="1" y="8995"/>
                </a:cubicBezTo>
                <a:lnTo>
                  <a:pt x="1457" y="8995"/>
                </a:lnTo>
                <a:cubicBezTo>
                  <a:pt x="2312" y="8995"/>
                  <a:pt x="3041" y="8267"/>
                  <a:pt x="3041" y="7411"/>
                </a:cubicBezTo>
                <a:lnTo>
                  <a:pt x="3041" y="1"/>
                </a:lnTo>
                <a:close/>
              </a:path>
            </a:pathLst>
          </a:custGeom>
          <a:solidFill>
            <a:srgbClr val="DD91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0" name="Google Shape;5230;p43"/>
          <p:cNvSpPr/>
          <p:nvPr/>
        </p:nvSpPr>
        <p:spPr>
          <a:xfrm>
            <a:off x="742129" y="2671011"/>
            <a:ext cx="205584" cy="362294"/>
          </a:xfrm>
          <a:custGeom>
            <a:avLst/>
            <a:gdLst/>
            <a:ahLst/>
            <a:cxnLst/>
            <a:rect l="l" t="t" r="r" b="b"/>
            <a:pathLst>
              <a:path w="6398" h="11275" extrusionOk="0">
                <a:moveTo>
                  <a:pt x="2724" y="2439"/>
                </a:moveTo>
                <a:lnTo>
                  <a:pt x="2724" y="4529"/>
                </a:lnTo>
                <a:cubicBezTo>
                  <a:pt x="2312" y="4371"/>
                  <a:pt x="2027" y="4181"/>
                  <a:pt x="1869" y="4022"/>
                </a:cubicBezTo>
                <a:cubicBezTo>
                  <a:pt x="1711" y="3864"/>
                  <a:pt x="1616" y="3642"/>
                  <a:pt x="1616" y="3389"/>
                </a:cubicBezTo>
                <a:cubicBezTo>
                  <a:pt x="1616" y="3136"/>
                  <a:pt x="1711" y="2914"/>
                  <a:pt x="1901" y="2756"/>
                </a:cubicBezTo>
                <a:cubicBezTo>
                  <a:pt x="2091" y="2597"/>
                  <a:pt x="2376" y="2471"/>
                  <a:pt x="2724" y="2439"/>
                </a:cubicBezTo>
                <a:close/>
                <a:moveTo>
                  <a:pt x="3642" y="6398"/>
                </a:moveTo>
                <a:cubicBezTo>
                  <a:pt x="4054" y="6556"/>
                  <a:pt x="4371" y="6714"/>
                  <a:pt x="4529" y="6873"/>
                </a:cubicBezTo>
                <a:cubicBezTo>
                  <a:pt x="4719" y="7063"/>
                  <a:pt x="4814" y="7253"/>
                  <a:pt x="4814" y="7538"/>
                </a:cubicBezTo>
                <a:cubicBezTo>
                  <a:pt x="4814" y="8076"/>
                  <a:pt x="4434" y="8424"/>
                  <a:pt x="3642" y="8551"/>
                </a:cubicBezTo>
                <a:lnTo>
                  <a:pt x="3642" y="6398"/>
                </a:lnTo>
                <a:close/>
                <a:moveTo>
                  <a:pt x="2724" y="1"/>
                </a:moveTo>
                <a:lnTo>
                  <a:pt x="2724" y="1141"/>
                </a:lnTo>
                <a:cubicBezTo>
                  <a:pt x="1901" y="1236"/>
                  <a:pt x="1236" y="1457"/>
                  <a:pt x="761" y="1869"/>
                </a:cubicBezTo>
                <a:cubicBezTo>
                  <a:pt x="285" y="2281"/>
                  <a:pt x="32" y="2787"/>
                  <a:pt x="32" y="3389"/>
                </a:cubicBezTo>
                <a:cubicBezTo>
                  <a:pt x="32" y="3991"/>
                  <a:pt x="222" y="4466"/>
                  <a:pt x="570" y="4846"/>
                </a:cubicBezTo>
                <a:cubicBezTo>
                  <a:pt x="887" y="5258"/>
                  <a:pt x="1426" y="5574"/>
                  <a:pt x="2154" y="5859"/>
                </a:cubicBezTo>
                <a:lnTo>
                  <a:pt x="2724" y="6081"/>
                </a:lnTo>
                <a:lnTo>
                  <a:pt x="2724" y="8614"/>
                </a:lnTo>
                <a:cubicBezTo>
                  <a:pt x="2312" y="8614"/>
                  <a:pt x="1869" y="8519"/>
                  <a:pt x="1362" y="8393"/>
                </a:cubicBezTo>
                <a:cubicBezTo>
                  <a:pt x="824" y="8266"/>
                  <a:pt x="380" y="8108"/>
                  <a:pt x="0" y="7918"/>
                </a:cubicBezTo>
                <a:lnTo>
                  <a:pt x="0" y="9343"/>
                </a:lnTo>
                <a:cubicBezTo>
                  <a:pt x="697" y="9660"/>
                  <a:pt x="1616" y="9850"/>
                  <a:pt x="2724" y="9850"/>
                </a:cubicBezTo>
                <a:lnTo>
                  <a:pt x="2724" y="11275"/>
                </a:lnTo>
                <a:lnTo>
                  <a:pt x="3642" y="11275"/>
                </a:lnTo>
                <a:lnTo>
                  <a:pt x="3642" y="9818"/>
                </a:lnTo>
                <a:cubicBezTo>
                  <a:pt x="4529" y="9723"/>
                  <a:pt x="5226" y="9470"/>
                  <a:pt x="5701" y="9026"/>
                </a:cubicBezTo>
                <a:cubicBezTo>
                  <a:pt x="6176" y="8614"/>
                  <a:pt x="6398" y="8076"/>
                  <a:pt x="6398" y="7411"/>
                </a:cubicBezTo>
                <a:cubicBezTo>
                  <a:pt x="6398" y="6904"/>
                  <a:pt x="6239" y="6461"/>
                  <a:pt x="5923" y="6081"/>
                </a:cubicBezTo>
                <a:cubicBezTo>
                  <a:pt x="5574" y="5733"/>
                  <a:pt x="5004" y="5384"/>
                  <a:pt x="4149" y="5068"/>
                </a:cubicBezTo>
                <a:lnTo>
                  <a:pt x="3642" y="4846"/>
                </a:lnTo>
                <a:lnTo>
                  <a:pt x="3642" y="2407"/>
                </a:lnTo>
                <a:cubicBezTo>
                  <a:pt x="4339" y="2471"/>
                  <a:pt x="5036" y="2629"/>
                  <a:pt x="5733" y="2914"/>
                </a:cubicBezTo>
                <a:lnTo>
                  <a:pt x="6239" y="1679"/>
                </a:lnTo>
                <a:cubicBezTo>
                  <a:pt x="5416" y="1331"/>
                  <a:pt x="4529" y="1141"/>
                  <a:pt x="3642" y="1109"/>
                </a:cubicBezTo>
                <a:lnTo>
                  <a:pt x="364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1" name="Google Shape;5231;p43"/>
          <p:cNvSpPr/>
          <p:nvPr/>
        </p:nvSpPr>
        <p:spPr>
          <a:xfrm>
            <a:off x="536578" y="2939478"/>
            <a:ext cx="2281438" cy="1458495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40" y="0"/>
                </a:lnTo>
                <a:cubicBezTo>
                  <a:pt x="5321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21" y="23878"/>
                  <a:pt x="11940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2" name="Google Shape;5232;p43"/>
          <p:cNvSpPr/>
          <p:nvPr/>
        </p:nvSpPr>
        <p:spPr>
          <a:xfrm>
            <a:off x="322865" y="2939479"/>
            <a:ext cx="2345575" cy="1458494"/>
          </a:xfrm>
          <a:custGeom>
            <a:avLst/>
            <a:gdLst/>
            <a:ahLst/>
            <a:cxnLst/>
            <a:rect l="l" t="t" r="r" b="b"/>
            <a:pathLst>
              <a:path w="67931" h="23880" extrusionOk="0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2" y="23879"/>
                </a:lnTo>
                <a:cubicBezTo>
                  <a:pt x="62611" y="23879"/>
                  <a:pt x="67931" y="18527"/>
                  <a:pt x="67931" y="11940"/>
                </a:cubicBezTo>
                <a:cubicBezTo>
                  <a:pt x="67931" y="5353"/>
                  <a:pt x="62611" y="1"/>
                  <a:pt x="55992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CEC61C-70ED-947E-8977-E5E80510C36B}"/>
              </a:ext>
            </a:extLst>
          </p:cNvPr>
          <p:cNvGrpSpPr/>
          <p:nvPr/>
        </p:nvGrpSpPr>
        <p:grpSpPr>
          <a:xfrm>
            <a:off x="467397" y="3382633"/>
            <a:ext cx="730661" cy="714402"/>
            <a:chOff x="514181" y="3930798"/>
            <a:chExt cx="730661" cy="714402"/>
          </a:xfrm>
        </p:grpSpPr>
        <p:sp>
          <p:nvSpPr>
            <p:cNvPr id="5233" name="Google Shape;5233;p43"/>
            <p:cNvSpPr/>
            <p:nvPr/>
          </p:nvSpPr>
          <p:spPr>
            <a:xfrm>
              <a:off x="571184" y="3971510"/>
              <a:ext cx="673658" cy="673690"/>
            </a:xfrm>
            <a:custGeom>
              <a:avLst/>
              <a:gdLst/>
              <a:ahLst/>
              <a:cxnLst/>
              <a:rect l="l" t="t" r="r" b="b"/>
              <a:pathLst>
                <a:path w="20965" h="20966" extrusionOk="0">
                  <a:moveTo>
                    <a:pt x="10483" y="0"/>
                  </a:moveTo>
                  <a:cubicBezTo>
                    <a:pt x="4687" y="0"/>
                    <a:pt x="0" y="4687"/>
                    <a:pt x="0" y="10483"/>
                  </a:cubicBezTo>
                  <a:cubicBezTo>
                    <a:pt x="0" y="16278"/>
                    <a:pt x="4687" y="20965"/>
                    <a:pt x="10483" y="20965"/>
                  </a:cubicBezTo>
                  <a:cubicBezTo>
                    <a:pt x="16246" y="20965"/>
                    <a:pt x="20965" y="16278"/>
                    <a:pt x="20965" y="10483"/>
                  </a:cubicBezTo>
                  <a:cubicBezTo>
                    <a:pt x="20965" y="4687"/>
                    <a:pt x="16246" y="0"/>
                    <a:pt x="1048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43"/>
            <p:cNvSpPr/>
            <p:nvPr/>
          </p:nvSpPr>
          <p:spPr>
            <a:xfrm>
              <a:off x="514181" y="3930798"/>
              <a:ext cx="673690" cy="673690"/>
            </a:xfrm>
            <a:custGeom>
              <a:avLst/>
              <a:gdLst/>
              <a:ahLst/>
              <a:cxnLst/>
              <a:rect l="l" t="t" r="r" b="b"/>
              <a:pathLst>
                <a:path w="20966" h="20966" extrusionOk="0">
                  <a:moveTo>
                    <a:pt x="10483" y="1"/>
                  </a:moveTo>
                  <a:cubicBezTo>
                    <a:pt x="4688" y="1"/>
                    <a:pt x="1" y="4688"/>
                    <a:pt x="1" y="10483"/>
                  </a:cubicBezTo>
                  <a:cubicBezTo>
                    <a:pt x="1" y="16278"/>
                    <a:pt x="4688" y="20965"/>
                    <a:pt x="10483" y="20965"/>
                  </a:cubicBezTo>
                  <a:cubicBezTo>
                    <a:pt x="16278" y="20965"/>
                    <a:pt x="20965" y="16278"/>
                    <a:pt x="20965" y="10483"/>
                  </a:cubicBezTo>
                  <a:cubicBezTo>
                    <a:pt x="20965" y="4688"/>
                    <a:pt x="16278" y="1"/>
                    <a:pt x="104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43"/>
            <p:cNvSpPr/>
            <p:nvPr/>
          </p:nvSpPr>
          <p:spPr>
            <a:xfrm>
              <a:off x="567103" y="3983720"/>
              <a:ext cx="567846" cy="567846"/>
            </a:xfrm>
            <a:custGeom>
              <a:avLst/>
              <a:gdLst/>
              <a:ahLst/>
              <a:cxnLst/>
              <a:rect l="l" t="t" r="r" b="b"/>
              <a:pathLst>
                <a:path w="17672" h="17672" extrusionOk="0">
                  <a:moveTo>
                    <a:pt x="8836" y="0"/>
                  </a:moveTo>
                  <a:cubicBezTo>
                    <a:pt x="3959" y="0"/>
                    <a:pt x="0" y="3959"/>
                    <a:pt x="0" y="8836"/>
                  </a:cubicBezTo>
                  <a:cubicBezTo>
                    <a:pt x="0" y="13713"/>
                    <a:pt x="3959" y="17672"/>
                    <a:pt x="8836" y="17672"/>
                  </a:cubicBezTo>
                  <a:cubicBezTo>
                    <a:pt x="13713" y="17672"/>
                    <a:pt x="17672" y="13713"/>
                    <a:pt x="17672" y="8836"/>
                  </a:cubicBezTo>
                  <a:cubicBezTo>
                    <a:pt x="17672" y="3959"/>
                    <a:pt x="13713" y="0"/>
                    <a:pt x="88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43"/>
            <p:cNvSpPr/>
            <p:nvPr/>
          </p:nvSpPr>
          <p:spPr>
            <a:xfrm>
              <a:off x="667839" y="4151612"/>
              <a:ext cx="367403" cy="48874"/>
            </a:xfrm>
            <a:custGeom>
              <a:avLst/>
              <a:gdLst/>
              <a:ahLst/>
              <a:cxnLst/>
              <a:rect l="l" t="t" r="r" b="b"/>
              <a:pathLst>
                <a:path w="11434" h="1521" extrusionOk="0">
                  <a:moveTo>
                    <a:pt x="1" y="1"/>
                  </a:moveTo>
                  <a:lnTo>
                    <a:pt x="1" y="1521"/>
                  </a:lnTo>
                  <a:lnTo>
                    <a:pt x="11433" y="1521"/>
                  </a:lnTo>
                  <a:lnTo>
                    <a:pt x="114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43"/>
            <p:cNvSpPr/>
            <p:nvPr/>
          </p:nvSpPr>
          <p:spPr>
            <a:xfrm>
              <a:off x="667839" y="4210640"/>
              <a:ext cx="367403" cy="219851"/>
            </a:xfrm>
            <a:custGeom>
              <a:avLst/>
              <a:gdLst/>
              <a:ahLst/>
              <a:cxnLst/>
              <a:rect l="l" t="t" r="r" b="b"/>
              <a:pathLst>
                <a:path w="11434" h="6842" extrusionOk="0">
                  <a:moveTo>
                    <a:pt x="2882" y="1331"/>
                  </a:moveTo>
                  <a:lnTo>
                    <a:pt x="2882" y="2977"/>
                  </a:lnTo>
                  <a:lnTo>
                    <a:pt x="1236" y="2977"/>
                  </a:lnTo>
                  <a:lnTo>
                    <a:pt x="1236" y="1331"/>
                  </a:lnTo>
                  <a:close/>
                  <a:moveTo>
                    <a:pt x="5258" y="1331"/>
                  </a:moveTo>
                  <a:lnTo>
                    <a:pt x="5258" y="2977"/>
                  </a:lnTo>
                  <a:lnTo>
                    <a:pt x="3611" y="2977"/>
                  </a:lnTo>
                  <a:lnTo>
                    <a:pt x="3611" y="1331"/>
                  </a:lnTo>
                  <a:close/>
                  <a:moveTo>
                    <a:pt x="7633" y="1331"/>
                  </a:moveTo>
                  <a:lnTo>
                    <a:pt x="7633" y="2977"/>
                  </a:lnTo>
                  <a:lnTo>
                    <a:pt x="6018" y="2977"/>
                  </a:lnTo>
                  <a:lnTo>
                    <a:pt x="6018" y="1331"/>
                  </a:lnTo>
                  <a:close/>
                  <a:moveTo>
                    <a:pt x="10008" y="1331"/>
                  </a:moveTo>
                  <a:lnTo>
                    <a:pt x="10008" y="2977"/>
                  </a:lnTo>
                  <a:lnTo>
                    <a:pt x="8393" y="2977"/>
                  </a:lnTo>
                  <a:lnTo>
                    <a:pt x="8393" y="1331"/>
                  </a:lnTo>
                  <a:close/>
                  <a:moveTo>
                    <a:pt x="2882" y="3737"/>
                  </a:moveTo>
                  <a:lnTo>
                    <a:pt x="2882" y="5353"/>
                  </a:lnTo>
                  <a:lnTo>
                    <a:pt x="1236" y="5353"/>
                  </a:lnTo>
                  <a:lnTo>
                    <a:pt x="1236" y="3737"/>
                  </a:lnTo>
                  <a:close/>
                  <a:moveTo>
                    <a:pt x="5258" y="3737"/>
                  </a:moveTo>
                  <a:lnTo>
                    <a:pt x="5258" y="5353"/>
                  </a:lnTo>
                  <a:lnTo>
                    <a:pt x="3611" y="5353"/>
                  </a:lnTo>
                  <a:lnTo>
                    <a:pt x="3611" y="3737"/>
                  </a:lnTo>
                  <a:close/>
                  <a:moveTo>
                    <a:pt x="7633" y="3737"/>
                  </a:moveTo>
                  <a:lnTo>
                    <a:pt x="7633" y="5353"/>
                  </a:lnTo>
                  <a:lnTo>
                    <a:pt x="6018" y="5353"/>
                  </a:lnTo>
                  <a:lnTo>
                    <a:pt x="6018" y="3737"/>
                  </a:lnTo>
                  <a:close/>
                  <a:moveTo>
                    <a:pt x="10008" y="3737"/>
                  </a:moveTo>
                  <a:lnTo>
                    <a:pt x="10008" y="5353"/>
                  </a:lnTo>
                  <a:lnTo>
                    <a:pt x="8393" y="5353"/>
                  </a:lnTo>
                  <a:lnTo>
                    <a:pt x="8393" y="3737"/>
                  </a:lnTo>
                  <a:close/>
                  <a:moveTo>
                    <a:pt x="1" y="1"/>
                  </a:moveTo>
                  <a:lnTo>
                    <a:pt x="1" y="6841"/>
                  </a:lnTo>
                  <a:lnTo>
                    <a:pt x="11433" y="6841"/>
                  </a:lnTo>
                  <a:lnTo>
                    <a:pt x="114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43"/>
            <p:cNvSpPr/>
            <p:nvPr/>
          </p:nvSpPr>
          <p:spPr>
            <a:xfrm>
              <a:off x="724842" y="4104795"/>
              <a:ext cx="35635" cy="86533"/>
            </a:xfrm>
            <a:custGeom>
              <a:avLst/>
              <a:gdLst/>
              <a:ahLst/>
              <a:cxnLst/>
              <a:rect l="l" t="t" r="r" b="b"/>
              <a:pathLst>
                <a:path w="1109" h="2693" extrusionOk="0">
                  <a:moveTo>
                    <a:pt x="538" y="1"/>
                  </a:moveTo>
                  <a:cubicBezTo>
                    <a:pt x="253" y="1"/>
                    <a:pt x="0" y="223"/>
                    <a:pt x="0" y="539"/>
                  </a:cubicBezTo>
                  <a:lnTo>
                    <a:pt x="0" y="2154"/>
                  </a:lnTo>
                  <a:cubicBezTo>
                    <a:pt x="0" y="2471"/>
                    <a:pt x="253" y="2693"/>
                    <a:pt x="538" y="2693"/>
                  </a:cubicBezTo>
                  <a:lnTo>
                    <a:pt x="570" y="2693"/>
                  </a:lnTo>
                  <a:cubicBezTo>
                    <a:pt x="855" y="2693"/>
                    <a:pt x="1108" y="2471"/>
                    <a:pt x="1108" y="2154"/>
                  </a:cubicBezTo>
                  <a:lnTo>
                    <a:pt x="1108" y="539"/>
                  </a:lnTo>
                  <a:cubicBezTo>
                    <a:pt x="1108" y="223"/>
                    <a:pt x="855" y="1"/>
                    <a:pt x="5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43"/>
            <p:cNvSpPr/>
            <p:nvPr/>
          </p:nvSpPr>
          <p:spPr>
            <a:xfrm>
              <a:off x="942604" y="4104795"/>
              <a:ext cx="34607" cy="86533"/>
            </a:xfrm>
            <a:custGeom>
              <a:avLst/>
              <a:gdLst/>
              <a:ahLst/>
              <a:cxnLst/>
              <a:rect l="l" t="t" r="r" b="b"/>
              <a:pathLst>
                <a:path w="1077" h="2693" extrusionOk="0">
                  <a:moveTo>
                    <a:pt x="539" y="1"/>
                  </a:moveTo>
                  <a:cubicBezTo>
                    <a:pt x="254" y="1"/>
                    <a:pt x="0" y="223"/>
                    <a:pt x="0" y="539"/>
                  </a:cubicBezTo>
                  <a:lnTo>
                    <a:pt x="0" y="2154"/>
                  </a:lnTo>
                  <a:cubicBezTo>
                    <a:pt x="0" y="2471"/>
                    <a:pt x="254" y="2693"/>
                    <a:pt x="539" y="2693"/>
                  </a:cubicBezTo>
                  <a:cubicBezTo>
                    <a:pt x="855" y="2693"/>
                    <a:pt x="1077" y="2471"/>
                    <a:pt x="1077" y="2154"/>
                  </a:cubicBezTo>
                  <a:lnTo>
                    <a:pt x="1077" y="539"/>
                  </a:lnTo>
                  <a:cubicBezTo>
                    <a:pt x="1077" y="223"/>
                    <a:pt x="855" y="1"/>
                    <a:pt x="5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40" name="Google Shape;5240;p43"/>
          <p:cNvSpPr/>
          <p:nvPr/>
        </p:nvSpPr>
        <p:spPr>
          <a:xfrm flipH="1">
            <a:off x="6175154" y="1144621"/>
            <a:ext cx="2435130" cy="1624073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9"/>
                  <a:pt x="11939" y="23879"/>
                </a:cubicBezTo>
                <a:lnTo>
                  <a:pt x="55991" y="23879"/>
                </a:lnTo>
                <a:cubicBezTo>
                  <a:pt x="62578" y="23879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1" name="Google Shape;5241;p43"/>
          <p:cNvSpPr/>
          <p:nvPr/>
        </p:nvSpPr>
        <p:spPr>
          <a:xfrm flipH="1">
            <a:off x="6298285" y="1127301"/>
            <a:ext cx="2641738" cy="1624106"/>
          </a:xfrm>
          <a:custGeom>
            <a:avLst/>
            <a:gdLst/>
            <a:ahLst/>
            <a:cxnLst/>
            <a:rect l="l" t="t" r="r" b="b"/>
            <a:pathLst>
              <a:path w="67963" h="23848" extrusionOk="0">
                <a:moveTo>
                  <a:pt x="11940" y="0"/>
                </a:moveTo>
                <a:cubicBezTo>
                  <a:pt x="5353" y="0"/>
                  <a:pt x="1" y="5321"/>
                  <a:pt x="1" y="11908"/>
                </a:cubicBezTo>
                <a:cubicBezTo>
                  <a:pt x="1" y="18527"/>
                  <a:pt x="5353" y="23847"/>
                  <a:pt x="11940" y="23847"/>
                </a:cubicBezTo>
                <a:lnTo>
                  <a:pt x="55991" y="23847"/>
                </a:lnTo>
                <a:cubicBezTo>
                  <a:pt x="62610" y="23847"/>
                  <a:pt x="67931" y="18527"/>
                  <a:pt x="67962" y="11908"/>
                </a:cubicBezTo>
                <a:cubicBezTo>
                  <a:pt x="67962" y="5321"/>
                  <a:pt x="62610" y="0"/>
                  <a:pt x="56023" y="0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25EE93-3470-B506-32F4-E62719F1A844}"/>
              </a:ext>
            </a:extLst>
          </p:cNvPr>
          <p:cNvGrpSpPr/>
          <p:nvPr/>
        </p:nvGrpSpPr>
        <p:grpSpPr>
          <a:xfrm>
            <a:off x="8100949" y="1604583"/>
            <a:ext cx="729665" cy="714402"/>
            <a:chOff x="7902021" y="1128330"/>
            <a:chExt cx="729665" cy="714402"/>
          </a:xfrm>
        </p:grpSpPr>
        <p:sp>
          <p:nvSpPr>
            <p:cNvPr id="5242" name="Google Shape;5242;p43"/>
            <p:cNvSpPr/>
            <p:nvPr/>
          </p:nvSpPr>
          <p:spPr>
            <a:xfrm flipH="1">
              <a:off x="7902021" y="1169042"/>
              <a:ext cx="673690" cy="673690"/>
            </a:xfrm>
            <a:custGeom>
              <a:avLst/>
              <a:gdLst/>
              <a:ahLst/>
              <a:cxnLst/>
              <a:rect l="l" t="t" r="r" b="b"/>
              <a:pathLst>
                <a:path w="20966" h="20966" extrusionOk="0">
                  <a:moveTo>
                    <a:pt x="10483" y="0"/>
                  </a:moveTo>
                  <a:cubicBezTo>
                    <a:pt x="4688" y="0"/>
                    <a:pt x="1" y="4719"/>
                    <a:pt x="1" y="10483"/>
                  </a:cubicBezTo>
                  <a:cubicBezTo>
                    <a:pt x="1" y="16278"/>
                    <a:pt x="4688" y="20965"/>
                    <a:pt x="10483" y="20965"/>
                  </a:cubicBezTo>
                  <a:cubicBezTo>
                    <a:pt x="16279" y="20965"/>
                    <a:pt x="20966" y="16278"/>
                    <a:pt x="20966" y="10483"/>
                  </a:cubicBezTo>
                  <a:cubicBezTo>
                    <a:pt x="20966" y="4719"/>
                    <a:pt x="16279" y="0"/>
                    <a:pt x="1048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43"/>
            <p:cNvSpPr/>
            <p:nvPr/>
          </p:nvSpPr>
          <p:spPr>
            <a:xfrm flipH="1">
              <a:off x="7957996" y="1128330"/>
              <a:ext cx="673690" cy="673690"/>
            </a:xfrm>
            <a:custGeom>
              <a:avLst/>
              <a:gdLst/>
              <a:ahLst/>
              <a:cxnLst/>
              <a:rect l="l" t="t" r="r" b="b"/>
              <a:pathLst>
                <a:path w="20966" h="20966" extrusionOk="0">
                  <a:moveTo>
                    <a:pt x="10483" y="0"/>
                  </a:moveTo>
                  <a:cubicBezTo>
                    <a:pt x="4688" y="0"/>
                    <a:pt x="1" y="4719"/>
                    <a:pt x="1" y="10483"/>
                  </a:cubicBezTo>
                  <a:cubicBezTo>
                    <a:pt x="1" y="16278"/>
                    <a:pt x="4688" y="20965"/>
                    <a:pt x="10483" y="20965"/>
                  </a:cubicBezTo>
                  <a:cubicBezTo>
                    <a:pt x="16247" y="20965"/>
                    <a:pt x="20966" y="16278"/>
                    <a:pt x="20966" y="10483"/>
                  </a:cubicBezTo>
                  <a:cubicBezTo>
                    <a:pt x="20966" y="4719"/>
                    <a:pt x="16247" y="0"/>
                    <a:pt x="104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43"/>
            <p:cNvSpPr/>
            <p:nvPr/>
          </p:nvSpPr>
          <p:spPr>
            <a:xfrm flipH="1">
              <a:off x="8011915" y="1182248"/>
              <a:ext cx="566849" cy="566849"/>
            </a:xfrm>
            <a:custGeom>
              <a:avLst/>
              <a:gdLst/>
              <a:ahLst/>
              <a:cxnLst/>
              <a:rect l="l" t="t" r="r" b="b"/>
              <a:pathLst>
                <a:path w="17641" h="17641" extrusionOk="0">
                  <a:moveTo>
                    <a:pt x="8836" y="1"/>
                  </a:moveTo>
                  <a:cubicBezTo>
                    <a:pt x="3959" y="1"/>
                    <a:pt x="1" y="3928"/>
                    <a:pt x="1" y="8805"/>
                  </a:cubicBezTo>
                  <a:cubicBezTo>
                    <a:pt x="1" y="13682"/>
                    <a:pt x="3959" y="17640"/>
                    <a:pt x="8836" y="17640"/>
                  </a:cubicBezTo>
                  <a:cubicBezTo>
                    <a:pt x="13713" y="17640"/>
                    <a:pt x="17640" y="13682"/>
                    <a:pt x="17640" y="8805"/>
                  </a:cubicBezTo>
                  <a:cubicBezTo>
                    <a:pt x="17640" y="3928"/>
                    <a:pt x="13713" y="1"/>
                    <a:pt x="88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43"/>
            <p:cNvSpPr/>
            <p:nvPr/>
          </p:nvSpPr>
          <p:spPr>
            <a:xfrm flipH="1">
              <a:off x="8088229" y="1261647"/>
              <a:ext cx="413192" cy="414188"/>
            </a:xfrm>
            <a:custGeom>
              <a:avLst/>
              <a:gdLst/>
              <a:ahLst/>
              <a:cxnLst/>
              <a:rect l="l" t="t" r="r" b="b"/>
              <a:pathLst>
                <a:path w="12859" h="12890" extrusionOk="0">
                  <a:moveTo>
                    <a:pt x="6429" y="380"/>
                  </a:moveTo>
                  <a:cubicBezTo>
                    <a:pt x="9755" y="380"/>
                    <a:pt x="12478" y="3104"/>
                    <a:pt x="12478" y="6429"/>
                  </a:cubicBezTo>
                  <a:cubicBezTo>
                    <a:pt x="12478" y="9786"/>
                    <a:pt x="9755" y="12509"/>
                    <a:pt x="6429" y="12509"/>
                  </a:cubicBezTo>
                  <a:cubicBezTo>
                    <a:pt x="3073" y="12509"/>
                    <a:pt x="349" y="9786"/>
                    <a:pt x="349" y="6429"/>
                  </a:cubicBezTo>
                  <a:cubicBezTo>
                    <a:pt x="349" y="3104"/>
                    <a:pt x="3073" y="380"/>
                    <a:pt x="6429" y="380"/>
                  </a:cubicBezTo>
                  <a:close/>
                  <a:moveTo>
                    <a:pt x="6429" y="0"/>
                  </a:moveTo>
                  <a:cubicBezTo>
                    <a:pt x="2883" y="0"/>
                    <a:pt x="1" y="2882"/>
                    <a:pt x="1" y="6429"/>
                  </a:cubicBezTo>
                  <a:cubicBezTo>
                    <a:pt x="1" y="9976"/>
                    <a:pt x="2883" y="12889"/>
                    <a:pt x="6429" y="12889"/>
                  </a:cubicBezTo>
                  <a:cubicBezTo>
                    <a:pt x="9976" y="12889"/>
                    <a:pt x="12858" y="9976"/>
                    <a:pt x="12858" y="6429"/>
                  </a:cubicBezTo>
                  <a:cubicBezTo>
                    <a:pt x="12858" y="2882"/>
                    <a:pt x="9976" y="0"/>
                    <a:pt x="64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43"/>
            <p:cNvSpPr/>
            <p:nvPr/>
          </p:nvSpPr>
          <p:spPr>
            <a:xfrm flipH="1">
              <a:off x="8088229" y="1261647"/>
              <a:ext cx="212717" cy="414188"/>
            </a:xfrm>
            <a:custGeom>
              <a:avLst/>
              <a:gdLst/>
              <a:ahLst/>
              <a:cxnLst/>
              <a:rect l="l" t="t" r="r" b="b"/>
              <a:pathLst>
                <a:path w="6620" h="12890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3516" y="380"/>
                    <a:pt x="6239" y="3104"/>
                    <a:pt x="6239" y="6429"/>
                  </a:cubicBezTo>
                  <a:cubicBezTo>
                    <a:pt x="6239" y="9786"/>
                    <a:pt x="3516" y="12509"/>
                    <a:pt x="190" y="12509"/>
                  </a:cubicBezTo>
                  <a:cubicBezTo>
                    <a:pt x="95" y="12509"/>
                    <a:pt x="0" y="12573"/>
                    <a:pt x="0" y="12699"/>
                  </a:cubicBezTo>
                  <a:cubicBezTo>
                    <a:pt x="0" y="12794"/>
                    <a:pt x="95" y="12889"/>
                    <a:pt x="190" y="12889"/>
                  </a:cubicBezTo>
                  <a:cubicBezTo>
                    <a:pt x="3737" y="12889"/>
                    <a:pt x="6619" y="9976"/>
                    <a:pt x="6619" y="6429"/>
                  </a:cubicBezTo>
                  <a:cubicBezTo>
                    <a:pt x="6619" y="2882"/>
                    <a:pt x="3737" y="0"/>
                    <a:pt x="1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43"/>
            <p:cNvSpPr/>
            <p:nvPr/>
          </p:nvSpPr>
          <p:spPr>
            <a:xfrm flipH="1">
              <a:off x="8177782" y="1262644"/>
              <a:ext cx="234085" cy="412164"/>
            </a:xfrm>
            <a:custGeom>
              <a:avLst/>
              <a:gdLst/>
              <a:ahLst/>
              <a:cxnLst/>
              <a:rect l="l" t="t" r="r" b="b"/>
              <a:pathLst>
                <a:path w="7285" h="12827" extrusionOk="0">
                  <a:moveTo>
                    <a:pt x="3642" y="349"/>
                  </a:moveTo>
                  <a:cubicBezTo>
                    <a:pt x="5448" y="349"/>
                    <a:pt x="6904" y="3073"/>
                    <a:pt x="6904" y="6398"/>
                  </a:cubicBezTo>
                  <a:cubicBezTo>
                    <a:pt x="6904" y="9723"/>
                    <a:pt x="5416" y="12447"/>
                    <a:pt x="3642" y="12447"/>
                  </a:cubicBezTo>
                  <a:cubicBezTo>
                    <a:pt x="1837" y="12447"/>
                    <a:pt x="381" y="9723"/>
                    <a:pt x="381" y="6398"/>
                  </a:cubicBezTo>
                  <a:cubicBezTo>
                    <a:pt x="381" y="3073"/>
                    <a:pt x="1837" y="349"/>
                    <a:pt x="3642" y="349"/>
                  </a:cubicBezTo>
                  <a:close/>
                  <a:moveTo>
                    <a:pt x="3642" y="1"/>
                  </a:moveTo>
                  <a:cubicBezTo>
                    <a:pt x="1647" y="1"/>
                    <a:pt x="1" y="2883"/>
                    <a:pt x="1" y="6398"/>
                  </a:cubicBezTo>
                  <a:cubicBezTo>
                    <a:pt x="1" y="9945"/>
                    <a:pt x="1647" y="12827"/>
                    <a:pt x="3642" y="12827"/>
                  </a:cubicBezTo>
                  <a:cubicBezTo>
                    <a:pt x="5638" y="12827"/>
                    <a:pt x="7284" y="9945"/>
                    <a:pt x="7253" y="6398"/>
                  </a:cubicBezTo>
                  <a:cubicBezTo>
                    <a:pt x="7253" y="2883"/>
                    <a:pt x="5638" y="1"/>
                    <a:pt x="36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43"/>
            <p:cNvSpPr/>
            <p:nvPr/>
          </p:nvSpPr>
          <p:spPr>
            <a:xfrm flipH="1">
              <a:off x="8177782" y="1262644"/>
              <a:ext cx="123164" cy="412164"/>
            </a:xfrm>
            <a:custGeom>
              <a:avLst/>
              <a:gdLst/>
              <a:ahLst/>
              <a:cxnLst/>
              <a:rect l="l" t="t" r="r" b="b"/>
              <a:pathLst>
                <a:path w="3833" h="12827" extrusionOk="0">
                  <a:moveTo>
                    <a:pt x="190" y="1"/>
                  </a:moveTo>
                  <a:cubicBezTo>
                    <a:pt x="95" y="1"/>
                    <a:pt x="0" y="64"/>
                    <a:pt x="0" y="191"/>
                  </a:cubicBezTo>
                  <a:cubicBezTo>
                    <a:pt x="0" y="286"/>
                    <a:pt x="95" y="381"/>
                    <a:pt x="190" y="381"/>
                  </a:cubicBezTo>
                  <a:cubicBezTo>
                    <a:pt x="1964" y="381"/>
                    <a:pt x="3452" y="3073"/>
                    <a:pt x="3452" y="6398"/>
                  </a:cubicBezTo>
                  <a:cubicBezTo>
                    <a:pt x="3452" y="9723"/>
                    <a:pt x="1964" y="12447"/>
                    <a:pt x="190" y="12447"/>
                  </a:cubicBezTo>
                  <a:cubicBezTo>
                    <a:pt x="95" y="12447"/>
                    <a:pt x="0" y="12542"/>
                    <a:pt x="0" y="12637"/>
                  </a:cubicBezTo>
                  <a:cubicBezTo>
                    <a:pt x="0" y="12732"/>
                    <a:pt x="95" y="12827"/>
                    <a:pt x="190" y="12827"/>
                  </a:cubicBezTo>
                  <a:cubicBezTo>
                    <a:pt x="2186" y="12827"/>
                    <a:pt x="3832" y="9945"/>
                    <a:pt x="3801" y="6398"/>
                  </a:cubicBezTo>
                  <a:cubicBezTo>
                    <a:pt x="3801" y="2883"/>
                    <a:pt x="2186" y="1"/>
                    <a:pt x="1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43"/>
            <p:cNvSpPr/>
            <p:nvPr/>
          </p:nvSpPr>
          <p:spPr>
            <a:xfrm flipH="1">
              <a:off x="8088229" y="1462090"/>
              <a:ext cx="413192" cy="12242"/>
            </a:xfrm>
            <a:custGeom>
              <a:avLst/>
              <a:gdLst/>
              <a:ahLst/>
              <a:cxnLst/>
              <a:rect l="l" t="t" r="r" b="b"/>
              <a:pathLst>
                <a:path w="12859" h="381" extrusionOk="0">
                  <a:moveTo>
                    <a:pt x="159" y="1"/>
                  </a:moveTo>
                  <a:cubicBezTo>
                    <a:pt x="64" y="1"/>
                    <a:pt x="1" y="96"/>
                    <a:pt x="1" y="191"/>
                  </a:cubicBezTo>
                  <a:cubicBezTo>
                    <a:pt x="1" y="286"/>
                    <a:pt x="64" y="381"/>
                    <a:pt x="159" y="381"/>
                  </a:cubicBezTo>
                  <a:lnTo>
                    <a:pt x="12668" y="381"/>
                  </a:lnTo>
                  <a:cubicBezTo>
                    <a:pt x="12763" y="381"/>
                    <a:pt x="12858" y="286"/>
                    <a:pt x="12858" y="191"/>
                  </a:cubicBezTo>
                  <a:cubicBezTo>
                    <a:pt x="12858" y="96"/>
                    <a:pt x="12763" y="1"/>
                    <a:pt x="126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43"/>
            <p:cNvSpPr/>
            <p:nvPr/>
          </p:nvSpPr>
          <p:spPr>
            <a:xfrm flipH="1">
              <a:off x="8122836" y="1349144"/>
              <a:ext cx="343978" cy="12242"/>
            </a:xfrm>
            <a:custGeom>
              <a:avLst/>
              <a:gdLst/>
              <a:ahLst/>
              <a:cxnLst/>
              <a:rect l="l" t="t" r="r" b="b"/>
              <a:pathLst>
                <a:path w="10705" h="381" extrusionOk="0">
                  <a:moveTo>
                    <a:pt x="190" y="1"/>
                  </a:moveTo>
                  <a:cubicBezTo>
                    <a:pt x="64" y="1"/>
                    <a:pt x="0" y="96"/>
                    <a:pt x="0" y="191"/>
                  </a:cubicBezTo>
                  <a:cubicBezTo>
                    <a:pt x="0" y="286"/>
                    <a:pt x="64" y="381"/>
                    <a:pt x="190" y="381"/>
                  </a:cubicBezTo>
                  <a:lnTo>
                    <a:pt x="10515" y="381"/>
                  </a:lnTo>
                  <a:cubicBezTo>
                    <a:pt x="10610" y="381"/>
                    <a:pt x="10705" y="286"/>
                    <a:pt x="10705" y="191"/>
                  </a:cubicBezTo>
                  <a:cubicBezTo>
                    <a:pt x="10705" y="96"/>
                    <a:pt x="10610" y="1"/>
                    <a:pt x="105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43"/>
            <p:cNvSpPr/>
            <p:nvPr/>
          </p:nvSpPr>
          <p:spPr>
            <a:xfrm flipH="1">
              <a:off x="8122836" y="1574040"/>
              <a:ext cx="343978" cy="12242"/>
            </a:xfrm>
            <a:custGeom>
              <a:avLst/>
              <a:gdLst/>
              <a:ahLst/>
              <a:cxnLst/>
              <a:rect l="l" t="t" r="r" b="b"/>
              <a:pathLst>
                <a:path w="10705" h="381" extrusionOk="0">
                  <a:moveTo>
                    <a:pt x="190" y="0"/>
                  </a:moveTo>
                  <a:cubicBezTo>
                    <a:pt x="64" y="0"/>
                    <a:pt x="0" y="64"/>
                    <a:pt x="0" y="190"/>
                  </a:cubicBezTo>
                  <a:cubicBezTo>
                    <a:pt x="0" y="285"/>
                    <a:pt x="64" y="380"/>
                    <a:pt x="190" y="380"/>
                  </a:cubicBezTo>
                  <a:lnTo>
                    <a:pt x="10515" y="380"/>
                  </a:lnTo>
                  <a:cubicBezTo>
                    <a:pt x="10610" y="380"/>
                    <a:pt x="10705" y="285"/>
                    <a:pt x="10705" y="190"/>
                  </a:cubicBezTo>
                  <a:cubicBezTo>
                    <a:pt x="10705" y="64"/>
                    <a:pt x="10610" y="0"/>
                    <a:pt x="10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43"/>
            <p:cNvSpPr/>
            <p:nvPr/>
          </p:nvSpPr>
          <p:spPr>
            <a:xfrm flipH="1">
              <a:off x="8288704" y="1261647"/>
              <a:ext cx="12242" cy="414188"/>
            </a:xfrm>
            <a:custGeom>
              <a:avLst/>
              <a:gdLst/>
              <a:ahLst/>
              <a:cxnLst/>
              <a:rect l="l" t="t" r="r" b="b"/>
              <a:pathLst>
                <a:path w="381" h="12890" extrusionOk="0">
                  <a:moveTo>
                    <a:pt x="190" y="0"/>
                  </a:moveTo>
                  <a:cubicBezTo>
                    <a:pt x="95" y="0"/>
                    <a:pt x="0" y="63"/>
                    <a:pt x="0" y="190"/>
                  </a:cubicBezTo>
                  <a:lnTo>
                    <a:pt x="0" y="12699"/>
                  </a:lnTo>
                  <a:cubicBezTo>
                    <a:pt x="0" y="12794"/>
                    <a:pt x="95" y="12889"/>
                    <a:pt x="190" y="12889"/>
                  </a:cubicBezTo>
                  <a:cubicBezTo>
                    <a:pt x="285" y="12889"/>
                    <a:pt x="380" y="12794"/>
                    <a:pt x="380" y="12699"/>
                  </a:cubicBezTo>
                  <a:lnTo>
                    <a:pt x="380" y="190"/>
                  </a:lnTo>
                  <a:cubicBezTo>
                    <a:pt x="380" y="63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61" name="Google Shape;5261;p43"/>
          <p:cNvSpPr/>
          <p:nvPr/>
        </p:nvSpPr>
        <p:spPr>
          <a:xfrm flipH="1">
            <a:off x="6159894" y="2956926"/>
            <a:ext cx="2435128" cy="1444386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55991" y="0"/>
                </a:moveTo>
                <a:lnTo>
                  <a:pt x="11939" y="0"/>
                </a:lnTo>
                <a:cubicBezTo>
                  <a:pt x="5352" y="0"/>
                  <a:pt x="0" y="5352"/>
                  <a:pt x="0" y="11939"/>
                </a:cubicBezTo>
                <a:lnTo>
                  <a:pt x="0" y="11939"/>
                </a:lnTo>
                <a:cubicBezTo>
                  <a:pt x="0" y="18526"/>
                  <a:pt x="5352" y="23878"/>
                  <a:pt x="11939" y="23878"/>
                </a:cubicBezTo>
                <a:lnTo>
                  <a:pt x="55991" y="23878"/>
                </a:lnTo>
                <a:cubicBezTo>
                  <a:pt x="62578" y="23878"/>
                  <a:pt x="67930" y="18526"/>
                  <a:pt x="67930" y="11939"/>
                </a:cubicBezTo>
                <a:cubicBezTo>
                  <a:pt x="67930" y="5352"/>
                  <a:pt x="62578" y="0"/>
                  <a:pt x="5599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2" name="Google Shape;5262;p43"/>
          <p:cNvSpPr/>
          <p:nvPr/>
        </p:nvSpPr>
        <p:spPr>
          <a:xfrm flipH="1">
            <a:off x="6298285" y="2964092"/>
            <a:ext cx="2641739" cy="1437220"/>
          </a:xfrm>
          <a:custGeom>
            <a:avLst/>
            <a:gdLst/>
            <a:ahLst/>
            <a:cxnLst/>
            <a:rect l="l" t="t" r="r" b="b"/>
            <a:pathLst>
              <a:path w="67963" h="23879" extrusionOk="0">
                <a:moveTo>
                  <a:pt x="11940" y="1"/>
                </a:moveTo>
                <a:cubicBezTo>
                  <a:pt x="5353" y="1"/>
                  <a:pt x="1" y="5353"/>
                  <a:pt x="1" y="11940"/>
                </a:cubicBezTo>
                <a:cubicBezTo>
                  <a:pt x="1" y="18527"/>
                  <a:pt x="5353" y="23879"/>
                  <a:pt x="11940" y="23879"/>
                </a:cubicBezTo>
                <a:lnTo>
                  <a:pt x="55991" y="23879"/>
                </a:lnTo>
                <a:cubicBezTo>
                  <a:pt x="62610" y="23879"/>
                  <a:pt x="67931" y="18527"/>
                  <a:pt x="67962" y="11940"/>
                </a:cubicBezTo>
                <a:cubicBezTo>
                  <a:pt x="67962" y="5353"/>
                  <a:pt x="62610" y="1"/>
                  <a:pt x="5602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79A5F46-04DA-A60A-31FD-6FE8B050C921}"/>
              </a:ext>
            </a:extLst>
          </p:cNvPr>
          <p:cNvGrpSpPr/>
          <p:nvPr/>
        </p:nvGrpSpPr>
        <p:grpSpPr>
          <a:xfrm>
            <a:off x="8172738" y="3308038"/>
            <a:ext cx="673690" cy="685355"/>
            <a:chOff x="7933732" y="3957788"/>
            <a:chExt cx="673690" cy="685355"/>
          </a:xfrm>
        </p:grpSpPr>
        <p:sp>
          <p:nvSpPr>
            <p:cNvPr id="5263" name="Google Shape;5263;p43"/>
            <p:cNvSpPr/>
            <p:nvPr/>
          </p:nvSpPr>
          <p:spPr>
            <a:xfrm flipH="1">
              <a:off x="7933732" y="3969485"/>
              <a:ext cx="673690" cy="673658"/>
            </a:xfrm>
            <a:custGeom>
              <a:avLst/>
              <a:gdLst/>
              <a:ahLst/>
              <a:cxnLst/>
              <a:rect l="l" t="t" r="r" b="b"/>
              <a:pathLst>
                <a:path w="20966" h="20965" extrusionOk="0">
                  <a:moveTo>
                    <a:pt x="10483" y="0"/>
                  </a:moveTo>
                  <a:cubicBezTo>
                    <a:pt x="4688" y="0"/>
                    <a:pt x="1" y="4687"/>
                    <a:pt x="1" y="10482"/>
                  </a:cubicBezTo>
                  <a:cubicBezTo>
                    <a:pt x="1" y="16278"/>
                    <a:pt x="4688" y="20965"/>
                    <a:pt x="10483" y="20965"/>
                  </a:cubicBezTo>
                  <a:cubicBezTo>
                    <a:pt x="16279" y="20965"/>
                    <a:pt x="20966" y="16278"/>
                    <a:pt x="20966" y="10482"/>
                  </a:cubicBezTo>
                  <a:cubicBezTo>
                    <a:pt x="20966" y="4687"/>
                    <a:pt x="16279" y="0"/>
                    <a:pt x="1048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43"/>
            <p:cNvSpPr/>
            <p:nvPr/>
          </p:nvSpPr>
          <p:spPr>
            <a:xfrm flipH="1">
              <a:off x="7933732" y="3957788"/>
              <a:ext cx="673690" cy="673690"/>
            </a:xfrm>
            <a:custGeom>
              <a:avLst/>
              <a:gdLst/>
              <a:ahLst/>
              <a:cxnLst/>
              <a:rect l="l" t="t" r="r" b="b"/>
              <a:pathLst>
                <a:path w="20966" h="20966" extrusionOk="0">
                  <a:moveTo>
                    <a:pt x="10483" y="0"/>
                  </a:moveTo>
                  <a:cubicBezTo>
                    <a:pt x="4688" y="0"/>
                    <a:pt x="1" y="4687"/>
                    <a:pt x="1" y="10483"/>
                  </a:cubicBezTo>
                  <a:cubicBezTo>
                    <a:pt x="1" y="16278"/>
                    <a:pt x="4688" y="20965"/>
                    <a:pt x="10483" y="20965"/>
                  </a:cubicBezTo>
                  <a:cubicBezTo>
                    <a:pt x="16247" y="20965"/>
                    <a:pt x="20966" y="16278"/>
                    <a:pt x="20966" y="10483"/>
                  </a:cubicBezTo>
                  <a:cubicBezTo>
                    <a:pt x="20966" y="4687"/>
                    <a:pt x="16247" y="0"/>
                    <a:pt x="104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5" name="Google Shape;5265;p43"/>
            <p:cNvSpPr/>
            <p:nvPr/>
          </p:nvSpPr>
          <p:spPr>
            <a:xfrm flipH="1">
              <a:off x="8040573" y="3997987"/>
              <a:ext cx="566849" cy="567846"/>
            </a:xfrm>
            <a:custGeom>
              <a:avLst/>
              <a:gdLst/>
              <a:ahLst/>
              <a:cxnLst/>
              <a:rect l="l" t="t" r="r" b="b"/>
              <a:pathLst>
                <a:path w="17641" h="17672" extrusionOk="0">
                  <a:moveTo>
                    <a:pt x="8836" y="0"/>
                  </a:moveTo>
                  <a:cubicBezTo>
                    <a:pt x="3959" y="0"/>
                    <a:pt x="1" y="3959"/>
                    <a:pt x="1" y="8836"/>
                  </a:cubicBezTo>
                  <a:cubicBezTo>
                    <a:pt x="1" y="13713"/>
                    <a:pt x="3959" y="17671"/>
                    <a:pt x="8836" y="17671"/>
                  </a:cubicBezTo>
                  <a:cubicBezTo>
                    <a:pt x="13713" y="17671"/>
                    <a:pt x="17640" y="13713"/>
                    <a:pt x="17640" y="8836"/>
                  </a:cubicBezTo>
                  <a:cubicBezTo>
                    <a:pt x="17640" y="3959"/>
                    <a:pt x="13713" y="0"/>
                    <a:pt x="88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43"/>
            <p:cNvSpPr/>
            <p:nvPr/>
          </p:nvSpPr>
          <p:spPr>
            <a:xfrm flipH="1">
              <a:off x="8280574" y="4106852"/>
              <a:ext cx="10186" cy="38688"/>
            </a:xfrm>
            <a:custGeom>
              <a:avLst/>
              <a:gdLst/>
              <a:ahLst/>
              <a:cxnLst/>
              <a:rect l="l" t="t" r="r" b="b"/>
              <a:pathLst>
                <a:path w="317" h="1204" extrusionOk="0">
                  <a:moveTo>
                    <a:pt x="317" y="1077"/>
                  </a:moveTo>
                  <a:cubicBezTo>
                    <a:pt x="317" y="1140"/>
                    <a:pt x="222" y="1204"/>
                    <a:pt x="158" y="1204"/>
                  </a:cubicBezTo>
                  <a:lnTo>
                    <a:pt x="158" y="1204"/>
                  </a:lnTo>
                  <a:cubicBezTo>
                    <a:pt x="63" y="1204"/>
                    <a:pt x="0" y="1140"/>
                    <a:pt x="0" y="1077"/>
                  </a:cubicBezTo>
                  <a:lnTo>
                    <a:pt x="0" y="159"/>
                  </a:lnTo>
                  <a:cubicBezTo>
                    <a:pt x="0" y="64"/>
                    <a:pt x="63" y="0"/>
                    <a:pt x="158" y="0"/>
                  </a:cubicBezTo>
                  <a:lnTo>
                    <a:pt x="158" y="0"/>
                  </a:lnTo>
                  <a:cubicBezTo>
                    <a:pt x="222" y="0"/>
                    <a:pt x="285" y="64"/>
                    <a:pt x="285" y="159"/>
                  </a:cubicBezTo>
                  <a:lnTo>
                    <a:pt x="285" y="10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43"/>
            <p:cNvSpPr/>
            <p:nvPr/>
          </p:nvSpPr>
          <p:spPr>
            <a:xfrm flipH="1">
              <a:off x="8384362" y="4165879"/>
              <a:ext cx="32582" cy="30558"/>
            </a:xfrm>
            <a:custGeom>
              <a:avLst/>
              <a:gdLst/>
              <a:ahLst/>
              <a:cxnLst/>
              <a:rect l="l" t="t" r="r" b="b"/>
              <a:pathLst>
                <a:path w="1014" h="951" extrusionOk="0">
                  <a:moveTo>
                    <a:pt x="982" y="665"/>
                  </a:moveTo>
                  <a:cubicBezTo>
                    <a:pt x="1014" y="728"/>
                    <a:pt x="1014" y="823"/>
                    <a:pt x="950" y="887"/>
                  </a:cubicBezTo>
                  <a:lnTo>
                    <a:pt x="950" y="887"/>
                  </a:lnTo>
                  <a:cubicBezTo>
                    <a:pt x="919" y="950"/>
                    <a:pt x="824" y="950"/>
                    <a:pt x="760" y="919"/>
                  </a:cubicBezTo>
                  <a:lnTo>
                    <a:pt x="64" y="285"/>
                  </a:lnTo>
                  <a:cubicBezTo>
                    <a:pt x="0" y="222"/>
                    <a:pt x="32" y="158"/>
                    <a:pt x="64" y="95"/>
                  </a:cubicBezTo>
                  <a:lnTo>
                    <a:pt x="64" y="95"/>
                  </a:lnTo>
                  <a:cubicBezTo>
                    <a:pt x="127" y="32"/>
                    <a:pt x="222" y="0"/>
                    <a:pt x="285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43"/>
            <p:cNvSpPr/>
            <p:nvPr/>
          </p:nvSpPr>
          <p:spPr>
            <a:xfrm flipH="1">
              <a:off x="8416913" y="4296112"/>
              <a:ext cx="38720" cy="13271"/>
            </a:xfrm>
            <a:custGeom>
              <a:avLst/>
              <a:gdLst/>
              <a:ahLst/>
              <a:cxnLst/>
              <a:rect l="l" t="t" r="r" b="b"/>
              <a:pathLst>
                <a:path w="1205" h="413" extrusionOk="0">
                  <a:moveTo>
                    <a:pt x="1046" y="1"/>
                  </a:moveTo>
                  <a:cubicBezTo>
                    <a:pt x="1141" y="1"/>
                    <a:pt x="1204" y="64"/>
                    <a:pt x="1204" y="159"/>
                  </a:cubicBezTo>
                  <a:lnTo>
                    <a:pt x="1204" y="159"/>
                  </a:lnTo>
                  <a:cubicBezTo>
                    <a:pt x="1204" y="222"/>
                    <a:pt x="1172" y="317"/>
                    <a:pt x="1077" y="317"/>
                  </a:cubicBezTo>
                  <a:lnTo>
                    <a:pt x="159" y="412"/>
                  </a:lnTo>
                  <a:cubicBezTo>
                    <a:pt x="96" y="412"/>
                    <a:pt x="32" y="349"/>
                    <a:pt x="32" y="286"/>
                  </a:cubicBezTo>
                  <a:lnTo>
                    <a:pt x="32" y="286"/>
                  </a:lnTo>
                  <a:cubicBezTo>
                    <a:pt x="1" y="191"/>
                    <a:pt x="64" y="127"/>
                    <a:pt x="127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43"/>
            <p:cNvSpPr/>
            <p:nvPr/>
          </p:nvSpPr>
          <p:spPr>
            <a:xfrm flipH="1">
              <a:off x="8122836" y="4286954"/>
              <a:ext cx="38688" cy="14299"/>
            </a:xfrm>
            <a:custGeom>
              <a:avLst/>
              <a:gdLst/>
              <a:ahLst/>
              <a:cxnLst/>
              <a:rect l="l" t="t" r="r" b="b"/>
              <a:pathLst>
                <a:path w="1204" h="445" extrusionOk="0">
                  <a:moveTo>
                    <a:pt x="127" y="317"/>
                  </a:moveTo>
                  <a:cubicBezTo>
                    <a:pt x="63" y="317"/>
                    <a:pt x="0" y="254"/>
                    <a:pt x="0" y="159"/>
                  </a:cubicBezTo>
                  <a:lnTo>
                    <a:pt x="0" y="159"/>
                  </a:lnTo>
                  <a:cubicBezTo>
                    <a:pt x="32" y="64"/>
                    <a:pt x="95" y="1"/>
                    <a:pt x="158" y="1"/>
                  </a:cubicBezTo>
                  <a:lnTo>
                    <a:pt x="1077" y="127"/>
                  </a:lnTo>
                  <a:cubicBezTo>
                    <a:pt x="1140" y="127"/>
                    <a:pt x="1204" y="191"/>
                    <a:pt x="1204" y="286"/>
                  </a:cubicBezTo>
                  <a:lnTo>
                    <a:pt x="1204" y="286"/>
                  </a:lnTo>
                  <a:cubicBezTo>
                    <a:pt x="1204" y="381"/>
                    <a:pt x="1109" y="444"/>
                    <a:pt x="1045" y="4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43"/>
            <p:cNvSpPr/>
            <p:nvPr/>
          </p:nvSpPr>
          <p:spPr>
            <a:xfrm flipH="1">
              <a:off x="8160495" y="4163823"/>
              <a:ext cx="32582" cy="30558"/>
            </a:xfrm>
            <a:custGeom>
              <a:avLst/>
              <a:gdLst/>
              <a:ahLst/>
              <a:cxnLst/>
              <a:rect l="l" t="t" r="r" b="b"/>
              <a:pathLst>
                <a:path w="1014" h="951" extrusionOk="0">
                  <a:moveTo>
                    <a:pt x="254" y="887"/>
                  </a:moveTo>
                  <a:cubicBezTo>
                    <a:pt x="222" y="951"/>
                    <a:pt x="127" y="919"/>
                    <a:pt x="64" y="856"/>
                  </a:cubicBezTo>
                  <a:lnTo>
                    <a:pt x="64" y="856"/>
                  </a:lnTo>
                  <a:cubicBezTo>
                    <a:pt x="0" y="792"/>
                    <a:pt x="0" y="697"/>
                    <a:pt x="64" y="666"/>
                  </a:cubicBezTo>
                  <a:lnTo>
                    <a:pt x="760" y="32"/>
                  </a:lnTo>
                  <a:cubicBezTo>
                    <a:pt x="792" y="1"/>
                    <a:pt x="887" y="1"/>
                    <a:pt x="950" y="64"/>
                  </a:cubicBezTo>
                  <a:lnTo>
                    <a:pt x="950" y="64"/>
                  </a:lnTo>
                  <a:cubicBezTo>
                    <a:pt x="1014" y="127"/>
                    <a:pt x="1014" y="222"/>
                    <a:pt x="950" y="2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43"/>
            <p:cNvSpPr/>
            <p:nvPr/>
          </p:nvSpPr>
          <p:spPr>
            <a:xfrm>
              <a:off x="8188126" y="4204036"/>
              <a:ext cx="213745" cy="298190"/>
            </a:xfrm>
            <a:custGeom>
              <a:avLst/>
              <a:gdLst/>
              <a:ahLst/>
              <a:cxnLst/>
              <a:rect l="l" t="t" r="r" b="b"/>
              <a:pathLst>
                <a:path w="6652" h="9280" extrusionOk="0">
                  <a:moveTo>
                    <a:pt x="4403" y="7949"/>
                  </a:moveTo>
                  <a:cubicBezTo>
                    <a:pt x="4403" y="8044"/>
                    <a:pt x="4339" y="8139"/>
                    <a:pt x="4276" y="8171"/>
                  </a:cubicBezTo>
                  <a:cubicBezTo>
                    <a:pt x="4244" y="8203"/>
                    <a:pt x="4181" y="8234"/>
                    <a:pt x="4118" y="8234"/>
                  </a:cubicBezTo>
                  <a:lnTo>
                    <a:pt x="2534" y="8234"/>
                  </a:lnTo>
                  <a:cubicBezTo>
                    <a:pt x="2471" y="8234"/>
                    <a:pt x="2439" y="8203"/>
                    <a:pt x="2407" y="8171"/>
                  </a:cubicBezTo>
                  <a:cubicBezTo>
                    <a:pt x="2312" y="8139"/>
                    <a:pt x="2281" y="8044"/>
                    <a:pt x="2281" y="7949"/>
                  </a:cubicBezTo>
                  <a:lnTo>
                    <a:pt x="2281" y="7031"/>
                  </a:lnTo>
                  <a:lnTo>
                    <a:pt x="4403" y="7031"/>
                  </a:lnTo>
                  <a:lnTo>
                    <a:pt x="4403" y="7949"/>
                  </a:lnTo>
                  <a:close/>
                  <a:moveTo>
                    <a:pt x="2091" y="1647"/>
                  </a:moveTo>
                  <a:cubicBezTo>
                    <a:pt x="1584" y="2027"/>
                    <a:pt x="1267" y="2629"/>
                    <a:pt x="1267" y="3326"/>
                  </a:cubicBezTo>
                  <a:cubicBezTo>
                    <a:pt x="1267" y="3959"/>
                    <a:pt x="1552" y="4529"/>
                    <a:pt x="1996" y="4909"/>
                  </a:cubicBezTo>
                  <a:cubicBezTo>
                    <a:pt x="2059" y="4941"/>
                    <a:pt x="2059" y="5036"/>
                    <a:pt x="2027" y="5099"/>
                  </a:cubicBezTo>
                  <a:lnTo>
                    <a:pt x="2027" y="5099"/>
                  </a:lnTo>
                  <a:cubicBezTo>
                    <a:pt x="1964" y="5194"/>
                    <a:pt x="1869" y="5194"/>
                    <a:pt x="1806" y="5131"/>
                  </a:cubicBezTo>
                  <a:cubicBezTo>
                    <a:pt x="1267" y="4687"/>
                    <a:pt x="951" y="4054"/>
                    <a:pt x="951" y="3326"/>
                  </a:cubicBezTo>
                  <a:cubicBezTo>
                    <a:pt x="951" y="2534"/>
                    <a:pt x="1331" y="1837"/>
                    <a:pt x="1901" y="1394"/>
                  </a:cubicBezTo>
                  <a:cubicBezTo>
                    <a:pt x="1964" y="1362"/>
                    <a:pt x="2059" y="1362"/>
                    <a:pt x="2122" y="1426"/>
                  </a:cubicBezTo>
                  <a:lnTo>
                    <a:pt x="2122" y="1457"/>
                  </a:lnTo>
                  <a:cubicBezTo>
                    <a:pt x="2186" y="1521"/>
                    <a:pt x="2154" y="1616"/>
                    <a:pt x="2091" y="1647"/>
                  </a:cubicBezTo>
                  <a:close/>
                  <a:moveTo>
                    <a:pt x="6651" y="3326"/>
                  </a:moveTo>
                  <a:cubicBezTo>
                    <a:pt x="6651" y="1489"/>
                    <a:pt x="5163" y="0"/>
                    <a:pt x="3326" y="0"/>
                  </a:cubicBezTo>
                  <a:cubicBezTo>
                    <a:pt x="1489" y="0"/>
                    <a:pt x="1" y="1489"/>
                    <a:pt x="1" y="3326"/>
                  </a:cubicBezTo>
                  <a:cubicBezTo>
                    <a:pt x="1" y="4656"/>
                    <a:pt x="824" y="5828"/>
                    <a:pt x="1964" y="6366"/>
                  </a:cubicBezTo>
                  <a:lnTo>
                    <a:pt x="1964" y="7031"/>
                  </a:lnTo>
                  <a:lnTo>
                    <a:pt x="1964" y="7949"/>
                  </a:lnTo>
                  <a:cubicBezTo>
                    <a:pt x="1964" y="8234"/>
                    <a:pt x="2154" y="8488"/>
                    <a:pt x="2439" y="8519"/>
                  </a:cubicBezTo>
                  <a:cubicBezTo>
                    <a:pt x="2471" y="8614"/>
                    <a:pt x="2471" y="8678"/>
                    <a:pt x="2534" y="8773"/>
                  </a:cubicBezTo>
                  <a:cubicBezTo>
                    <a:pt x="2661" y="9089"/>
                    <a:pt x="2914" y="9279"/>
                    <a:pt x="3104" y="9279"/>
                  </a:cubicBezTo>
                  <a:lnTo>
                    <a:pt x="3547" y="9279"/>
                  </a:lnTo>
                  <a:cubicBezTo>
                    <a:pt x="3738" y="9279"/>
                    <a:pt x="3991" y="9089"/>
                    <a:pt x="4149" y="8773"/>
                  </a:cubicBezTo>
                  <a:cubicBezTo>
                    <a:pt x="4181" y="8678"/>
                    <a:pt x="4213" y="8614"/>
                    <a:pt x="4213" y="8519"/>
                  </a:cubicBezTo>
                  <a:cubicBezTo>
                    <a:pt x="4498" y="8488"/>
                    <a:pt x="4688" y="8234"/>
                    <a:pt x="4688" y="7949"/>
                  </a:cubicBezTo>
                  <a:lnTo>
                    <a:pt x="4688" y="6714"/>
                  </a:lnTo>
                  <a:lnTo>
                    <a:pt x="4688" y="6366"/>
                  </a:lnTo>
                  <a:cubicBezTo>
                    <a:pt x="5859" y="5828"/>
                    <a:pt x="6651" y="4656"/>
                    <a:pt x="6651" y="33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72" name="Google Shape;5272;p43"/>
          <p:cNvSpPr/>
          <p:nvPr/>
        </p:nvSpPr>
        <p:spPr>
          <a:xfrm>
            <a:off x="532497" y="1144621"/>
            <a:ext cx="2182793" cy="1526390"/>
          </a:xfrm>
          <a:custGeom>
            <a:avLst/>
            <a:gdLst/>
            <a:ahLst/>
            <a:cxnLst/>
            <a:rect l="l" t="t" r="r" b="b"/>
            <a:pathLst>
              <a:path w="67931" h="23879" extrusionOk="0">
                <a:moveTo>
                  <a:pt x="11940" y="23879"/>
                </a:moveTo>
                <a:lnTo>
                  <a:pt x="55992" y="23879"/>
                </a:lnTo>
                <a:cubicBezTo>
                  <a:pt x="62579" y="23879"/>
                  <a:pt x="67931" y="18526"/>
                  <a:pt x="67931" y="11939"/>
                </a:cubicBezTo>
                <a:cubicBezTo>
                  <a:pt x="67931" y="5352"/>
                  <a:pt x="62579" y="0"/>
                  <a:pt x="55992" y="0"/>
                </a:cubicBezTo>
                <a:lnTo>
                  <a:pt x="11940" y="0"/>
                </a:lnTo>
                <a:cubicBezTo>
                  <a:pt x="5321" y="0"/>
                  <a:pt x="1" y="5352"/>
                  <a:pt x="1" y="11939"/>
                </a:cubicBezTo>
                <a:lnTo>
                  <a:pt x="1" y="11939"/>
                </a:lnTo>
                <a:cubicBezTo>
                  <a:pt x="1" y="18526"/>
                  <a:pt x="5321" y="23879"/>
                  <a:pt x="11940" y="23879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3" name="Google Shape;5273;p43"/>
          <p:cNvSpPr/>
          <p:nvPr/>
        </p:nvSpPr>
        <p:spPr>
          <a:xfrm>
            <a:off x="228266" y="1100968"/>
            <a:ext cx="2348629" cy="1577289"/>
          </a:xfrm>
          <a:custGeom>
            <a:avLst/>
            <a:gdLst/>
            <a:ahLst/>
            <a:cxnLst/>
            <a:rect l="l" t="t" r="r" b="b"/>
            <a:pathLst>
              <a:path w="67931" h="23848" extrusionOk="0">
                <a:moveTo>
                  <a:pt x="11939" y="0"/>
                </a:moveTo>
                <a:cubicBezTo>
                  <a:pt x="5352" y="0"/>
                  <a:pt x="0" y="5321"/>
                  <a:pt x="0" y="11908"/>
                </a:cubicBezTo>
                <a:cubicBezTo>
                  <a:pt x="0" y="18527"/>
                  <a:pt x="5352" y="23847"/>
                  <a:pt x="11939" y="23847"/>
                </a:cubicBezTo>
                <a:lnTo>
                  <a:pt x="55991" y="23847"/>
                </a:lnTo>
                <a:cubicBezTo>
                  <a:pt x="62610" y="23847"/>
                  <a:pt x="67930" y="18527"/>
                  <a:pt x="67930" y="11908"/>
                </a:cubicBezTo>
                <a:cubicBezTo>
                  <a:pt x="67930" y="5321"/>
                  <a:pt x="62610" y="0"/>
                  <a:pt x="55991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8766A1A-9870-ADDF-9F45-DBD6133189A0}"/>
              </a:ext>
            </a:extLst>
          </p:cNvPr>
          <p:cNvGrpSpPr/>
          <p:nvPr/>
        </p:nvGrpSpPr>
        <p:grpSpPr>
          <a:xfrm>
            <a:off x="376782" y="1634560"/>
            <a:ext cx="730693" cy="714402"/>
            <a:chOff x="510100" y="1128330"/>
            <a:chExt cx="730693" cy="714402"/>
          </a:xfrm>
        </p:grpSpPr>
        <p:sp>
          <p:nvSpPr>
            <p:cNvPr id="5274" name="Google Shape;5274;p43"/>
            <p:cNvSpPr/>
            <p:nvPr/>
          </p:nvSpPr>
          <p:spPr>
            <a:xfrm>
              <a:off x="567103" y="1169042"/>
              <a:ext cx="673690" cy="673690"/>
            </a:xfrm>
            <a:custGeom>
              <a:avLst/>
              <a:gdLst/>
              <a:ahLst/>
              <a:cxnLst/>
              <a:rect l="l" t="t" r="r" b="b"/>
              <a:pathLst>
                <a:path w="20966" h="20966" extrusionOk="0">
                  <a:moveTo>
                    <a:pt x="10483" y="0"/>
                  </a:moveTo>
                  <a:cubicBezTo>
                    <a:pt x="4687" y="0"/>
                    <a:pt x="0" y="4719"/>
                    <a:pt x="0" y="10483"/>
                  </a:cubicBezTo>
                  <a:cubicBezTo>
                    <a:pt x="0" y="16278"/>
                    <a:pt x="4687" y="20965"/>
                    <a:pt x="10483" y="20965"/>
                  </a:cubicBezTo>
                  <a:cubicBezTo>
                    <a:pt x="16247" y="20965"/>
                    <a:pt x="20965" y="16278"/>
                    <a:pt x="20965" y="10483"/>
                  </a:cubicBezTo>
                  <a:cubicBezTo>
                    <a:pt x="20965" y="4719"/>
                    <a:pt x="16247" y="0"/>
                    <a:pt x="10483" y="0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43"/>
            <p:cNvSpPr/>
            <p:nvPr/>
          </p:nvSpPr>
          <p:spPr>
            <a:xfrm>
              <a:off x="510100" y="1128330"/>
              <a:ext cx="673690" cy="673690"/>
            </a:xfrm>
            <a:custGeom>
              <a:avLst/>
              <a:gdLst/>
              <a:ahLst/>
              <a:cxnLst/>
              <a:rect l="l" t="t" r="r" b="b"/>
              <a:pathLst>
                <a:path w="20966" h="20966" extrusionOk="0">
                  <a:moveTo>
                    <a:pt x="10483" y="0"/>
                  </a:moveTo>
                  <a:cubicBezTo>
                    <a:pt x="4688" y="0"/>
                    <a:pt x="1" y="4719"/>
                    <a:pt x="1" y="10483"/>
                  </a:cubicBezTo>
                  <a:cubicBezTo>
                    <a:pt x="1" y="16278"/>
                    <a:pt x="4688" y="20965"/>
                    <a:pt x="10483" y="20965"/>
                  </a:cubicBezTo>
                  <a:cubicBezTo>
                    <a:pt x="16279" y="20965"/>
                    <a:pt x="20966" y="16278"/>
                    <a:pt x="20966" y="10483"/>
                  </a:cubicBezTo>
                  <a:cubicBezTo>
                    <a:pt x="20966" y="4719"/>
                    <a:pt x="16279" y="0"/>
                    <a:pt x="104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43"/>
            <p:cNvSpPr/>
            <p:nvPr/>
          </p:nvSpPr>
          <p:spPr>
            <a:xfrm>
              <a:off x="564249" y="1194009"/>
              <a:ext cx="567878" cy="566849"/>
            </a:xfrm>
            <a:custGeom>
              <a:avLst/>
              <a:gdLst/>
              <a:ahLst/>
              <a:cxnLst/>
              <a:rect l="l" t="t" r="r" b="b"/>
              <a:pathLst>
                <a:path w="17673" h="17641" extrusionOk="0">
                  <a:moveTo>
                    <a:pt x="8836" y="1"/>
                  </a:moveTo>
                  <a:cubicBezTo>
                    <a:pt x="3959" y="1"/>
                    <a:pt x="1" y="3928"/>
                    <a:pt x="1" y="8805"/>
                  </a:cubicBezTo>
                  <a:cubicBezTo>
                    <a:pt x="1" y="13682"/>
                    <a:pt x="3959" y="17640"/>
                    <a:pt x="8836" y="17640"/>
                  </a:cubicBezTo>
                  <a:cubicBezTo>
                    <a:pt x="13713" y="17640"/>
                    <a:pt x="17672" y="13682"/>
                    <a:pt x="17672" y="8805"/>
                  </a:cubicBezTo>
                  <a:cubicBezTo>
                    <a:pt x="17672" y="3928"/>
                    <a:pt x="13713" y="1"/>
                    <a:pt x="8836" y="1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43"/>
            <p:cNvSpPr/>
            <p:nvPr/>
          </p:nvSpPr>
          <p:spPr>
            <a:xfrm>
              <a:off x="743157" y="1284012"/>
              <a:ext cx="262555" cy="246296"/>
            </a:xfrm>
            <a:custGeom>
              <a:avLst/>
              <a:gdLst/>
              <a:ahLst/>
              <a:cxnLst/>
              <a:rect l="l" t="t" r="r" b="b"/>
              <a:pathLst>
                <a:path w="8171" h="7665" extrusionOk="0">
                  <a:moveTo>
                    <a:pt x="4275" y="1046"/>
                  </a:moveTo>
                  <a:cubicBezTo>
                    <a:pt x="3452" y="1046"/>
                    <a:pt x="2692" y="1394"/>
                    <a:pt x="2154" y="2028"/>
                  </a:cubicBezTo>
                  <a:cubicBezTo>
                    <a:pt x="1172" y="3199"/>
                    <a:pt x="1299" y="4941"/>
                    <a:pt x="2470" y="5955"/>
                  </a:cubicBezTo>
                  <a:cubicBezTo>
                    <a:pt x="2977" y="6366"/>
                    <a:pt x="3610" y="6620"/>
                    <a:pt x="4275" y="6620"/>
                  </a:cubicBezTo>
                  <a:cubicBezTo>
                    <a:pt x="5099" y="6620"/>
                    <a:pt x="5859" y="6240"/>
                    <a:pt x="6397" y="5638"/>
                  </a:cubicBezTo>
                  <a:cubicBezTo>
                    <a:pt x="6872" y="5068"/>
                    <a:pt x="7126" y="4339"/>
                    <a:pt x="7062" y="3611"/>
                  </a:cubicBezTo>
                  <a:cubicBezTo>
                    <a:pt x="6999" y="2851"/>
                    <a:pt x="6651" y="2186"/>
                    <a:pt x="6081" y="1711"/>
                  </a:cubicBezTo>
                  <a:cubicBezTo>
                    <a:pt x="5574" y="1268"/>
                    <a:pt x="4940" y="1046"/>
                    <a:pt x="4275" y="1046"/>
                  </a:cubicBezTo>
                  <a:close/>
                  <a:moveTo>
                    <a:pt x="4275" y="7665"/>
                  </a:moveTo>
                  <a:cubicBezTo>
                    <a:pt x="3389" y="7665"/>
                    <a:pt x="2502" y="7348"/>
                    <a:pt x="1805" y="6746"/>
                  </a:cubicBezTo>
                  <a:cubicBezTo>
                    <a:pt x="190" y="5385"/>
                    <a:pt x="0" y="2946"/>
                    <a:pt x="1362" y="1331"/>
                  </a:cubicBezTo>
                  <a:cubicBezTo>
                    <a:pt x="2090" y="476"/>
                    <a:pt x="3167" y="1"/>
                    <a:pt x="4275" y="1"/>
                  </a:cubicBezTo>
                  <a:cubicBezTo>
                    <a:pt x="5194" y="1"/>
                    <a:pt x="6081" y="317"/>
                    <a:pt x="6777" y="919"/>
                  </a:cubicBezTo>
                  <a:cubicBezTo>
                    <a:pt x="7537" y="1553"/>
                    <a:pt x="8012" y="2503"/>
                    <a:pt x="8107" y="3516"/>
                  </a:cubicBezTo>
                  <a:cubicBezTo>
                    <a:pt x="8171" y="4529"/>
                    <a:pt x="7854" y="5511"/>
                    <a:pt x="7189" y="6303"/>
                  </a:cubicBezTo>
                  <a:cubicBezTo>
                    <a:pt x="6461" y="7158"/>
                    <a:pt x="5416" y="7665"/>
                    <a:pt x="4275" y="76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43"/>
            <p:cNvSpPr/>
            <p:nvPr/>
          </p:nvSpPr>
          <p:spPr>
            <a:xfrm>
              <a:off x="763497" y="1477353"/>
              <a:ext cx="61084" cy="64169"/>
            </a:xfrm>
            <a:custGeom>
              <a:avLst/>
              <a:gdLst/>
              <a:ahLst/>
              <a:cxnLst/>
              <a:rect l="l" t="t" r="r" b="b"/>
              <a:pathLst>
                <a:path w="1901" h="1997" extrusionOk="0">
                  <a:moveTo>
                    <a:pt x="792" y="1996"/>
                  </a:moveTo>
                  <a:lnTo>
                    <a:pt x="0" y="1299"/>
                  </a:lnTo>
                  <a:lnTo>
                    <a:pt x="1109" y="1"/>
                  </a:lnTo>
                  <a:lnTo>
                    <a:pt x="1901" y="6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43"/>
            <p:cNvSpPr/>
            <p:nvPr/>
          </p:nvSpPr>
          <p:spPr>
            <a:xfrm>
              <a:off x="686154" y="1512988"/>
              <a:ext cx="109925" cy="118055"/>
            </a:xfrm>
            <a:custGeom>
              <a:avLst/>
              <a:gdLst/>
              <a:ahLst/>
              <a:cxnLst/>
              <a:rect l="l" t="t" r="r" b="b"/>
              <a:pathLst>
                <a:path w="3421" h="3674" extrusionOk="0">
                  <a:moveTo>
                    <a:pt x="1521" y="3421"/>
                  </a:moveTo>
                  <a:cubicBezTo>
                    <a:pt x="1331" y="3642"/>
                    <a:pt x="982" y="3674"/>
                    <a:pt x="761" y="3484"/>
                  </a:cubicBezTo>
                  <a:lnTo>
                    <a:pt x="222" y="3009"/>
                  </a:lnTo>
                  <a:cubicBezTo>
                    <a:pt x="1" y="2819"/>
                    <a:pt x="1" y="2502"/>
                    <a:pt x="191" y="2280"/>
                  </a:cubicBezTo>
                  <a:lnTo>
                    <a:pt x="1901" y="222"/>
                  </a:lnTo>
                  <a:cubicBezTo>
                    <a:pt x="2091" y="0"/>
                    <a:pt x="2439" y="0"/>
                    <a:pt x="2661" y="190"/>
                  </a:cubicBezTo>
                  <a:lnTo>
                    <a:pt x="3199" y="634"/>
                  </a:lnTo>
                  <a:cubicBezTo>
                    <a:pt x="3421" y="824"/>
                    <a:pt x="3421" y="1140"/>
                    <a:pt x="3231" y="13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43"/>
            <p:cNvSpPr/>
            <p:nvPr/>
          </p:nvSpPr>
          <p:spPr>
            <a:xfrm>
              <a:off x="823521" y="1328804"/>
              <a:ext cx="84508" cy="47845"/>
            </a:xfrm>
            <a:custGeom>
              <a:avLst/>
              <a:gdLst/>
              <a:ahLst/>
              <a:cxnLst/>
              <a:rect l="l" t="t" r="r" b="b"/>
              <a:pathLst>
                <a:path w="2630" h="1489" extrusionOk="0">
                  <a:moveTo>
                    <a:pt x="2534" y="539"/>
                  </a:moveTo>
                  <a:cubicBezTo>
                    <a:pt x="2630" y="919"/>
                    <a:pt x="1996" y="539"/>
                    <a:pt x="1331" y="697"/>
                  </a:cubicBezTo>
                  <a:cubicBezTo>
                    <a:pt x="666" y="855"/>
                    <a:pt x="191" y="1489"/>
                    <a:pt x="96" y="1109"/>
                  </a:cubicBezTo>
                  <a:cubicBezTo>
                    <a:pt x="1" y="729"/>
                    <a:pt x="761" y="222"/>
                    <a:pt x="1141" y="127"/>
                  </a:cubicBezTo>
                  <a:cubicBezTo>
                    <a:pt x="1616" y="0"/>
                    <a:pt x="2439" y="159"/>
                    <a:pt x="2534" y="5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43"/>
            <p:cNvSpPr/>
            <p:nvPr/>
          </p:nvSpPr>
          <p:spPr>
            <a:xfrm>
              <a:off x="909025" y="1341015"/>
              <a:ext cx="22396" cy="20372"/>
            </a:xfrm>
            <a:custGeom>
              <a:avLst/>
              <a:gdLst/>
              <a:ahLst/>
              <a:cxnLst/>
              <a:rect l="l" t="t" r="r" b="b"/>
              <a:pathLst>
                <a:path w="697" h="634" extrusionOk="0">
                  <a:moveTo>
                    <a:pt x="634" y="444"/>
                  </a:moveTo>
                  <a:cubicBezTo>
                    <a:pt x="570" y="634"/>
                    <a:pt x="380" y="570"/>
                    <a:pt x="222" y="507"/>
                  </a:cubicBezTo>
                  <a:cubicBezTo>
                    <a:pt x="64" y="444"/>
                    <a:pt x="0" y="412"/>
                    <a:pt x="32" y="254"/>
                  </a:cubicBezTo>
                  <a:cubicBezTo>
                    <a:pt x="95" y="95"/>
                    <a:pt x="127" y="0"/>
                    <a:pt x="285" y="64"/>
                  </a:cubicBezTo>
                  <a:cubicBezTo>
                    <a:pt x="475" y="127"/>
                    <a:pt x="697" y="285"/>
                    <a:pt x="634" y="4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94" name="Google Shape;5294;p43"/>
          <p:cNvSpPr txBox="1"/>
          <p:nvPr/>
        </p:nvSpPr>
        <p:spPr>
          <a:xfrm>
            <a:off x="536578" y="45730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Bodoni MT Black" panose="02070A03080606020203" pitchFamily="18" charset="0"/>
                <a:ea typeface="Fira Sans Medium"/>
                <a:cs typeface="Fira Sans Medium"/>
                <a:sym typeface="Fira Sans Medium"/>
              </a:rPr>
              <a:t>M</a:t>
            </a:r>
            <a:r>
              <a:rPr lang="en" sz="2800" dirty="0">
                <a:latin typeface="Bodoni MT Black" panose="02070A03080606020203" pitchFamily="18" charset="0"/>
                <a:ea typeface="Fira Sans Medium"/>
                <a:cs typeface="Fira Sans Medium"/>
                <a:sym typeface="Fira Sans Medium"/>
              </a:rPr>
              <a:t>otivation </a:t>
            </a:r>
            <a:endParaRPr sz="2800" dirty="0">
              <a:latin typeface="Bodoni MT Black" panose="02070A03080606020203" pitchFamily="18" charset="0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D1460E-B537-B306-39EA-C2D7A943D9D9}"/>
              </a:ext>
            </a:extLst>
          </p:cNvPr>
          <p:cNvSpPr txBox="1"/>
          <p:nvPr/>
        </p:nvSpPr>
        <p:spPr>
          <a:xfrm>
            <a:off x="1069726" y="1402199"/>
            <a:ext cx="16170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Need for early and accurate heart disease prediction.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B7C3F6-77E3-ED19-1856-068B27F549C9}"/>
              </a:ext>
            </a:extLst>
          </p:cNvPr>
          <p:cNvSpPr txBox="1"/>
          <p:nvPr/>
        </p:nvSpPr>
        <p:spPr>
          <a:xfrm>
            <a:off x="1194495" y="3335574"/>
            <a:ext cx="13517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Black-box AI reduces clinical trust..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1D71C-CCA4-D874-B24A-86E02D1567B2}"/>
              </a:ext>
            </a:extLst>
          </p:cNvPr>
          <p:cNvSpPr txBox="1"/>
          <p:nvPr/>
        </p:nvSpPr>
        <p:spPr>
          <a:xfrm>
            <a:off x="6581176" y="1554436"/>
            <a:ext cx="14229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Need for both accuracy and interpretability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0D5B21-A1CB-42B4-35B1-2C8639422E2E}"/>
              </a:ext>
            </a:extLst>
          </p:cNvPr>
          <p:cNvSpPr txBox="1"/>
          <p:nvPr/>
        </p:nvSpPr>
        <p:spPr>
          <a:xfrm>
            <a:off x="6404880" y="3247164"/>
            <a:ext cx="18951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MPML provides explainable multi-perspective learning.</a:t>
            </a:r>
          </a:p>
        </p:txBody>
      </p:sp>
      <p:sp>
        <p:nvSpPr>
          <p:cNvPr id="11" name="Google Shape;1522;p18">
            <a:extLst>
              <a:ext uri="{FF2B5EF4-FFF2-40B4-BE49-F238E27FC236}">
                <a16:creationId xmlns:a16="http://schemas.microsoft.com/office/drawing/2014/main" id="{6E5BB5C4-61C2-E21A-51F5-2E7BA700025A}"/>
              </a:ext>
            </a:extLst>
          </p:cNvPr>
          <p:cNvSpPr/>
          <p:nvPr/>
        </p:nvSpPr>
        <p:spPr>
          <a:xfrm>
            <a:off x="8867521" y="4820720"/>
            <a:ext cx="276479" cy="322780"/>
          </a:xfrm>
          <a:custGeom>
            <a:avLst/>
            <a:gdLst/>
            <a:ahLst/>
            <a:cxnLst/>
            <a:rect l="l" t="t" r="r" b="b"/>
            <a:pathLst>
              <a:path w="6240" h="7285" extrusionOk="0">
                <a:moveTo>
                  <a:pt x="3104" y="381"/>
                </a:moveTo>
                <a:cubicBezTo>
                  <a:pt x="4624" y="381"/>
                  <a:pt x="5859" y="1584"/>
                  <a:pt x="5859" y="3104"/>
                </a:cubicBezTo>
                <a:cubicBezTo>
                  <a:pt x="5859" y="3864"/>
                  <a:pt x="5543" y="4592"/>
                  <a:pt x="4973" y="5131"/>
                </a:cubicBezTo>
                <a:cubicBezTo>
                  <a:pt x="4466" y="5574"/>
                  <a:pt x="4149" y="6239"/>
                  <a:pt x="4118" y="6904"/>
                </a:cubicBezTo>
                <a:lnTo>
                  <a:pt x="2154" y="6904"/>
                </a:lnTo>
                <a:cubicBezTo>
                  <a:pt x="2091" y="6239"/>
                  <a:pt x="1774" y="5574"/>
                  <a:pt x="1267" y="5131"/>
                </a:cubicBezTo>
                <a:cubicBezTo>
                  <a:pt x="697" y="4592"/>
                  <a:pt x="381" y="3864"/>
                  <a:pt x="381" y="3104"/>
                </a:cubicBezTo>
                <a:cubicBezTo>
                  <a:pt x="381" y="1584"/>
                  <a:pt x="1616" y="381"/>
                  <a:pt x="3104" y="381"/>
                </a:cubicBezTo>
                <a:close/>
                <a:moveTo>
                  <a:pt x="3136" y="0"/>
                </a:moveTo>
                <a:cubicBezTo>
                  <a:pt x="1394" y="0"/>
                  <a:pt x="1" y="1394"/>
                  <a:pt x="1" y="3104"/>
                </a:cubicBezTo>
                <a:cubicBezTo>
                  <a:pt x="1" y="3991"/>
                  <a:pt x="381" y="4814"/>
                  <a:pt x="1014" y="5416"/>
                </a:cubicBezTo>
                <a:cubicBezTo>
                  <a:pt x="1489" y="5828"/>
                  <a:pt x="1774" y="6461"/>
                  <a:pt x="1774" y="7094"/>
                </a:cubicBezTo>
                <a:cubicBezTo>
                  <a:pt x="1774" y="7221"/>
                  <a:pt x="1837" y="7284"/>
                  <a:pt x="1964" y="7284"/>
                </a:cubicBezTo>
                <a:lnTo>
                  <a:pt x="4276" y="7284"/>
                </a:lnTo>
                <a:cubicBezTo>
                  <a:pt x="4403" y="7284"/>
                  <a:pt x="4466" y="7221"/>
                  <a:pt x="4466" y="7094"/>
                </a:cubicBezTo>
                <a:cubicBezTo>
                  <a:pt x="4466" y="6461"/>
                  <a:pt x="4751" y="5828"/>
                  <a:pt x="5226" y="5416"/>
                </a:cubicBezTo>
                <a:cubicBezTo>
                  <a:pt x="5859" y="4814"/>
                  <a:pt x="6239" y="3991"/>
                  <a:pt x="6239" y="3104"/>
                </a:cubicBezTo>
                <a:cubicBezTo>
                  <a:pt x="6239" y="1394"/>
                  <a:pt x="4846" y="0"/>
                  <a:pt x="3136" y="0"/>
                </a:cubicBezTo>
                <a:close/>
              </a:path>
            </a:pathLst>
          </a:custGeom>
          <a:solidFill>
            <a:srgbClr val="C4C4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E1866-2453-9D26-96BE-5FBE229B9537}"/>
              </a:ext>
            </a:extLst>
          </p:cNvPr>
          <p:cNvSpPr txBox="1"/>
          <p:nvPr/>
        </p:nvSpPr>
        <p:spPr>
          <a:xfrm>
            <a:off x="8442405" y="4707731"/>
            <a:ext cx="335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/>
        </p:nvSpPr>
        <p:spPr>
          <a:xfrm>
            <a:off x="710250" y="134794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>
                <a:latin typeface="Bodoni MT Black" panose="02070A03080606020203" pitchFamily="18" charset="0"/>
              </a:rPr>
              <a:t>Literature Review</a:t>
            </a:r>
            <a:endParaRPr sz="2800" dirty="0">
              <a:latin typeface="Bodoni MT Black" panose="02070A03080606020203" pitchFamily="18" charset="0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210" name="Google Shape;210;p14"/>
          <p:cNvGrpSpPr/>
          <p:nvPr/>
        </p:nvGrpSpPr>
        <p:grpSpPr>
          <a:xfrm>
            <a:off x="80146" y="4400429"/>
            <a:ext cx="630104" cy="630131"/>
            <a:chOff x="2190776" y="3637093"/>
            <a:chExt cx="630104" cy="630131"/>
          </a:xfrm>
        </p:grpSpPr>
        <p:sp>
          <p:nvSpPr>
            <p:cNvPr id="211" name="Google Shape;211;p14"/>
            <p:cNvSpPr/>
            <p:nvPr/>
          </p:nvSpPr>
          <p:spPr>
            <a:xfrm>
              <a:off x="2236321" y="3682639"/>
              <a:ext cx="539012" cy="539012"/>
            </a:xfrm>
            <a:custGeom>
              <a:avLst/>
              <a:gdLst/>
              <a:ahLst/>
              <a:cxnLst/>
              <a:rect l="l" t="t" r="r" b="b"/>
              <a:pathLst>
                <a:path w="20237" h="20237" extrusionOk="0">
                  <a:moveTo>
                    <a:pt x="10103" y="1"/>
                  </a:moveTo>
                  <a:cubicBezTo>
                    <a:pt x="4529" y="1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1"/>
                    <a:pt x="101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2343447" y="3828572"/>
              <a:ext cx="308753" cy="247173"/>
            </a:xfrm>
            <a:custGeom>
              <a:avLst/>
              <a:gdLst/>
              <a:ahLst/>
              <a:cxnLst/>
              <a:rect l="l" t="t" r="r" b="b"/>
              <a:pathLst>
                <a:path w="11592" h="9280" extrusionOk="0">
                  <a:moveTo>
                    <a:pt x="11211" y="380"/>
                  </a:moveTo>
                  <a:lnTo>
                    <a:pt x="11211" y="6176"/>
                  </a:lnTo>
                  <a:lnTo>
                    <a:pt x="3104" y="6176"/>
                  </a:lnTo>
                  <a:lnTo>
                    <a:pt x="3104" y="380"/>
                  </a:lnTo>
                  <a:close/>
                  <a:moveTo>
                    <a:pt x="2692" y="1742"/>
                  </a:moveTo>
                  <a:lnTo>
                    <a:pt x="2692" y="6556"/>
                  </a:lnTo>
                  <a:lnTo>
                    <a:pt x="9849" y="6556"/>
                  </a:lnTo>
                  <a:lnTo>
                    <a:pt x="9849" y="7537"/>
                  </a:lnTo>
                  <a:lnTo>
                    <a:pt x="1742" y="7537"/>
                  </a:lnTo>
                  <a:lnTo>
                    <a:pt x="1742" y="1742"/>
                  </a:lnTo>
                  <a:close/>
                  <a:moveTo>
                    <a:pt x="1362" y="3104"/>
                  </a:moveTo>
                  <a:lnTo>
                    <a:pt x="1362" y="7918"/>
                  </a:lnTo>
                  <a:lnTo>
                    <a:pt x="8487" y="7918"/>
                  </a:lnTo>
                  <a:lnTo>
                    <a:pt x="8487" y="8899"/>
                  </a:lnTo>
                  <a:lnTo>
                    <a:pt x="380" y="8899"/>
                  </a:lnTo>
                  <a:lnTo>
                    <a:pt x="380" y="3104"/>
                  </a:lnTo>
                  <a:close/>
                  <a:moveTo>
                    <a:pt x="2692" y="0"/>
                  </a:moveTo>
                  <a:lnTo>
                    <a:pt x="2692" y="1362"/>
                  </a:lnTo>
                  <a:lnTo>
                    <a:pt x="1362" y="1362"/>
                  </a:lnTo>
                  <a:lnTo>
                    <a:pt x="1362" y="2692"/>
                  </a:lnTo>
                  <a:lnTo>
                    <a:pt x="0" y="2692"/>
                  </a:lnTo>
                  <a:lnTo>
                    <a:pt x="0" y="9279"/>
                  </a:lnTo>
                  <a:lnTo>
                    <a:pt x="8899" y="9279"/>
                  </a:lnTo>
                  <a:lnTo>
                    <a:pt x="8899" y="7918"/>
                  </a:lnTo>
                  <a:lnTo>
                    <a:pt x="10229" y="7918"/>
                  </a:lnTo>
                  <a:lnTo>
                    <a:pt x="10229" y="6556"/>
                  </a:lnTo>
                  <a:lnTo>
                    <a:pt x="11591" y="6556"/>
                  </a:lnTo>
                  <a:lnTo>
                    <a:pt x="115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2190776" y="3637093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4"/>
                    <a:pt x="15771" y="666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2505388" y="3722298"/>
              <a:ext cx="315492" cy="544925"/>
            </a:xfrm>
            <a:custGeom>
              <a:avLst/>
              <a:gdLst/>
              <a:ahLst/>
              <a:cxnLst/>
              <a:rect l="l" t="t" r="r" b="b"/>
              <a:pathLst>
                <a:path w="11845" h="20459" fill="none" extrusionOk="0">
                  <a:moveTo>
                    <a:pt x="8108" y="0"/>
                  </a:moveTo>
                  <a:cubicBezTo>
                    <a:pt x="10388" y="2154"/>
                    <a:pt x="11845" y="5225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B0B155E-8AD0-1DFD-403D-D826B0264DBB}"/>
              </a:ext>
            </a:extLst>
          </p:cNvPr>
          <p:cNvGrpSpPr/>
          <p:nvPr/>
        </p:nvGrpSpPr>
        <p:grpSpPr>
          <a:xfrm>
            <a:off x="8306853" y="54274"/>
            <a:ext cx="730661" cy="714402"/>
            <a:chOff x="514181" y="3930798"/>
            <a:chExt cx="730661" cy="714402"/>
          </a:xfrm>
        </p:grpSpPr>
        <p:sp>
          <p:nvSpPr>
            <p:cNvPr id="3" name="Google Shape;5233;p43">
              <a:extLst>
                <a:ext uri="{FF2B5EF4-FFF2-40B4-BE49-F238E27FC236}">
                  <a16:creationId xmlns:a16="http://schemas.microsoft.com/office/drawing/2014/main" id="{CBD7E8D3-5128-0179-AA79-12BA585F28CC}"/>
                </a:ext>
              </a:extLst>
            </p:cNvPr>
            <p:cNvSpPr/>
            <p:nvPr/>
          </p:nvSpPr>
          <p:spPr>
            <a:xfrm>
              <a:off x="571184" y="3971510"/>
              <a:ext cx="673658" cy="673690"/>
            </a:xfrm>
            <a:custGeom>
              <a:avLst/>
              <a:gdLst/>
              <a:ahLst/>
              <a:cxnLst/>
              <a:rect l="l" t="t" r="r" b="b"/>
              <a:pathLst>
                <a:path w="20965" h="20966" extrusionOk="0">
                  <a:moveTo>
                    <a:pt x="10483" y="0"/>
                  </a:moveTo>
                  <a:cubicBezTo>
                    <a:pt x="4687" y="0"/>
                    <a:pt x="0" y="4687"/>
                    <a:pt x="0" y="10483"/>
                  </a:cubicBezTo>
                  <a:cubicBezTo>
                    <a:pt x="0" y="16278"/>
                    <a:pt x="4687" y="20965"/>
                    <a:pt x="10483" y="20965"/>
                  </a:cubicBezTo>
                  <a:cubicBezTo>
                    <a:pt x="16246" y="20965"/>
                    <a:pt x="20965" y="16278"/>
                    <a:pt x="20965" y="10483"/>
                  </a:cubicBezTo>
                  <a:cubicBezTo>
                    <a:pt x="20965" y="4687"/>
                    <a:pt x="16246" y="0"/>
                    <a:pt x="10483" y="0"/>
                  </a:cubicBezTo>
                  <a:close/>
                </a:path>
              </a:pathLst>
            </a:custGeom>
            <a:solidFill>
              <a:srgbClr val="263C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234;p43">
              <a:extLst>
                <a:ext uri="{FF2B5EF4-FFF2-40B4-BE49-F238E27FC236}">
                  <a16:creationId xmlns:a16="http://schemas.microsoft.com/office/drawing/2014/main" id="{9FFF3748-91FF-3683-74C9-02A0809FB4CB}"/>
                </a:ext>
              </a:extLst>
            </p:cNvPr>
            <p:cNvSpPr/>
            <p:nvPr/>
          </p:nvSpPr>
          <p:spPr>
            <a:xfrm>
              <a:off x="514181" y="3930798"/>
              <a:ext cx="673690" cy="673690"/>
            </a:xfrm>
            <a:custGeom>
              <a:avLst/>
              <a:gdLst/>
              <a:ahLst/>
              <a:cxnLst/>
              <a:rect l="l" t="t" r="r" b="b"/>
              <a:pathLst>
                <a:path w="20966" h="20966" extrusionOk="0">
                  <a:moveTo>
                    <a:pt x="10483" y="1"/>
                  </a:moveTo>
                  <a:cubicBezTo>
                    <a:pt x="4688" y="1"/>
                    <a:pt x="1" y="4688"/>
                    <a:pt x="1" y="10483"/>
                  </a:cubicBezTo>
                  <a:cubicBezTo>
                    <a:pt x="1" y="16278"/>
                    <a:pt x="4688" y="20965"/>
                    <a:pt x="10483" y="20965"/>
                  </a:cubicBezTo>
                  <a:cubicBezTo>
                    <a:pt x="16278" y="20965"/>
                    <a:pt x="20965" y="16278"/>
                    <a:pt x="20965" y="10483"/>
                  </a:cubicBezTo>
                  <a:cubicBezTo>
                    <a:pt x="20965" y="4688"/>
                    <a:pt x="16278" y="1"/>
                    <a:pt x="104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235;p43">
              <a:extLst>
                <a:ext uri="{FF2B5EF4-FFF2-40B4-BE49-F238E27FC236}">
                  <a16:creationId xmlns:a16="http://schemas.microsoft.com/office/drawing/2014/main" id="{4ECAE515-680F-D62B-800A-0B94F29A54A4}"/>
                </a:ext>
              </a:extLst>
            </p:cNvPr>
            <p:cNvSpPr/>
            <p:nvPr/>
          </p:nvSpPr>
          <p:spPr>
            <a:xfrm>
              <a:off x="567103" y="3983720"/>
              <a:ext cx="567846" cy="567846"/>
            </a:xfrm>
            <a:custGeom>
              <a:avLst/>
              <a:gdLst/>
              <a:ahLst/>
              <a:cxnLst/>
              <a:rect l="l" t="t" r="r" b="b"/>
              <a:pathLst>
                <a:path w="17672" h="17672" extrusionOk="0">
                  <a:moveTo>
                    <a:pt x="8836" y="0"/>
                  </a:moveTo>
                  <a:cubicBezTo>
                    <a:pt x="3959" y="0"/>
                    <a:pt x="0" y="3959"/>
                    <a:pt x="0" y="8836"/>
                  </a:cubicBezTo>
                  <a:cubicBezTo>
                    <a:pt x="0" y="13713"/>
                    <a:pt x="3959" y="17672"/>
                    <a:pt x="8836" y="17672"/>
                  </a:cubicBezTo>
                  <a:cubicBezTo>
                    <a:pt x="13713" y="17672"/>
                    <a:pt x="17672" y="13713"/>
                    <a:pt x="17672" y="8836"/>
                  </a:cubicBezTo>
                  <a:cubicBezTo>
                    <a:pt x="17672" y="3959"/>
                    <a:pt x="13713" y="0"/>
                    <a:pt x="8836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236;p43">
              <a:extLst>
                <a:ext uri="{FF2B5EF4-FFF2-40B4-BE49-F238E27FC236}">
                  <a16:creationId xmlns:a16="http://schemas.microsoft.com/office/drawing/2014/main" id="{BD2CD488-6348-5896-C311-B57320CD98CF}"/>
                </a:ext>
              </a:extLst>
            </p:cNvPr>
            <p:cNvSpPr/>
            <p:nvPr/>
          </p:nvSpPr>
          <p:spPr>
            <a:xfrm>
              <a:off x="667839" y="4151612"/>
              <a:ext cx="367403" cy="48874"/>
            </a:xfrm>
            <a:custGeom>
              <a:avLst/>
              <a:gdLst/>
              <a:ahLst/>
              <a:cxnLst/>
              <a:rect l="l" t="t" r="r" b="b"/>
              <a:pathLst>
                <a:path w="11434" h="1521" extrusionOk="0">
                  <a:moveTo>
                    <a:pt x="1" y="1"/>
                  </a:moveTo>
                  <a:lnTo>
                    <a:pt x="1" y="1521"/>
                  </a:lnTo>
                  <a:lnTo>
                    <a:pt x="11433" y="1521"/>
                  </a:lnTo>
                  <a:lnTo>
                    <a:pt x="114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237;p43">
              <a:extLst>
                <a:ext uri="{FF2B5EF4-FFF2-40B4-BE49-F238E27FC236}">
                  <a16:creationId xmlns:a16="http://schemas.microsoft.com/office/drawing/2014/main" id="{910CEB0B-7010-4CDC-5501-924191C94A2F}"/>
                </a:ext>
              </a:extLst>
            </p:cNvPr>
            <p:cNvSpPr/>
            <p:nvPr/>
          </p:nvSpPr>
          <p:spPr>
            <a:xfrm>
              <a:off x="667839" y="4210640"/>
              <a:ext cx="367403" cy="219851"/>
            </a:xfrm>
            <a:custGeom>
              <a:avLst/>
              <a:gdLst/>
              <a:ahLst/>
              <a:cxnLst/>
              <a:rect l="l" t="t" r="r" b="b"/>
              <a:pathLst>
                <a:path w="11434" h="6842" extrusionOk="0">
                  <a:moveTo>
                    <a:pt x="2882" y="1331"/>
                  </a:moveTo>
                  <a:lnTo>
                    <a:pt x="2882" y="2977"/>
                  </a:lnTo>
                  <a:lnTo>
                    <a:pt x="1236" y="2977"/>
                  </a:lnTo>
                  <a:lnTo>
                    <a:pt x="1236" y="1331"/>
                  </a:lnTo>
                  <a:close/>
                  <a:moveTo>
                    <a:pt x="5258" y="1331"/>
                  </a:moveTo>
                  <a:lnTo>
                    <a:pt x="5258" y="2977"/>
                  </a:lnTo>
                  <a:lnTo>
                    <a:pt x="3611" y="2977"/>
                  </a:lnTo>
                  <a:lnTo>
                    <a:pt x="3611" y="1331"/>
                  </a:lnTo>
                  <a:close/>
                  <a:moveTo>
                    <a:pt x="7633" y="1331"/>
                  </a:moveTo>
                  <a:lnTo>
                    <a:pt x="7633" y="2977"/>
                  </a:lnTo>
                  <a:lnTo>
                    <a:pt x="6018" y="2977"/>
                  </a:lnTo>
                  <a:lnTo>
                    <a:pt x="6018" y="1331"/>
                  </a:lnTo>
                  <a:close/>
                  <a:moveTo>
                    <a:pt x="10008" y="1331"/>
                  </a:moveTo>
                  <a:lnTo>
                    <a:pt x="10008" y="2977"/>
                  </a:lnTo>
                  <a:lnTo>
                    <a:pt x="8393" y="2977"/>
                  </a:lnTo>
                  <a:lnTo>
                    <a:pt x="8393" y="1331"/>
                  </a:lnTo>
                  <a:close/>
                  <a:moveTo>
                    <a:pt x="2882" y="3737"/>
                  </a:moveTo>
                  <a:lnTo>
                    <a:pt x="2882" y="5353"/>
                  </a:lnTo>
                  <a:lnTo>
                    <a:pt x="1236" y="5353"/>
                  </a:lnTo>
                  <a:lnTo>
                    <a:pt x="1236" y="3737"/>
                  </a:lnTo>
                  <a:close/>
                  <a:moveTo>
                    <a:pt x="5258" y="3737"/>
                  </a:moveTo>
                  <a:lnTo>
                    <a:pt x="5258" y="5353"/>
                  </a:lnTo>
                  <a:lnTo>
                    <a:pt x="3611" y="5353"/>
                  </a:lnTo>
                  <a:lnTo>
                    <a:pt x="3611" y="3737"/>
                  </a:lnTo>
                  <a:close/>
                  <a:moveTo>
                    <a:pt x="7633" y="3737"/>
                  </a:moveTo>
                  <a:lnTo>
                    <a:pt x="7633" y="5353"/>
                  </a:lnTo>
                  <a:lnTo>
                    <a:pt x="6018" y="5353"/>
                  </a:lnTo>
                  <a:lnTo>
                    <a:pt x="6018" y="3737"/>
                  </a:lnTo>
                  <a:close/>
                  <a:moveTo>
                    <a:pt x="10008" y="3737"/>
                  </a:moveTo>
                  <a:lnTo>
                    <a:pt x="10008" y="5353"/>
                  </a:lnTo>
                  <a:lnTo>
                    <a:pt x="8393" y="5353"/>
                  </a:lnTo>
                  <a:lnTo>
                    <a:pt x="8393" y="3737"/>
                  </a:lnTo>
                  <a:close/>
                  <a:moveTo>
                    <a:pt x="1" y="1"/>
                  </a:moveTo>
                  <a:lnTo>
                    <a:pt x="1" y="6841"/>
                  </a:lnTo>
                  <a:lnTo>
                    <a:pt x="11433" y="6841"/>
                  </a:lnTo>
                  <a:lnTo>
                    <a:pt x="114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238;p43">
              <a:extLst>
                <a:ext uri="{FF2B5EF4-FFF2-40B4-BE49-F238E27FC236}">
                  <a16:creationId xmlns:a16="http://schemas.microsoft.com/office/drawing/2014/main" id="{1380BE05-E040-89CC-5D67-F86C4ECF9C2A}"/>
                </a:ext>
              </a:extLst>
            </p:cNvPr>
            <p:cNvSpPr/>
            <p:nvPr/>
          </p:nvSpPr>
          <p:spPr>
            <a:xfrm>
              <a:off x="724842" y="4104795"/>
              <a:ext cx="35635" cy="86533"/>
            </a:xfrm>
            <a:custGeom>
              <a:avLst/>
              <a:gdLst/>
              <a:ahLst/>
              <a:cxnLst/>
              <a:rect l="l" t="t" r="r" b="b"/>
              <a:pathLst>
                <a:path w="1109" h="2693" extrusionOk="0">
                  <a:moveTo>
                    <a:pt x="538" y="1"/>
                  </a:moveTo>
                  <a:cubicBezTo>
                    <a:pt x="253" y="1"/>
                    <a:pt x="0" y="223"/>
                    <a:pt x="0" y="539"/>
                  </a:cubicBezTo>
                  <a:lnTo>
                    <a:pt x="0" y="2154"/>
                  </a:lnTo>
                  <a:cubicBezTo>
                    <a:pt x="0" y="2471"/>
                    <a:pt x="253" y="2693"/>
                    <a:pt x="538" y="2693"/>
                  </a:cubicBezTo>
                  <a:lnTo>
                    <a:pt x="570" y="2693"/>
                  </a:lnTo>
                  <a:cubicBezTo>
                    <a:pt x="855" y="2693"/>
                    <a:pt x="1108" y="2471"/>
                    <a:pt x="1108" y="2154"/>
                  </a:cubicBezTo>
                  <a:lnTo>
                    <a:pt x="1108" y="539"/>
                  </a:lnTo>
                  <a:cubicBezTo>
                    <a:pt x="1108" y="223"/>
                    <a:pt x="855" y="1"/>
                    <a:pt x="5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239;p43">
              <a:extLst>
                <a:ext uri="{FF2B5EF4-FFF2-40B4-BE49-F238E27FC236}">
                  <a16:creationId xmlns:a16="http://schemas.microsoft.com/office/drawing/2014/main" id="{876CB3FD-E9BE-E380-540E-234191806FCE}"/>
                </a:ext>
              </a:extLst>
            </p:cNvPr>
            <p:cNvSpPr/>
            <p:nvPr/>
          </p:nvSpPr>
          <p:spPr>
            <a:xfrm>
              <a:off x="942604" y="4104795"/>
              <a:ext cx="34607" cy="86533"/>
            </a:xfrm>
            <a:custGeom>
              <a:avLst/>
              <a:gdLst/>
              <a:ahLst/>
              <a:cxnLst/>
              <a:rect l="l" t="t" r="r" b="b"/>
              <a:pathLst>
                <a:path w="1077" h="2693" extrusionOk="0">
                  <a:moveTo>
                    <a:pt x="539" y="1"/>
                  </a:moveTo>
                  <a:cubicBezTo>
                    <a:pt x="254" y="1"/>
                    <a:pt x="0" y="223"/>
                    <a:pt x="0" y="539"/>
                  </a:cubicBezTo>
                  <a:lnTo>
                    <a:pt x="0" y="2154"/>
                  </a:lnTo>
                  <a:cubicBezTo>
                    <a:pt x="0" y="2471"/>
                    <a:pt x="254" y="2693"/>
                    <a:pt x="539" y="2693"/>
                  </a:cubicBezTo>
                  <a:cubicBezTo>
                    <a:pt x="855" y="2693"/>
                    <a:pt x="1077" y="2471"/>
                    <a:pt x="1077" y="2154"/>
                  </a:cubicBezTo>
                  <a:lnTo>
                    <a:pt x="1077" y="539"/>
                  </a:lnTo>
                  <a:cubicBezTo>
                    <a:pt x="1077" y="223"/>
                    <a:pt x="855" y="1"/>
                    <a:pt x="5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1A4A93F-1B33-564F-0332-649D9E7DB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89120"/>
              </p:ext>
            </p:extLst>
          </p:nvPr>
        </p:nvGraphicFramePr>
        <p:xfrm>
          <a:off x="826644" y="768676"/>
          <a:ext cx="7533132" cy="4159928"/>
        </p:xfrm>
        <a:graphic>
          <a:graphicData uri="http://schemas.openxmlformats.org/drawingml/2006/table">
            <a:tbl>
              <a:tblPr/>
              <a:tblGrid>
                <a:gridCol w="2006605">
                  <a:extLst>
                    <a:ext uri="{9D8B030D-6E8A-4147-A177-3AD203B41FA5}">
                      <a16:colId xmlns:a16="http://schemas.microsoft.com/office/drawing/2014/main" val="4200291685"/>
                    </a:ext>
                  </a:extLst>
                </a:gridCol>
                <a:gridCol w="911334">
                  <a:extLst>
                    <a:ext uri="{9D8B030D-6E8A-4147-A177-3AD203B41FA5}">
                      <a16:colId xmlns:a16="http://schemas.microsoft.com/office/drawing/2014/main" val="1881031169"/>
                    </a:ext>
                  </a:extLst>
                </a:gridCol>
                <a:gridCol w="1722336">
                  <a:extLst>
                    <a:ext uri="{9D8B030D-6E8A-4147-A177-3AD203B41FA5}">
                      <a16:colId xmlns:a16="http://schemas.microsoft.com/office/drawing/2014/main" val="3478998071"/>
                    </a:ext>
                  </a:extLst>
                </a:gridCol>
                <a:gridCol w="1580203">
                  <a:extLst>
                    <a:ext uri="{9D8B030D-6E8A-4147-A177-3AD203B41FA5}">
                      <a16:colId xmlns:a16="http://schemas.microsoft.com/office/drawing/2014/main" val="4249034074"/>
                    </a:ext>
                  </a:extLst>
                </a:gridCol>
                <a:gridCol w="1312654">
                  <a:extLst>
                    <a:ext uri="{9D8B030D-6E8A-4147-A177-3AD203B41FA5}">
                      <a16:colId xmlns:a16="http://schemas.microsoft.com/office/drawing/2014/main" val="3813749411"/>
                    </a:ext>
                  </a:extLst>
                </a:gridCol>
              </a:tblGrid>
              <a:tr h="3833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Paper Name</a:t>
                      </a:r>
                      <a:endParaRPr lang="en-US" sz="11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Year</a:t>
                      </a:r>
                      <a:endParaRPr lang="en-US" sz="11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Method</a:t>
                      </a:r>
                      <a:endParaRPr lang="en-US" sz="11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Dataset</a:t>
                      </a:r>
                      <a:endParaRPr lang="en-US" sz="11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Accuracy</a:t>
                      </a:r>
                      <a:endParaRPr lang="en-US" sz="11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693525"/>
                  </a:ext>
                </a:extLst>
              </a:tr>
              <a:tr h="1076149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A Hybrid CNN-Transformer Model for Heart Disease Prediction Using Life History Data.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2025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CNN-Transformer Hybrid Model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Life History Dataset 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97.0%  </a:t>
                      </a:r>
                      <a:endParaRPr lang="en-US" sz="14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00777"/>
                  </a:ext>
                </a:extLst>
              </a:tr>
              <a:tr h="126447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Causal and Explainable Machine Learning Framework for Heart Disease Prediction using 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XGBoost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 and SHAP.</a:t>
                      </a:r>
                      <a:endParaRPr lang="en-US" sz="14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2025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Explainable XGBoost+SHAP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Heart Disease Dataset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95.9% 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521589"/>
                  </a:ext>
                </a:extLst>
              </a:tr>
              <a:tr h="1076149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Heart Failure Prediction Based on Bootstrap Sampling and Weighted Fusion LightGBM Model.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2025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LightGBM Fusion Model 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Heart Failure Dataset 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96.4% </a:t>
                      </a:r>
                      <a:endParaRPr lang="en-US" sz="14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0465" marR="60465" marT="60465" marB="60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979585"/>
                  </a:ext>
                </a:extLst>
              </a:tr>
            </a:tbl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D87B6B6F-17AB-1127-DE67-529FF943D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1152525"/>
            <a:ext cx="713269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7DFD00-4EA7-4260-36D3-8CF047E1875E}"/>
              </a:ext>
            </a:extLst>
          </p:cNvPr>
          <p:cNvSpPr txBox="1"/>
          <p:nvPr/>
        </p:nvSpPr>
        <p:spPr>
          <a:xfrm>
            <a:off x="8508206" y="4693444"/>
            <a:ext cx="335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7B0CC9AE-49E8-5FFD-1DB0-0181127D1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4BF28E34-64F7-D62E-DACE-45905E9770CC}"/>
              </a:ext>
            </a:extLst>
          </p:cNvPr>
          <p:cNvSpPr txBox="1"/>
          <p:nvPr/>
        </p:nvSpPr>
        <p:spPr>
          <a:xfrm>
            <a:off x="710250" y="134794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>
                <a:latin typeface="Bodoni MT Black" panose="02070A03080606020203" pitchFamily="18" charset="0"/>
              </a:rPr>
              <a:t>Literature Review</a:t>
            </a:r>
            <a:endParaRPr sz="2800" dirty="0">
              <a:latin typeface="Bodoni MT Black" panose="02070A03080606020203" pitchFamily="18" charset="0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88" name="Google Shape;188;p14">
            <a:extLst>
              <a:ext uri="{FF2B5EF4-FFF2-40B4-BE49-F238E27FC236}">
                <a16:creationId xmlns:a16="http://schemas.microsoft.com/office/drawing/2014/main" id="{B46A72CA-BA5C-1D25-71BC-8D3CFB1F31F2}"/>
              </a:ext>
            </a:extLst>
          </p:cNvPr>
          <p:cNvGrpSpPr/>
          <p:nvPr/>
        </p:nvGrpSpPr>
        <p:grpSpPr>
          <a:xfrm>
            <a:off x="80119" y="4385643"/>
            <a:ext cx="630131" cy="630131"/>
            <a:chOff x="6323089" y="3637093"/>
            <a:chExt cx="630131" cy="630131"/>
          </a:xfrm>
        </p:grpSpPr>
        <p:sp>
          <p:nvSpPr>
            <p:cNvPr id="189" name="Google Shape;189;p14">
              <a:extLst>
                <a:ext uri="{FF2B5EF4-FFF2-40B4-BE49-F238E27FC236}">
                  <a16:creationId xmlns:a16="http://schemas.microsoft.com/office/drawing/2014/main" id="{0107441A-E36A-E620-7A45-FD64F3AE05E7}"/>
                </a:ext>
              </a:extLst>
            </p:cNvPr>
            <p:cNvSpPr/>
            <p:nvPr/>
          </p:nvSpPr>
          <p:spPr>
            <a:xfrm>
              <a:off x="6368635" y="3682639"/>
              <a:ext cx="539039" cy="539012"/>
            </a:xfrm>
            <a:custGeom>
              <a:avLst/>
              <a:gdLst/>
              <a:ahLst/>
              <a:cxnLst/>
              <a:rect l="l" t="t" r="r" b="b"/>
              <a:pathLst>
                <a:path w="20238" h="20237" extrusionOk="0">
                  <a:moveTo>
                    <a:pt x="10135" y="1"/>
                  </a:moveTo>
                  <a:cubicBezTo>
                    <a:pt x="4530" y="1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1"/>
                    <a:pt x="101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>
              <a:extLst>
                <a:ext uri="{FF2B5EF4-FFF2-40B4-BE49-F238E27FC236}">
                  <a16:creationId xmlns:a16="http://schemas.microsoft.com/office/drawing/2014/main" id="{3459BE7E-AC3A-7AC0-67BF-2EBD75F0089F}"/>
                </a:ext>
              </a:extLst>
            </p:cNvPr>
            <p:cNvSpPr/>
            <p:nvPr/>
          </p:nvSpPr>
          <p:spPr>
            <a:xfrm>
              <a:off x="6504447" y="3817598"/>
              <a:ext cx="124013" cy="124865"/>
            </a:xfrm>
            <a:custGeom>
              <a:avLst/>
              <a:gdLst/>
              <a:ahLst/>
              <a:cxnLst/>
              <a:rect l="l" t="t" r="r" b="b"/>
              <a:pathLst>
                <a:path w="4656" h="4688" extrusionOk="0">
                  <a:moveTo>
                    <a:pt x="4054" y="381"/>
                  </a:moveTo>
                  <a:cubicBezTo>
                    <a:pt x="4213" y="381"/>
                    <a:pt x="4308" y="476"/>
                    <a:pt x="4308" y="602"/>
                  </a:cubicBezTo>
                  <a:lnTo>
                    <a:pt x="4308" y="4086"/>
                  </a:lnTo>
                  <a:cubicBezTo>
                    <a:pt x="4308" y="4213"/>
                    <a:pt x="4213" y="4339"/>
                    <a:pt x="4054" y="4339"/>
                  </a:cubicBezTo>
                  <a:lnTo>
                    <a:pt x="602" y="4339"/>
                  </a:lnTo>
                  <a:cubicBezTo>
                    <a:pt x="444" y="4339"/>
                    <a:pt x="349" y="4213"/>
                    <a:pt x="349" y="4086"/>
                  </a:cubicBezTo>
                  <a:lnTo>
                    <a:pt x="349" y="602"/>
                  </a:lnTo>
                  <a:cubicBezTo>
                    <a:pt x="349" y="476"/>
                    <a:pt x="444" y="381"/>
                    <a:pt x="602" y="381"/>
                  </a:cubicBezTo>
                  <a:close/>
                  <a:moveTo>
                    <a:pt x="602" y="1"/>
                  </a:moveTo>
                  <a:cubicBezTo>
                    <a:pt x="254" y="1"/>
                    <a:pt x="1" y="286"/>
                    <a:pt x="1" y="602"/>
                  </a:cubicBezTo>
                  <a:lnTo>
                    <a:pt x="1" y="4086"/>
                  </a:lnTo>
                  <a:cubicBezTo>
                    <a:pt x="1" y="4403"/>
                    <a:pt x="254" y="4688"/>
                    <a:pt x="602" y="4688"/>
                  </a:cubicBezTo>
                  <a:lnTo>
                    <a:pt x="4054" y="4688"/>
                  </a:lnTo>
                  <a:cubicBezTo>
                    <a:pt x="4403" y="4688"/>
                    <a:pt x="4656" y="4403"/>
                    <a:pt x="4656" y="4086"/>
                  </a:cubicBezTo>
                  <a:lnTo>
                    <a:pt x="4656" y="602"/>
                  </a:lnTo>
                  <a:cubicBezTo>
                    <a:pt x="4656" y="286"/>
                    <a:pt x="4403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>
              <a:extLst>
                <a:ext uri="{FF2B5EF4-FFF2-40B4-BE49-F238E27FC236}">
                  <a16:creationId xmlns:a16="http://schemas.microsoft.com/office/drawing/2014/main" id="{4B799F8B-583A-E830-03FF-95773EB5540B}"/>
                </a:ext>
              </a:extLst>
            </p:cNvPr>
            <p:cNvSpPr/>
            <p:nvPr/>
          </p:nvSpPr>
          <p:spPr>
            <a:xfrm>
              <a:off x="6647850" y="3817598"/>
              <a:ext cx="124865" cy="124865"/>
            </a:xfrm>
            <a:custGeom>
              <a:avLst/>
              <a:gdLst/>
              <a:ahLst/>
              <a:cxnLst/>
              <a:rect l="l" t="t" r="r" b="b"/>
              <a:pathLst>
                <a:path w="4688" h="4688" extrusionOk="0">
                  <a:moveTo>
                    <a:pt x="4086" y="381"/>
                  </a:moveTo>
                  <a:cubicBezTo>
                    <a:pt x="4212" y="381"/>
                    <a:pt x="4307" y="476"/>
                    <a:pt x="4307" y="602"/>
                  </a:cubicBezTo>
                  <a:lnTo>
                    <a:pt x="4307" y="4086"/>
                  </a:lnTo>
                  <a:cubicBezTo>
                    <a:pt x="4307" y="4213"/>
                    <a:pt x="4212" y="4339"/>
                    <a:pt x="4086" y="4339"/>
                  </a:cubicBezTo>
                  <a:lnTo>
                    <a:pt x="602" y="4339"/>
                  </a:lnTo>
                  <a:cubicBezTo>
                    <a:pt x="475" y="4339"/>
                    <a:pt x="349" y="4213"/>
                    <a:pt x="349" y="4086"/>
                  </a:cubicBezTo>
                  <a:lnTo>
                    <a:pt x="349" y="602"/>
                  </a:lnTo>
                  <a:cubicBezTo>
                    <a:pt x="349" y="476"/>
                    <a:pt x="475" y="381"/>
                    <a:pt x="602" y="381"/>
                  </a:cubicBezTo>
                  <a:close/>
                  <a:moveTo>
                    <a:pt x="602" y="1"/>
                  </a:moveTo>
                  <a:cubicBezTo>
                    <a:pt x="254" y="1"/>
                    <a:pt x="0" y="286"/>
                    <a:pt x="0" y="602"/>
                  </a:cubicBezTo>
                  <a:lnTo>
                    <a:pt x="0" y="4086"/>
                  </a:lnTo>
                  <a:cubicBezTo>
                    <a:pt x="0" y="4403"/>
                    <a:pt x="254" y="4688"/>
                    <a:pt x="602" y="4688"/>
                  </a:cubicBezTo>
                  <a:lnTo>
                    <a:pt x="4086" y="4688"/>
                  </a:lnTo>
                  <a:cubicBezTo>
                    <a:pt x="4402" y="4688"/>
                    <a:pt x="4687" y="4403"/>
                    <a:pt x="4687" y="4086"/>
                  </a:cubicBezTo>
                  <a:lnTo>
                    <a:pt x="4687" y="602"/>
                  </a:lnTo>
                  <a:cubicBezTo>
                    <a:pt x="4687" y="286"/>
                    <a:pt x="4402" y="1"/>
                    <a:pt x="4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>
              <a:extLst>
                <a:ext uri="{FF2B5EF4-FFF2-40B4-BE49-F238E27FC236}">
                  <a16:creationId xmlns:a16="http://schemas.microsoft.com/office/drawing/2014/main" id="{5C17CF69-61F1-11EF-8344-2A569DAB226F}"/>
                </a:ext>
              </a:extLst>
            </p:cNvPr>
            <p:cNvSpPr/>
            <p:nvPr/>
          </p:nvSpPr>
          <p:spPr>
            <a:xfrm>
              <a:off x="6504447" y="3961827"/>
              <a:ext cx="124013" cy="124039"/>
            </a:xfrm>
            <a:custGeom>
              <a:avLst/>
              <a:gdLst/>
              <a:ahLst/>
              <a:cxnLst/>
              <a:rect l="l" t="t" r="r" b="b"/>
              <a:pathLst>
                <a:path w="4656" h="4657" extrusionOk="0">
                  <a:moveTo>
                    <a:pt x="4054" y="349"/>
                  </a:moveTo>
                  <a:cubicBezTo>
                    <a:pt x="4213" y="349"/>
                    <a:pt x="4308" y="444"/>
                    <a:pt x="4308" y="603"/>
                  </a:cubicBezTo>
                  <a:lnTo>
                    <a:pt x="4308" y="4055"/>
                  </a:lnTo>
                  <a:cubicBezTo>
                    <a:pt x="4308" y="4213"/>
                    <a:pt x="4213" y="4308"/>
                    <a:pt x="4054" y="4308"/>
                  </a:cubicBezTo>
                  <a:lnTo>
                    <a:pt x="602" y="4308"/>
                  </a:lnTo>
                  <a:cubicBezTo>
                    <a:pt x="444" y="4308"/>
                    <a:pt x="349" y="4213"/>
                    <a:pt x="349" y="4055"/>
                  </a:cubicBezTo>
                  <a:lnTo>
                    <a:pt x="349" y="603"/>
                  </a:lnTo>
                  <a:cubicBezTo>
                    <a:pt x="349" y="476"/>
                    <a:pt x="444" y="349"/>
                    <a:pt x="602" y="349"/>
                  </a:cubicBezTo>
                  <a:close/>
                  <a:moveTo>
                    <a:pt x="602" y="1"/>
                  </a:moveTo>
                  <a:cubicBezTo>
                    <a:pt x="254" y="1"/>
                    <a:pt x="1" y="254"/>
                    <a:pt x="1" y="603"/>
                  </a:cubicBezTo>
                  <a:lnTo>
                    <a:pt x="1" y="4055"/>
                  </a:lnTo>
                  <a:cubicBezTo>
                    <a:pt x="1" y="4403"/>
                    <a:pt x="254" y="4656"/>
                    <a:pt x="602" y="4656"/>
                  </a:cubicBezTo>
                  <a:lnTo>
                    <a:pt x="4054" y="4656"/>
                  </a:lnTo>
                  <a:cubicBezTo>
                    <a:pt x="4403" y="4656"/>
                    <a:pt x="4656" y="4403"/>
                    <a:pt x="4656" y="4055"/>
                  </a:cubicBezTo>
                  <a:lnTo>
                    <a:pt x="4656" y="603"/>
                  </a:lnTo>
                  <a:cubicBezTo>
                    <a:pt x="4656" y="254"/>
                    <a:pt x="4403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4">
              <a:extLst>
                <a:ext uri="{FF2B5EF4-FFF2-40B4-BE49-F238E27FC236}">
                  <a16:creationId xmlns:a16="http://schemas.microsoft.com/office/drawing/2014/main" id="{58B2179E-40A2-A743-46B6-1382D8698ABA}"/>
                </a:ext>
              </a:extLst>
            </p:cNvPr>
            <p:cNvSpPr/>
            <p:nvPr/>
          </p:nvSpPr>
          <p:spPr>
            <a:xfrm>
              <a:off x="6647850" y="3961827"/>
              <a:ext cx="124865" cy="124039"/>
            </a:xfrm>
            <a:custGeom>
              <a:avLst/>
              <a:gdLst/>
              <a:ahLst/>
              <a:cxnLst/>
              <a:rect l="l" t="t" r="r" b="b"/>
              <a:pathLst>
                <a:path w="4688" h="4657" extrusionOk="0">
                  <a:moveTo>
                    <a:pt x="2344" y="1"/>
                  </a:moveTo>
                  <a:cubicBezTo>
                    <a:pt x="2249" y="1"/>
                    <a:pt x="2154" y="64"/>
                    <a:pt x="2154" y="159"/>
                  </a:cubicBezTo>
                  <a:lnTo>
                    <a:pt x="2154" y="2154"/>
                  </a:lnTo>
                  <a:lnTo>
                    <a:pt x="190" y="2154"/>
                  </a:lnTo>
                  <a:cubicBezTo>
                    <a:pt x="64" y="2154"/>
                    <a:pt x="0" y="2218"/>
                    <a:pt x="0" y="2344"/>
                  </a:cubicBezTo>
                  <a:cubicBezTo>
                    <a:pt x="0" y="2439"/>
                    <a:pt x="64" y="2503"/>
                    <a:pt x="190" y="2503"/>
                  </a:cubicBezTo>
                  <a:lnTo>
                    <a:pt x="2154" y="2503"/>
                  </a:lnTo>
                  <a:lnTo>
                    <a:pt x="2154" y="4498"/>
                  </a:lnTo>
                  <a:cubicBezTo>
                    <a:pt x="2154" y="4593"/>
                    <a:pt x="2249" y="4656"/>
                    <a:pt x="2344" y="4656"/>
                  </a:cubicBezTo>
                  <a:cubicBezTo>
                    <a:pt x="2439" y="4656"/>
                    <a:pt x="2502" y="4593"/>
                    <a:pt x="2502" y="4498"/>
                  </a:cubicBezTo>
                  <a:lnTo>
                    <a:pt x="2502" y="2503"/>
                  </a:lnTo>
                  <a:lnTo>
                    <a:pt x="4497" y="2503"/>
                  </a:lnTo>
                  <a:cubicBezTo>
                    <a:pt x="4592" y="2503"/>
                    <a:pt x="4687" y="2439"/>
                    <a:pt x="4687" y="2344"/>
                  </a:cubicBezTo>
                  <a:cubicBezTo>
                    <a:pt x="4687" y="2218"/>
                    <a:pt x="4592" y="2154"/>
                    <a:pt x="4497" y="2154"/>
                  </a:cubicBezTo>
                  <a:lnTo>
                    <a:pt x="2502" y="2154"/>
                  </a:lnTo>
                  <a:lnTo>
                    <a:pt x="2502" y="159"/>
                  </a:lnTo>
                  <a:cubicBezTo>
                    <a:pt x="2502" y="64"/>
                    <a:pt x="2439" y="1"/>
                    <a:pt x="23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4">
              <a:extLst>
                <a:ext uri="{FF2B5EF4-FFF2-40B4-BE49-F238E27FC236}">
                  <a16:creationId xmlns:a16="http://schemas.microsoft.com/office/drawing/2014/main" id="{1C434BA6-6538-E40E-1D9B-CCB72A94F5A4}"/>
                </a:ext>
              </a:extLst>
            </p:cNvPr>
            <p:cNvSpPr/>
            <p:nvPr/>
          </p:nvSpPr>
          <p:spPr>
            <a:xfrm>
              <a:off x="6533133" y="3637093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4"/>
                    <a:pt x="0" y="666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4">
              <a:extLst>
                <a:ext uri="{FF2B5EF4-FFF2-40B4-BE49-F238E27FC236}">
                  <a16:creationId xmlns:a16="http://schemas.microsoft.com/office/drawing/2014/main" id="{3039B608-362B-9654-2D7A-C0CFA1D1F8B1}"/>
                </a:ext>
              </a:extLst>
            </p:cNvPr>
            <p:cNvSpPr/>
            <p:nvPr/>
          </p:nvSpPr>
          <p:spPr>
            <a:xfrm>
              <a:off x="6323089" y="3722298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0"/>
                  </a:moveTo>
                  <a:cubicBezTo>
                    <a:pt x="1458" y="2154"/>
                    <a:pt x="1" y="5225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14">
            <a:extLst>
              <a:ext uri="{FF2B5EF4-FFF2-40B4-BE49-F238E27FC236}">
                <a16:creationId xmlns:a16="http://schemas.microsoft.com/office/drawing/2014/main" id="{1EE903B0-D01F-0856-388F-076882A444FE}"/>
              </a:ext>
            </a:extLst>
          </p:cNvPr>
          <p:cNvGrpSpPr/>
          <p:nvPr/>
        </p:nvGrpSpPr>
        <p:grpSpPr>
          <a:xfrm>
            <a:off x="8433750" y="134794"/>
            <a:ext cx="630104" cy="630131"/>
            <a:chOff x="2190776" y="3637093"/>
            <a:chExt cx="630104" cy="630131"/>
          </a:xfrm>
        </p:grpSpPr>
        <p:sp>
          <p:nvSpPr>
            <p:cNvPr id="211" name="Google Shape;211;p14">
              <a:extLst>
                <a:ext uri="{FF2B5EF4-FFF2-40B4-BE49-F238E27FC236}">
                  <a16:creationId xmlns:a16="http://schemas.microsoft.com/office/drawing/2014/main" id="{413E7C26-C480-1275-2A8F-25F38C052EB2}"/>
                </a:ext>
              </a:extLst>
            </p:cNvPr>
            <p:cNvSpPr/>
            <p:nvPr/>
          </p:nvSpPr>
          <p:spPr>
            <a:xfrm>
              <a:off x="2236321" y="3682639"/>
              <a:ext cx="539012" cy="539012"/>
            </a:xfrm>
            <a:custGeom>
              <a:avLst/>
              <a:gdLst/>
              <a:ahLst/>
              <a:cxnLst/>
              <a:rect l="l" t="t" r="r" b="b"/>
              <a:pathLst>
                <a:path w="20237" h="20237" extrusionOk="0">
                  <a:moveTo>
                    <a:pt x="10103" y="1"/>
                  </a:moveTo>
                  <a:cubicBezTo>
                    <a:pt x="4529" y="1"/>
                    <a:pt x="0" y="4529"/>
                    <a:pt x="0" y="10103"/>
                  </a:cubicBezTo>
                  <a:cubicBezTo>
                    <a:pt x="0" y="15708"/>
                    <a:pt x="4529" y="20237"/>
                    <a:pt x="10103" y="20237"/>
                  </a:cubicBezTo>
                  <a:cubicBezTo>
                    <a:pt x="15708" y="20237"/>
                    <a:pt x="20237" y="15708"/>
                    <a:pt x="20237" y="10103"/>
                  </a:cubicBezTo>
                  <a:cubicBezTo>
                    <a:pt x="20237" y="4529"/>
                    <a:pt x="15708" y="1"/>
                    <a:pt x="1010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4">
              <a:extLst>
                <a:ext uri="{FF2B5EF4-FFF2-40B4-BE49-F238E27FC236}">
                  <a16:creationId xmlns:a16="http://schemas.microsoft.com/office/drawing/2014/main" id="{BE922FC0-0049-9BA9-5351-E70AD9038E4B}"/>
                </a:ext>
              </a:extLst>
            </p:cNvPr>
            <p:cNvSpPr/>
            <p:nvPr/>
          </p:nvSpPr>
          <p:spPr>
            <a:xfrm>
              <a:off x="2343447" y="3828572"/>
              <a:ext cx="308753" cy="247173"/>
            </a:xfrm>
            <a:custGeom>
              <a:avLst/>
              <a:gdLst/>
              <a:ahLst/>
              <a:cxnLst/>
              <a:rect l="l" t="t" r="r" b="b"/>
              <a:pathLst>
                <a:path w="11592" h="9280" extrusionOk="0">
                  <a:moveTo>
                    <a:pt x="11211" y="380"/>
                  </a:moveTo>
                  <a:lnTo>
                    <a:pt x="11211" y="6176"/>
                  </a:lnTo>
                  <a:lnTo>
                    <a:pt x="3104" y="6176"/>
                  </a:lnTo>
                  <a:lnTo>
                    <a:pt x="3104" y="380"/>
                  </a:lnTo>
                  <a:close/>
                  <a:moveTo>
                    <a:pt x="2692" y="1742"/>
                  </a:moveTo>
                  <a:lnTo>
                    <a:pt x="2692" y="6556"/>
                  </a:lnTo>
                  <a:lnTo>
                    <a:pt x="9849" y="6556"/>
                  </a:lnTo>
                  <a:lnTo>
                    <a:pt x="9849" y="7537"/>
                  </a:lnTo>
                  <a:lnTo>
                    <a:pt x="1742" y="7537"/>
                  </a:lnTo>
                  <a:lnTo>
                    <a:pt x="1742" y="1742"/>
                  </a:lnTo>
                  <a:close/>
                  <a:moveTo>
                    <a:pt x="1362" y="3104"/>
                  </a:moveTo>
                  <a:lnTo>
                    <a:pt x="1362" y="7918"/>
                  </a:lnTo>
                  <a:lnTo>
                    <a:pt x="8487" y="7918"/>
                  </a:lnTo>
                  <a:lnTo>
                    <a:pt x="8487" y="8899"/>
                  </a:lnTo>
                  <a:lnTo>
                    <a:pt x="380" y="8899"/>
                  </a:lnTo>
                  <a:lnTo>
                    <a:pt x="380" y="3104"/>
                  </a:lnTo>
                  <a:close/>
                  <a:moveTo>
                    <a:pt x="2692" y="0"/>
                  </a:moveTo>
                  <a:lnTo>
                    <a:pt x="2692" y="1362"/>
                  </a:lnTo>
                  <a:lnTo>
                    <a:pt x="1362" y="1362"/>
                  </a:lnTo>
                  <a:lnTo>
                    <a:pt x="1362" y="2692"/>
                  </a:lnTo>
                  <a:lnTo>
                    <a:pt x="0" y="2692"/>
                  </a:lnTo>
                  <a:lnTo>
                    <a:pt x="0" y="9279"/>
                  </a:lnTo>
                  <a:lnTo>
                    <a:pt x="8899" y="9279"/>
                  </a:lnTo>
                  <a:lnTo>
                    <a:pt x="8899" y="7918"/>
                  </a:lnTo>
                  <a:lnTo>
                    <a:pt x="10229" y="7918"/>
                  </a:lnTo>
                  <a:lnTo>
                    <a:pt x="10229" y="6556"/>
                  </a:lnTo>
                  <a:lnTo>
                    <a:pt x="11591" y="6556"/>
                  </a:lnTo>
                  <a:lnTo>
                    <a:pt x="115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4">
              <a:extLst>
                <a:ext uri="{FF2B5EF4-FFF2-40B4-BE49-F238E27FC236}">
                  <a16:creationId xmlns:a16="http://schemas.microsoft.com/office/drawing/2014/main" id="{12B57873-6E94-3AF5-99FB-636DEC70A95E}"/>
                </a:ext>
              </a:extLst>
            </p:cNvPr>
            <p:cNvSpPr/>
            <p:nvPr/>
          </p:nvSpPr>
          <p:spPr>
            <a:xfrm>
              <a:off x="2190776" y="3637093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3389" y="20110"/>
                  </a:moveTo>
                  <a:cubicBezTo>
                    <a:pt x="1298" y="17988"/>
                    <a:pt x="0" y="15043"/>
                    <a:pt x="0" y="11813"/>
                  </a:cubicBezTo>
                  <a:cubicBezTo>
                    <a:pt x="0" y="5289"/>
                    <a:pt x="5289" y="0"/>
                    <a:pt x="11813" y="0"/>
                  </a:cubicBezTo>
                  <a:cubicBezTo>
                    <a:pt x="13206" y="0"/>
                    <a:pt x="14536" y="254"/>
                    <a:pt x="15771" y="666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4">
              <a:extLst>
                <a:ext uri="{FF2B5EF4-FFF2-40B4-BE49-F238E27FC236}">
                  <a16:creationId xmlns:a16="http://schemas.microsoft.com/office/drawing/2014/main" id="{75235116-A8F6-6166-5C4A-9F6F8BA6B13B}"/>
                </a:ext>
              </a:extLst>
            </p:cNvPr>
            <p:cNvSpPr/>
            <p:nvPr/>
          </p:nvSpPr>
          <p:spPr>
            <a:xfrm>
              <a:off x="2505388" y="3722298"/>
              <a:ext cx="315492" cy="544925"/>
            </a:xfrm>
            <a:custGeom>
              <a:avLst/>
              <a:gdLst/>
              <a:ahLst/>
              <a:cxnLst/>
              <a:rect l="l" t="t" r="r" b="b"/>
              <a:pathLst>
                <a:path w="11845" h="20459" fill="none" extrusionOk="0">
                  <a:moveTo>
                    <a:pt x="8108" y="0"/>
                  </a:moveTo>
                  <a:cubicBezTo>
                    <a:pt x="10388" y="2154"/>
                    <a:pt x="11845" y="5225"/>
                    <a:pt x="11845" y="8614"/>
                  </a:cubicBezTo>
                  <a:cubicBezTo>
                    <a:pt x="11845" y="15138"/>
                    <a:pt x="6556" y="20458"/>
                    <a:pt x="1" y="20458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863C3FA-8DDF-30AE-41ED-40AF02F47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07682"/>
              </p:ext>
            </p:extLst>
          </p:nvPr>
        </p:nvGraphicFramePr>
        <p:xfrm>
          <a:off x="738936" y="667892"/>
          <a:ext cx="7909918" cy="4042042"/>
        </p:xfrm>
        <a:graphic>
          <a:graphicData uri="http://schemas.openxmlformats.org/drawingml/2006/table">
            <a:tbl>
              <a:tblPr/>
              <a:tblGrid>
                <a:gridCol w="1984063">
                  <a:extLst>
                    <a:ext uri="{9D8B030D-6E8A-4147-A177-3AD203B41FA5}">
                      <a16:colId xmlns:a16="http://schemas.microsoft.com/office/drawing/2014/main" val="4165200241"/>
                    </a:ext>
                  </a:extLst>
                </a:gridCol>
                <a:gridCol w="1079822">
                  <a:extLst>
                    <a:ext uri="{9D8B030D-6E8A-4147-A177-3AD203B41FA5}">
                      <a16:colId xmlns:a16="http://schemas.microsoft.com/office/drawing/2014/main" val="2830744296"/>
                    </a:ext>
                  </a:extLst>
                </a:gridCol>
                <a:gridCol w="1632903">
                  <a:extLst>
                    <a:ext uri="{9D8B030D-6E8A-4147-A177-3AD203B41FA5}">
                      <a16:colId xmlns:a16="http://schemas.microsoft.com/office/drawing/2014/main" val="880325998"/>
                    </a:ext>
                  </a:extLst>
                </a:gridCol>
                <a:gridCol w="1738251">
                  <a:extLst>
                    <a:ext uri="{9D8B030D-6E8A-4147-A177-3AD203B41FA5}">
                      <a16:colId xmlns:a16="http://schemas.microsoft.com/office/drawing/2014/main" val="2877533705"/>
                    </a:ext>
                  </a:extLst>
                </a:gridCol>
                <a:gridCol w="1474879">
                  <a:extLst>
                    <a:ext uri="{9D8B030D-6E8A-4147-A177-3AD203B41FA5}">
                      <a16:colId xmlns:a16="http://schemas.microsoft.com/office/drawing/2014/main" val="2094134215"/>
                    </a:ext>
                  </a:extLst>
                </a:gridCol>
              </a:tblGrid>
              <a:tr h="28555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Paper Name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Year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Method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Dataset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Accuracy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050473"/>
                  </a:ext>
                </a:extLst>
              </a:tr>
              <a:tr h="104997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Improving heart disease prediction using random Forest and AdaBoost algorithms. </a:t>
                      </a:r>
                      <a:endParaRPr lang="en-US" sz="12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2021</a:t>
                      </a:r>
                      <a:endParaRPr lang="en-US" sz="12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RF + AdaBoost (RFAB Hybrid Ensemble)</a:t>
                      </a:r>
                      <a:endParaRPr lang="en-US" sz="12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UCI (Cleveland, Statlog)</a:t>
                      </a:r>
                      <a:endParaRPr lang="en-US" sz="12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96.16%</a:t>
                      </a:r>
                      <a:endParaRPr lang="en-US" sz="12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513100"/>
                  </a:ext>
                </a:extLst>
              </a:tr>
              <a:tr h="1623292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Predicting heart disease using Machine Learning: An evaluation of logistic regression, random forest, SVM, and KNN models on the UCI heart disease dataset.</a:t>
                      </a:r>
                      <a:endParaRPr lang="en-US" sz="12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2025</a:t>
                      </a:r>
                      <a:endParaRPr lang="en-US" sz="12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LR, RF, SVM, KNN</a:t>
                      </a:r>
                      <a:endParaRPr lang="en-US" sz="12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UCI Cleveland (303 samples)</a:t>
                      </a:r>
                      <a:endParaRPr lang="en-US" sz="12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RF: 88% (best)</a:t>
                      </a:r>
                      <a:endParaRPr lang="en-US" sz="12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0486"/>
                  </a:ext>
                </a:extLst>
              </a:tr>
              <a:tr h="1049974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Deep residual 2D convolutional neural network for cardiovascular disease classification</a:t>
                      </a:r>
                      <a:endParaRPr lang="en-US" sz="12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2023</a:t>
                      </a:r>
                      <a:endParaRPr lang="en-US" sz="12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Concatenated Hybrid Ensemble</a:t>
                      </a:r>
                      <a:endParaRPr lang="en-US" sz="12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UCI Combined Dataset</a:t>
                      </a:r>
                      <a:endParaRPr lang="en-US" sz="12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96.5%</a:t>
                      </a:r>
                      <a:endParaRPr lang="en-US" sz="12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2721" marR="52721" marT="52721" marB="52721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8795794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ED9FC073-AF19-B8B6-1FD6-570062453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00" y="11064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F5D66A-827F-9340-CBC6-80B564E1A488}"/>
              </a:ext>
            </a:extLst>
          </p:cNvPr>
          <p:cNvSpPr txBox="1"/>
          <p:nvPr/>
        </p:nvSpPr>
        <p:spPr>
          <a:xfrm>
            <a:off x="8508206" y="4693444"/>
            <a:ext cx="335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20630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4A484781-A33E-2BC7-FB7A-5613753EA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>
            <a:extLst>
              <a:ext uri="{FF2B5EF4-FFF2-40B4-BE49-F238E27FC236}">
                <a16:creationId xmlns:a16="http://schemas.microsoft.com/office/drawing/2014/main" id="{10DAFDED-4744-3DDB-E441-7CB0326FC740}"/>
              </a:ext>
            </a:extLst>
          </p:cNvPr>
          <p:cNvSpPr txBox="1"/>
          <p:nvPr/>
        </p:nvSpPr>
        <p:spPr>
          <a:xfrm>
            <a:off x="710250" y="134794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>
                <a:latin typeface="Bodoni MT Black" panose="02070A03080606020203" pitchFamily="18" charset="0"/>
              </a:rPr>
              <a:t>Literature Review</a:t>
            </a:r>
            <a:endParaRPr sz="2800" dirty="0">
              <a:latin typeface="Bodoni MT Black" panose="02070A03080606020203" pitchFamily="18" charset="0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88" name="Google Shape;188;p14">
            <a:extLst>
              <a:ext uri="{FF2B5EF4-FFF2-40B4-BE49-F238E27FC236}">
                <a16:creationId xmlns:a16="http://schemas.microsoft.com/office/drawing/2014/main" id="{AA7BF2F1-918D-83E1-ED51-F2A66AEE845E}"/>
              </a:ext>
            </a:extLst>
          </p:cNvPr>
          <p:cNvGrpSpPr/>
          <p:nvPr/>
        </p:nvGrpSpPr>
        <p:grpSpPr>
          <a:xfrm>
            <a:off x="8390412" y="4063313"/>
            <a:ext cx="630131" cy="630131"/>
            <a:chOff x="6323089" y="3637093"/>
            <a:chExt cx="630131" cy="630131"/>
          </a:xfrm>
        </p:grpSpPr>
        <p:sp>
          <p:nvSpPr>
            <p:cNvPr id="189" name="Google Shape;189;p14">
              <a:extLst>
                <a:ext uri="{FF2B5EF4-FFF2-40B4-BE49-F238E27FC236}">
                  <a16:creationId xmlns:a16="http://schemas.microsoft.com/office/drawing/2014/main" id="{1C8AED3A-7A30-94AC-E403-53FA06A7DA32}"/>
                </a:ext>
              </a:extLst>
            </p:cNvPr>
            <p:cNvSpPr/>
            <p:nvPr/>
          </p:nvSpPr>
          <p:spPr>
            <a:xfrm>
              <a:off x="6368635" y="3682639"/>
              <a:ext cx="539039" cy="539012"/>
            </a:xfrm>
            <a:custGeom>
              <a:avLst/>
              <a:gdLst/>
              <a:ahLst/>
              <a:cxnLst/>
              <a:rect l="l" t="t" r="r" b="b"/>
              <a:pathLst>
                <a:path w="20238" h="20237" extrusionOk="0">
                  <a:moveTo>
                    <a:pt x="10135" y="1"/>
                  </a:moveTo>
                  <a:cubicBezTo>
                    <a:pt x="4530" y="1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1"/>
                    <a:pt x="1013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>
              <a:extLst>
                <a:ext uri="{FF2B5EF4-FFF2-40B4-BE49-F238E27FC236}">
                  <a16:creationId xmlns:a16="http://schemas.microsoft.com/office/drawing/2014/main" id="{0CD802DF-873D-2421-6633-C7A43F852DEE}"/>
                </a:ext>
              </a:extLst>
            </p:cNvPr>
            <p:cNvSpPr/>
            <p:nvPr/>
          </p:nvSpPr>
          <p:spPr>
            <a:xfrm>
              <a:off x="6504447" y="3817598"/>
              <a:ext cx="124013" cy="124865"/>
            </a:xfrm>
            <a:custGeom>
              <a:avLst/>
              <a:gdLst/>
              <a:ahLst/>
              <a:cxnLst/>
              <a:rect l="l" t="t" r="r" b="b"/>
              <a:pathLst>
                <a:path w="4656" h="4688" extrusionOk="0">
                  <a:moveTo>
                    <a:pt x="4054" y="381"/>
                  </a:moveTo>
                  <a:cubicBezTo>
                    <a:pt x="4213" y="381"/>
                    <a:pt x="4308" y="476"/>
                    <a:pt x="4308" y="602"/>
                  </a:cubicBezTo>
                  <a:lnTo>
                    <a:pt x="4308" y="4086"/>
                  </a:lnTo>
                  <a:cubicBezTo>
                    <a:pt x="4308" y="4213"/>
                    <a:pt x="4213" y="4339"/>
                    <a:pt x="4054" y="4339"/>
                  </a:cubicBezTo>
                  <a:lnTo>
                    <a:pt x="602" y="4339"/>
                  </a:lnTo>
                  <a:cubicBezTo>
                    <a:pt x="444" y="4339"/>
                    <a:pt x="349" y="4213"/>
                    <a:pt x="349" y="4086"/>
                  </a:cubicBezTo>
                  <a:lnTo>
                    <a:pt x="349" y="602"/>
                  </a:lnTo>
                  <a:cubicBezTo>
                    <a:pt x="349" y="476"/>
                    <a:pt x="444" y="381"/>
                    <a:pt x="602" y="381"/>
                  </a:cubicBezTo>
                  <a:close/>
                  <a:moveTo>
                    <a:pt x="602" y="1"/>
                  </a:moveTo>
                  <a:cubicBezTo>
                    <a:pt x="254" y="1"/>
                    <a:pt x="1" y="286"/>
                    <a:pt x="1" y="602"/>
                  </a:cubicBezTo>
                  <a:lnTo>
                    <a:pt x="1" y="4086"/>
                  </a:lnTo>
                  <a:cubicBezTo>
                    <a:pt x="1" y="4403"/>
                    <a:pt x="254" y="4688"/>
                    <a:pt x="602" y="4688"/>
                  </a:cubicBezTo>
                  <a:lnTo>
                    <a:pt x="4054" y="4688"/>
                  </a:lnTo>
                  <a:cubicBezTo>
                    <a:pt x="4403" y="4688"/>
                    <a:pt x="4656" y="4403"/>
                    <a:pt x="4656" y="4086"/>
                  </a:cubicBezTo>
                  <a:lnTo>
                    <a:pt x="4656" y="602"/>
                  </a:lnTo>
                  <a:cubicBezTo>
                    <a:pt x="4656" y="286"/>
                    <a:pt x="4403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>
              <a:extLst>
                <a:ext uri="{FF2B5EF4-FFF2-40B4-BE49-F238E27FC236}">
                  <a16:creationId xmlns:a16="http://schemas.microsoft.com/office/drawing/2014/main" id="{185917D4-17E5-3242-C748-9DD22D91122C}"/>
                </a:ext>
              </a:extLst>
            </p:cNvPr>
            <p:cNvSpPr/>
            <p:nvPr/>
          </p:nvSpPr>
          <p:spPr>
            <a:xfrm>
              <a:off x="6647850" y="3817598"/>
              <a:ext cx="124865" cy="124865"/>
            </a:xfrm>
            <a:custGeom>
              <a:avLst/>
              <a:gdLst/>
              <a:ahLst/>
              <a:cxnLst/>
              <a:rect l="l" t="t" r="r" b="b"/>
              <a:pathLst>
                <a:path w="4688" h="4688" extrusionOk="0">
                  <a:moveTo>
                    <a:pt x="4086" y="381"/>
                  </a:moveTo>
                  <a:cubicBezTo>
                    <a:pt x="4212" y="381"/>
                    <a:pt x="4307" y="476"/>
                    <a:pt x="4307" y="602"/>
                  </a:cubicBezTo>
                  <a:lnTo>
                    <a:pt x="4307" y="4086"/>
                  </a:lnTo>
                  <a:cubicBezTo>
                    <a:pt x="4307" y="4213"/>
                    <a:pt x="4212" y="4339"/>
                    <a:pt x="4086" y="4339"/>
                  </a:cubicBezTo>
                  <a:lnTo>
                    <a:pt x="602" y="4339"/>
                  </a:lnTo>
                  <a:cubicBezTo>
                    <a:pt x="475" y="4339"/>
                    <a:pt x="349" y="4213"/>
                    <a:pt x="349" y="4086"/>
                  </a:cubicBezTo>
                  <a:lnTo>
                    <a:pt x="349" y="602"/>
                  </a:lnTo>
                  <a:cubicBezTo>
                    <a:pt x="349" y="476"/>
                    <a:pt x="475" y="381"/>
                    <a:pt x="602" y="381"/>
                  </a:cubicBezTo>
                  <a:close/>
                  <a:moveTo>
                    <a:pt x="602" y="1"/>
                  </a:moveTo>
                  <a:cubicBezTo>
                    <a:pt x="254" y="1"/>
                    <a:pt x="0" y="286"/>
                    <a:pt x="0" y="602"/>
                  </a:cubicBezTo>
                  <a:lnTo>
                    <a:pt x="0" y="4086"/>
                  </a:lnTo>
                  <a:cubicBezTo>
                    <a:pt x="0" y="4403"/>
                    <a:pt x="254" y="4688"/>
                    <a:pt x="602" y="4688"/>
                  </a:cubicBezTo>
                  <a:lnTo>
                    <a:pt x="4086" y="4688"/>
                  </a:lnTo>
                  <a:cubicBezTo>
                    <a:pt x="4402" y="4688"/>
                    <a:pt x="4687" y="4403"/>
                    <a:pt x="4687" y="4086"/>
                  </a:cubicBezTo>
                  <a:lnTo>
                    <a:pt x="4687" y="602"/>
                  </a:lnTo>
                  <a:cubicBezTo>
                    <a:pt x="4687" y="286"/>
                    <a:pt x="4402" y="1"/>
                    <a:pt x="40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>
              <a:extLst>
                <a:ext uri="{FF2B5EF4-FFF2-40B4-BE49-F238E27FC236}">
                  <a16:creationId xmlns:a16="http://schemas.microsoft.com/office/drawing/2014/main" id="{B3CE0F64-F6E3-44B9-9917-054B8526F3F3}"/>
                </a:ext>
              </a:extLst>
            </p:cNvPr>
            <p:cNvSpPr/>
            <p:nvPr/>
          </p:nvSpPr>
          <p:spPr>
            <a:xfrm>
              <a:off x="6504447" y="3961827"/>
              <a:ext cx="124013" cy="124039"/>
            </a:xfrm>
            <a:custGeom>
              <a:avLst/>
              <a:gdLst/>
              <a:ahLst/>
              <a:cxnLst/>
              <a:rect l="l" t="t" r="r" b="b"/>
              <a:pathLst>
                <a:path w="4656" h="4657" extrusionOk="0">
                  <a:moveTo>
                    <a:pt x="4054" y="349"/>
                  </a:moveTo>
                  <a:cubicBezTo>
                    <a:pt x="4213" y="349"/>
                    <a:pt x="4308" y="444"/>
                    <a:pt x="4308" y="603"/>
                  </a:cubicBezTo>
                  <a:lnTo>
                    <a:pt x="4308" y="4055"/>
                  </a:lnTo>
                  <a:cubicBezTo>
                    <a:pt x="4308" y="4213"/>
                    <a:pt x="4213" y="4308"/>
                    <a:pt x="4054" y="4308"/>
                  </a:cubicBezTo>
                  <a:lnTo>
                    <a:pt x="602" y="4308"/>
                  </a:lnTo>
                  <a:cubicBezTo>
                    <a:pt x="444" y="4308"/>
                    <a:pt x="349" y="4213"/>
                    <a:pt x="349" y="4055"/>
                  </a:cubicBezTo>
                  <a:lnTo>
                    <a:pt x="349" y="603"/>
                  </a:lnTo>
                  <a:cubicBezTo>
                    <a:pt x="349" y="476"/>
                    <a:pt x="444" y="349"/>
                    <a:pt x="602" y="349"/>
                  </a:cubicBezTo>
                  <a:close/>
                  <a:moveTo>
                    <a:pt x="602" y="1"/>
                  </a:moveTo>
                  <a:cubicBezTo>
                    <a:pt x="254" y="1"/>
                    <a:pt x="1" y="254"/>
                    <a:pt x="1" y="603"/>
                  </a:cubicBezTo>
                  <a:lnTo>
                    <a:pt x="1" y="4055"/>
                  </a:lnTo>
                  <a:cubicBezTo>
                    <a:pt x="1" y="4403"/>
                    <a:pt x="254" y="4656"/>
                    <a:pt x="602" y="4656"/>
                  </a:cubicBezTo>
                  <a:lnTo>
                    <a:pt x="4054" y="4656"/>
                  </a:lnTo>
                  <a:cubicBezTo>
                    <a:pt x="4403" y="4656"/>
                    <a:pt x="4656" y="4403"/>
                    <a:pt x="4656" y="4055"/>
                  </a:cubicBezTo>
                  <a:lnTo>
                    <a:pt x="4656" y="603"/>
                  </a:lnTo>
                  <a:cubicBezTo>
                    <a:pt x="4656" y="254"/>
                    <a:pt x="4403" y="1"/>
                    <a:pt x="40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4">
              <a:extLst>
                <a:ext uri="{FF2B5EF4-FFF2-40B4-BE49-F238E27FC236}">
                  <a16:creationId xmlns:a16="http://schemas.microsoft.com/office/drawing/2014/main" id="{CFD159C2-8536-06B6-B447-02CB40CF98AC}"/>
                </a:ext>
              </a:extLst>
            </p:cNvPr>
            <p:cNvSpPr/>
            <p:nvPr/>
          </p:nvSpPr>
          <p:spPr>
            <a:xfrm>
              <a:off x="6647850" y="3961827"/>
              <a:ext cx="124865" cy="124039"/>
            </a:xfrm>
            <a:custGeom>
              <a:avLst/>
              <a:gdLst/>
              <a:ahLst/>
              <a:cxnLst/>
              <a:rect l="l" t="t" r="r" b="b"/>
              <a:pathLst>
                <a:path w="4688" h="4657" extrusionOk="0">
                  <a:moveTo>
                    <a:pt x="2344" y="1"/>
                  </a:moveTo>
                  <a:cubicBezTo>
                    <a:pt x="2249" y="1"/>
                    <a:pt x="2154" y="64"/>
                    <a:pt x="2154" y="159"/>
                  </a:cubicBezTo>
                  <a:lnTo>
                    <a:pt x="2154" y="2154"/>
                  </a:lnTo>
                  <a:lnTo>
                    <a:pt x="190" y="2154"/>
                  </a:lnTo>
                  <a:cubicBezTo>
                    <a:pt x="64" y="2154"/>
                    <a:pt x="0" y="2218"/>
                    <a:pt x="0" y="2344"/>
                  </a:cubicBezTo>
                  <a:cubicBezTo>
                    <a:pt x="0" y="2439"/>
                    <a:pt x="64" y="2503"/>
                    <a:pt x="190" y="2503"/>
                  </a:cubicBezTo>
                  <a:lnTo>
                    <a:pt x="2154" y="2503"/>
                  </a:lnTo>
                  <a:lnTo>
                    <a:pt x="2154" y="4498"/>
                  </a:lnTo>
                  <a:cubicBezTo>
                    <a:pt x="2154" y="4593"/>
                    <a:pt x="2249" y="4656"/>
                    <a:pt x="2344" y="4656"/>
                  </a:cubicBezTo>
                  <a:cubicBezTo>
                    <a:pt x="2439" y="4656"/>
                    <a:pt x="2502" y="4593"/>
                    <a:pt x="2502" y="4498"/>
                  </a:cubicBezTo>
                  <a:lnTo>
                    <a:pt x="2502" y="2503"/>
                  </a:lnTo>
                  <a:lnTo>
                    <a:pt x="4497" y="2503"/>
                  </a:lnTo>
                  <a:cubicBezTo>
                    <a:pt x="4592" y="2503"/>
                    <a:pt x="4687" y="2439"/>
                    <a:pt x="4687" y="2344"/>
                  </a:cubicBezTo>
                  <a:cubicBezTo>
                    <a:pt x="4687" y="2218"/>
                    <a:pt x="4592" y="2154"/>
                    <a:pt x="4497" y="2154"/>
                  </a:cubicBezTo>
                  <a:lnTo>
                    <a:pt x="2502" y="2154"/>
                  </a:lnTo>
                  <a:lnTo>
                    <a:pt x="2502" y="159"/>
                  </a:lnTo>
                  <a:cubicBezTo>
                    <a:pt x="2502" y="64"/>
                    <a:pt x="2439" y="1"/>
                    <a:pt x="23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4">
              <a:extLst>
                <a:ext uri="{FF2B5EF4-FFF2-40B4-BE49-F238E27FC236}">
                  <a16:creationId xmlns:a16="http://schemas.microsoft.com/office/drawing/2014/main" id="{C1FC67AE-996B-B009-E1F0-74C02467BF7B}"/>
                </a:ext>
              </a:extLst>
            </p:cNvPr>
            <p:cNvSpPr/>
            <p:nvPr/>
          </p:nvSpPr>
          <p:spPr>
            <a:xfrm>
              <a:off x="6533133" y="3637093"/>
              <a:ext cx="420087" cy="535656"/>
            </a:xfrm>
            <a:custGeom>
              <a:avLst/>
              <a:gdLst/>
              <a:ahLst/>
              <a:cxnLst/>
              <a:rect l="l" t="t" r="r" b="b"/>
              <a:pathLst>
                <a:path w="15772" h="20111" fill="none" extrusionOk="0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4"/>
                    <a:pt x="0" y="666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4">
              <a:extLst>
                <a:ext uri="{FF2B5EF4-FFF2-40B4-BE49-F238E27FC236}">
                  <a16:creationId xmlns:a16="http://schemas.microsoft.com/office/drawing/2014/main" id="{20C3EFCF-FEE2-BB91-5A5C-0218FEBA7135}"/>
                </a:ext>
              </a:extLst>
            </p:cNvPr>
            <p:cNvSpPr/>
            <p:nvPr/>
          </p:nvSpPr>
          <p:spPr>
            <a:xfrm>
              <a:off x="6323089" y="3722298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0"/>
                  </a:moveTo>
                  <a:cubicBezTo>
                    <a:pt x="1458" y="2154"/>
                    <a:pt x="1" y="5225"/>
                    <a:pt x="1" y="8614"/>
                  </a:cubicBezTo>
                  <a:cubicBezTo>
                    <a:pt x="1" y="15138"/>
                    <a:pt x="5321" y="20458"/>
                    <a:pt x="11845" y="20458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" name="Google Shape;196;p14">
            <a:extLst>
              <a:ext uri="{FF2B5EF4-FFF2-40B4-BE49-F238E27FC236}">
                <a16:creationId xmlns:a16="http://schemas.microsoft.com/office/drawing/2014/main" id="{EE52C333-B0C8-D3EA-774A-9EC7FFF6C44F}"/>
              </a:ext>
            </a:extLst>
          </p:cNvPr>
          <p:cNvGrpSpPr/>
          <p:nvPr/>
        </p:nvGrpSpPr>
        <p:grpSpPr>
          <a:xfrm>
            <a:off x="77005" y="85471"/>
            <a:ext cx="630131" cy="630104"/>
            <a:chOff x="6323089" y="2499219"/>
            <a:chExt cx="630131" cy="630104"/>
          </a:xfrm>
        </p:grpSpPr>
        <p:sp>
          <p:nvSpPr>
            <p:cNvPr id="197" name="Google Shape;197;p14">
              <a:extLst>
                <a:ext uri="{FF2B5EF4-FFF2-40B4-BE49-F238E27FC236}">
                  <a16:creationId xmlns:a16="http://schemas.microsoft.com/office/drawing/2014/main" id="{D4512AE7-BBF8-D198-5484-6872A5708D43}"/>
                </a:ext>
              </a:extLst>
            </p:cNvPr>
            <p:cNvSpPr/>
            <p:nvPr/>
          </p:nvSpPr>
          <p:spPr>
            <a:xfrm>
              <a:off x="6368635" y="2544765"/>
              <a:ext cx="539039" cy="539012"/>
            </a:xfrm>
            <a:custGeom>
              <a:avLst/>
              <a:gdLst/>
              <a:ahLst/>
              <a:cxnLst/>
              <a:rect l="l" t="t" r="r" b="b"/>
              <a:pathLst>
                <a:path w="20238" h="20237" extrusionOk="0">
                  <a:moveTo>
                    <a:pt x="10135" y="0"/>
                  </a:moveTo>
                  <a:cubicBezTo>
                    <a:pt x="4530" y="0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4">
              <a:extLst>
                <a:ext uri="{FF2B5EF4-FFF2-40B4-BE49-F238E27FC236}">
                  <a16:creationId xmlns:a16="http://schemas.microsoft.com/office/drawing/2014/main" id="{E3490964-8D91-BFF6-7272-B6753A31D9C7}"/>
                </a:ext>
              </a:extLst>
            </p:cNvPr>
            <p:cNvSpPr/>
            <p:nvPr/>
          </p:nvSpPr>
          <p:spPr>
            <a:xfrm>
              <a:off x="6544932" y="2639239"/>
              <a:ext cx="186445" cy="350064"/>
            </a:xfrm>
            <a:custGeom>
              <a:avLst/>
              <a:gdLst/>
              <a:ahLst/>
              <a:cxnLst/>
              <a:rect l="l" t="t" r="r" b="b"/>
              <a:pathLst>
                <a:path w="7000" h="13143" extrusionOk="0">
                  <a:moveTo>
                    <a:pt x="4371" y="444"/>
                  </a:moveTo>
                  <a:lnTo>
                    <a:pt x="4371" y="887"/>
                  </a:lnTo>
                  <a:lnTo>
                    <a:pt x="2629" y="887"/>
                  </a:lnTo>
                  <a:lnTo>
                    <a:pt x="2629" y="444"/>
                  </a:lnTo>
                  <a:close/>
                  <a:moveTo>
                    <a:pt x="6240" y="1299"/>
                  </a:moveTo>
                  <a:cubicBezTo>
                    <a:pt x="6430" y="1299"/>
                    <a:pt x="6588" y="1457"/>
                    <a:pt x="6588" y="1615"/>
                  </a:cubicBezTo>
                  <a:lnTo>
                    <a:pt x="6588" y="12383"/>
                  </a:lnTo>
                  <a:cubicBezTo>
                    <a:pt x="6588" y="12573"/>
                    <a:pt x="6430" y="12699"/>
                    <a:pt x="6240" y="12699"/>
                  </a:cubicBezTo>
                  <a:lnTo>
                    <a:pt x="761" y="12699"/>
                  </a:lnTo>
                  <a:cubicBezTo>
                    <a:pt x="571" y="12699"/>
                    <a:pt x="444" y="12573"/>
                    <a:pt x="444" y="12383"/>
                  </a:cubicBezTo>
                  <a:lnTo>
                    <a:pt x="444" y="1615"/>
                  </a:lnTo>
                  <a:cubicBezTo>
                    <a:pt x="444" y="1457"/>
                    <a:pt x="571" y="1299"/>
                    <a:pt x="761" y="1299"/>
                  </a:cubicBezTo>
                  <a:close/>
                  <a:moveTo>
                    <a:pt x="2186" y="0"/>
                  </a:moveTo>
                  <a:lnTo>
                    <a:pt x="2186" y="855"/>
                  </a:lnTo>
                  <a:lnTo>
                    <a:pt x="761" y="855"/>
                  </a:lnTo>
                  <a:cubicBezTo>
                    <a:pt x="349" y="855"/>
                    <a:pt x="1" y="1204"/>
                    <a:pt x="1" y="1615"/>
                  </a:cubicBezTo>
                  <a:lnTo>
                    <a:pt x="1" y="12383"/>
                  </a:lnTo>
                  <a:cubicBezTo>
                    <a:pt x="1" y="12794"/>
                    <a:pt x="349" y="13143"/>
                    <a:pt x="761" y="13143"/>
                  </a:cubicBezTo>
                  <a:lnTo>
                    <a:pt x="6240" y="13143"/>
                  </a:lnTo>
                  <a:cubicBezTo>
                    <a:pt x="6683" y="13143"/>
                    <a:pt x="7000" y="12794"/>
                    <a:pt x="7000" y="12383"/>
                  </a:cubicBezTo>
                  <a:lnTo>
                    <a:pt x="7000" y="1615"/>
                  </a:lnTo>
                  <a:cubicBezTo>
                    <a:pt x="7000" y="1204"/>
                    <a:pt x="6683" y="855"/>
                    <a:pt x="6240" y="855"/>
                  </a:cubicBezTo>
                  <a:lnTo>
                    <a:pt x="4814" y="855"/>
                  </a:lnTo>
                  <a:lnTo>
                    <a:pt x="4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4">
              <a:extLst>
                <a:ext uri="{FF2B5EF4-FFF2-40B4-BE49-F238E27FC236}">
                  <a16:creationId xmlns:a16="http://schemas.microsoft.com/office/drawing/2014/main" id="{EA11C471-3D23-40A7-B14D-4200534DC691}"/>
                </a:ext>
              </a:extLst>
            </p:cNvPr>
            <p:cNvSpPr/>
            <p:nvPr/>
          </p:nvSpPr>
          <p:spPr>
            <a:xfrm>
              <a:off x="6587122" y="2731183"/>
              <a:ext cx="102092" cy="188949"/>
            </a:xfrm>
            <a:custGeom>
              <a:avLst/>
              <a:gdLst/>
              <a:ahLst/>
              <a:cxnLst/>
              <a:rect l="l" t="t" r="r" b="b"/>
              <a:pathLst>
                <a:path w="3833" h="7094" extrusionOk="0">
                  <a:moveTo>
                    <a:pt x="2344" y="1013"/>
                  </a:moveTo>
                  <a:lnTo>
                    <a:pt x="2344" y="3325"/>
                  </a:lnTo>
                  <a:lnTo>
                    <a:pt x="3104" y="3325"/>
                  </a:lnTo>
                  <a:lnTo>
                    <a:pt x="1710" y="5985"/>
                  </a:lnTo>
                  <a:lnTo>
                    <a:pt x="1710" y="3547"/>
                  </a:lnTo>
                  <a:lnTo>
                    <a:pt x="792" y="3547"/>
                  </a:lnTo>
                  <a:lnTo>
                    <a:pt x="2344" y="1013"/>
                  </a:lnTo>
                  <a:close/>
                  <a:moveTo>
                    <a:pt x="2502" y="0"/>
                  </a:moveTo>
                  <a:lnTo>
                    <a:pt x="2375" y="127"/>
                  </a:lnTo>
                  <a:lnTo>
                    <a:pt x="0" y="3990"/>
                  </a:lnTo>
                  <a:lnTo>
                    <a:pt x="1267" y="3990"/>
                  </a:lnTo>
                  <a:lnTo>
                    <a:pt x="1267" y="6809"/>
                  </a:lnTo>
                  <a:cubicBezTo>
                    <a:pt x="1267" y="6904"/>
                    <a:pt x="1299" y="6999"/>
                    <a:pt x="1394" y="7031"/>
                  </a:cubicBezTo>
                  <a:lnTo>
                    <a:pt x="1584" y="7094"/>
                  </a:lnTo>
                  <a:lnTo>
                    <a:pt x="1679" y="6967"/>
                  </a:lnTo>
                  <a:lnTo>
                    <a:pt x="3832" y="2882"/>
                  </a:lnTo>
                  <a:lnTo>
                    <a:pt x="2787" y="2882"/>
                  </a:lnTo>
                  <a:lnTo>
                    <a:pt x="2787" y="285"/>
                  </a:lnTo>
                  <a:cubicBezTo>
                    <a:pt x="2787" y="190"/>
                    <a:pt x="2755" y="95"/>
                    <a:pt x="2660" y="63"/>
                  </a:cubicBezTo>
                  <a:lnTo>
                    <a:pt x="25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4">
              <a:extLst>
                <a:ext uri="{FF2B5EF4-FFF2-40B4-BE49-F238E27FC236}">
                  <a16:creationId xmlns:a16="http://schemas.microsoft.com/office/drawing/2014/main" id="{2D18FD7D-4D29-C95D-F95E-3584DD72F458}"/>
                </a:ext>
              </a:extLst>
            </p:cNvPr>
            <p:cNvSpPr/>
            <p:nvPr/>
          </p:nvSpPr>
          <p:spPr>
            <a:xfrm>
              <a:off x="6533133" y="2499219"/>
              <a:ext cx="420087" cy="535630"/>
            </a:xfrm>
            <a:custGeom>
              <a:avLst/>
              <a:gdLst/>
              <a:ahLst/>
              <a:cxnLst/>
              <a:rect l="l" t="t" r="r" b="b"/>
              <a:pathLst>
                <a:path w="15772" h="20110" fill="none" extrusionOk="0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3"/>
                    <a:pt x="0" y="697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4">
              <a:extLst>
                <a:ext uri="{FF2B5EF4-FFF2-40B4-BE49-F238E27FC236}">
                  <a16:creationId xmlns:a16="http://schemas.microsoft.com/office/drawing/2014/main" id="{40B8A890-812C-F9A1-6972-97C792C152F0}"/>
                </a:ext>
              </a:extLst>
            </p:cNvPr>
            <p:cNvSpPr/>
            <p:nvPr/>
          </p:nvSpPr>
          <p:spPr>
            <a:xfrm>
              <a:off x="6323089" y="2584398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1"/>
                  </a:moveTo>
                  <a:cubicBezTo>
                    <a:pt x="1458" y="2154"/>
                    <a:pt x="1" y="5226"/>
                    <a:pt x="1" y="8615"/>
                  </a:cubicBezTo>
                  <a:cubicBezTo>
                    <a:pt x="1" y="15138"/>
                    <a:pt x="5321" y="20459"/>
                    <a:pt x="11845" y="20459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Rectangle 1">
            <a:extLst>
              <a:ext uri="{FF2B5EF4-FFF2-40B4-BE49-F238E27FC236}">
                <a16:creationId xmlns:a16="http://schemas.microsoft.com/office/drawing/2014/main" id="{9362A2C5-1CE1-E1D9-7FCF-CACF90B1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00" y="11064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3494595-CC6C-3CD5-C63E-403028E37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166280"/>
              </p:ext>
            </p:extLst>
          </p:nvPr>
        </p:nvGraphicFramePr>
        <p:xfrm>
          <a:off x="564554" y="715575"/>
          <a:ext cx="7653827" cy="3856981"/>
        </p:xfrm>
        <a:graphic>
          <a:graphicData uri="http://schemas.openxmlformats.org/drawingml/2006/table">
            <a:tbl>
              <a:tblPr/>
              <a:tblGrid>
                <a:gridCol w="1947323">
                  <a:extLst>
                    <a:ext uri="{9D8B030D-6E8A-4147-A177-3AD203B41FA5}">
                      <a16:colId xmlns:a16="http://schemas.microsoft.com/office/drawing/2014/main" val="1126587452"/>
                    </a:ext>
                  </a:extLst>
                </a:gridCol>
                <a:gridCol w="1049861">
                  <a:extLst>
                    <a:ext uri="{9D8B030D-6E8A-4147-A177-3AD203B41FA5}">
                      <a16:colId xmlns:a16="http://schemas.microsoft.com/office/drawing/2014/main" val="3263979305"/>
                    </a:ext>
                  </a:extLst>
                </a:gridCol>
                <a:gridCol w="1557859">
                  <a:extLst>
                    <a:ext uri="{9D8B030D-6E8A-4147-A177-3AD203B41FA5}">
                      <a16:colId xmlns:a16="http://schemas.microsoft.com/office/drawing/2014/main" val="1854816930"/>
                    </a:ext>
                  </a:extLst>
                </a:gridCol>
                <a:gridCol w="1540925">
                  <a:extLst>
                    <a:ext uri="{9D8B030D-6E8A-4147-A177-3AD203B41FA5}">
                      <a16:colId xmlns:a16="http://schemas.microsoft.com/office/drawing/2014/main" val="3796998634"/>
                    </a:ext>
                  </a:extLst>
                </a:gridCol>
                <a:gridCol w="1557859">
                  <a:extLst>
                    <a:ext uri="{9D8B030D-6E8A-4147-A177-3AD203B41FA5}">
                      <a16:colId xmlns:a16="http://schemas.microsoft.com/office/drawing/2014/main" val="2432557985"/>
                    </a:ext>
                  </a:extLst>
                </a:gridCol>
              </a:tblGrid>
              <a:tr h="46478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Paper Name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Year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Method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Dataset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Accuracy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895912"/>
                  </a:ext>
                </a:extLst>
              </a:tr>
              <a:tr h="140936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AdaBoost Ensemble Methods Using K-Fold Cross Validation for Survivability with the Early Detection of Heart Disease,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2022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ResNet-based 2D CNN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UCI / Kaggle Clinical Data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96.8–97.5%</a:t>
                      </a:r>
                      <a:endParaRPr lang="en-US" sz="14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269789"/>
                  </a:ext>
                </a:extLst>
              </a:tr>
              <a:tr h="989551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Heart disease prediction using concatenated hybrid ensemble classifiers. 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2025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XGBoost / LightGBM + Boosting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Multi-dataset (UCI + others)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97.2%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639647"/>
                  </a:ext>
                </a:extLst>
              </a:tr>
              <a:tr h="989551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Using convolutional neural networks with late fusion to predict heart disease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2024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Parallel 1D/2D CNN + Late Fusion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Multi-view Clinical Data</a:t>
                      </a:r>
                      <a:endParaRPr lang="en-US" sz="140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Bahnschrift" panose="020B0502040204020203" pitchFamily="34" charset="0"/>
                        </a:rPr>
                        <a:t>95.2%</a:t>
                      </a:r>
                      <a:endParaRPr lang="en-US" sz="14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66465" marR="66465" marT="66465" marB="66465">
                    <a:lnL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999584"/>
                  </a:ext>
                </a:extLst>
              </a:tr>
            </a:tbl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27843670-C958-20C1-10F1-82FA777FC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11525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3524B-BBA9-2E45-5867-7F5C45BE1C63}"/>
              </a:ext>
            </a:extLst>
          </p:cNvPr>
          <p:cNvSpPr txBox="1"/>
          <p:nvPr/>
        </p:nvSpPr>
        <p:spPr>
          <a:xfrm>
            <a:off x="8508206" y="4693444"/>
            <a:ext cx="335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31502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p38"/>
          <p:cNvSpPr/>
          <p:nvPr/>
        </p:nvSpPr>
        <p:spPr>
          <a:xfrm>
            <a:off x="3976265" y="926844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0" name="Google Shape;3930;p38"/>
          <p:cNvSpPr/>
          <p:nvPr/>
        </p:nvSpPr>
        <p:spPr>
          <a:xfrm>
            <a:off x="4964362" y="3016383"/>
            <a:ext cx="3345198" cy="878991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1" name="Google Shape;3931;p38"/>
          <p:cNvSpPr/>
          <p:nvPr/>
        </p:nvSpPr>
        <p:spPr>
          <a:xfrm>
            <a:off x="4710925" y="3034073"/>
            <a:ext cx="888220" cy="880158"/>
          </a:xfrm>
          <a:custGeom>
            <a:avLst/>
            <a:gdLst/>
            <a:ahLst/>
            <a:cxnLst/>
            <a:rect l="l" t="t" r="r" b="b"/>
            <a:pathLst>
              <a:path w="19066" h="19066" extrusionOk="0">
                <a:moveTo>
                  <a:pt x="9533" y="1"/>
                </a:moveTo>
                <a:cubicBezTo>
                  <a:pt x="4276" y="1"/>
                  <a:pt x="1" y="4244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44"/>
                  <a:pt x="14790" y="1"/>
                  <a:pt x="9533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2" name="Google Shape;3932;p38"/>
          <p:cNvSpPr/>
          <p:nvPr/>
        </p:nvSpPr>
        <p:spPr>
          <a:xfrm>
            <a:off x="4710926" y="3016383"/>
            <a:ext cx="905610" cy="913765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3" name="Google Shape;3933;p38"/>
          <p:cNvSpPr/>
          <p:nvPr/>
        </p:nvSpPr>
        <p:spPr>
          <a:xfrm>
            <a:off x="4875376" y="1518123"/>
            <a:ext cx="3345198" cy="878991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4" name="Google Shape;3934;p38"/>
          <p:cNvSpPr/>
          <p:nvPr/>
        </p:nvSpPr>
        <p:spPr>
          <a:xfrm>
            <a:off x="4546474" y="1485917"/>
            <a:ext cx="831752" cy="910775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25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5" name="Google Shape;3935;p38"/>
          <p:cNvSpPr/>
          <p:nvPr/>
        </p:nvSpPr>
        <p:spPr>
          <a:xfrm>
            <a:off x="4546473" y="1464659"/>
            <a:ext cx="854493" cy="921826"/>
          </a:xfrm>
          <a:custGeom>
            <a:avLst/>
            <a:gdLst/>
            <a:ahLst/>
            <a:cxnLst/>
            <a:rect l="l" t="t" r="r" b="b"/>
            <a:pathLst>
              <a:path w="19762" h="19762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2" name="Google Shape;3942;p38"/>
          <p:cNvSpPr/>
          <p:nvPr/>
        </p:nvSpPr>
        <p:spPr>
          <a:xfrm>
            <a:off x="3044165" y="2493843"/>
            <a:ext cx="133500" cy="133533"/>
          </a:xfrm>
          <a:custGeom>
            <a:avLst/>
            <a:gdLst/>
            <a:ahLst/>
            <a:cxnLst/>
            <a:rect l="l" t="t" r="r" b="b"/>
            <a:pathLst>
              <a:path w="4086" h="4087" extrusionOk="0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6" name="Google Shape;3946;p38"/>
          <p:cNvSpPr/>
          <p:nvPr/>
        </p:nvSpPr>
        <p:spPr>
          <a:xfrm>
            <a:off x="3055160" y="2715171"/>
            <a:ext cx="133500" cy="133533"/>
          </a:xfrm>
          <a:custGeom>
            <a:avLst/>
            <a:gdLst/>
            <a:ahLst/>
            <a:cxnLst/>
            <a:rect l="l" t="t" r="r" b="b"/>
            <a:pathLst>
              <a:path w="4086" h="4087" extrusionOk="0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7" name="Google Shape;3947;p38"/>
          <p:cNvSpPr/>
          <p:nvPr/>
        </p:nvSpPr>
        <p:spPr>
          <a:xfrm>
            <a:off x="3176907" y="1957875"/>
            <a:ext cx="1369565" cy="613875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28661" y="0"/>
                </a:moveTo>
                <a:lnTo>
                  <a:pt x="10514" y="26507"/>
                </a:lnTo>
                <a:lnTo>
                  <a:pt x="0" y="26507"/>
                </a:lnTo>
                <a:lnTo>
                  <a:pt x="0" y="26856"/>
                </a:lnTo>
                <a:lnTo>
                  <a:pt x="10609" y="26856"/>
                </a:lnTo>
                <a:lnTo>
                  <a:pt x="28882" y="285"/>
                </a:lnTo>
                <a:lnTo>
                  <a:pt x="2866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9" name="Google Shape;3949;p38"/>
          <p:cNvSpPr/>
          <p:nvPr/>
        </p:nvSpPr>
        <p:spPr>
          <a:xfrm>
            <a:off x="3055162" y="2770797"/>
            <a:ext cx="1655762" cy="646719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0" y="0"/>
                </a:moveTo>
                <a:lnTo>
                  <a:pt x="0" y="349"/>
                </a:lnTo>
                <a:lnTo>
                  <a:pt x="10514" y="349"/>
                </a:lnTo>
                <a:lnTo>
                  <a:pt x="28661" y="26856"/>
                </a:lnTo>
                <a:lnTo>
                  <a:pt x="28882" y="26539"/>
                </a:lnTo>
                <a:lnTo>
                  <a:pt x="10673" y="32"/>
                </a:lnTo>
                <a:lnTo>
                  <a:pt x="10609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2" name="Google Shape;3952;p38"/>
          <p:cNvGrpSpPr/>
          <p:nvPr/>
        </p:nvGrpSpPr>
        <p:grpSpPr>
          <a:xfrm>
            <a:off x="300184" y="1223050"/>
            <a:ext cx="2561509" cy="2860289"/>
            <a:chOff x="457208" y="1168980"/>
            <a:chExt cx="2230878" cy="3186908"/>
          </a:xfrm>
        </p:grpSpPr>
        <p:sp>
          <p:nvSpPr>
            <p:cNvPr id="3953" name="Google Shape;3953;p38"/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38"/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38"/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38"/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38"/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38"/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38"/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38"/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38"/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38"/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38"/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38"/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38"/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38"/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38"/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38"/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38"/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38"/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38"/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38"/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38"/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38"/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38"/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38"/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38"/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38"/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38"/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38"/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38"/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38"/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38"/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38"/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38"/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38"/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38"/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38"/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38"/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38"/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38"/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38"/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38"/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38"/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38"/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38"/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38"/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38"/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38"/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38"/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38"/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38"/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38"/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38"/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38"/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38"/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38"/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38"/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38"/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38"/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38"/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38"/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38"/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38"/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38"/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38"/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38"/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38"/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38"/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38"/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38"/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38"/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38"/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38"/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38"/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38"/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38"/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38"/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38"/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38"/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38"/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38"/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38"/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38"/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38"/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38"/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38"/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38"/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38"/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38"/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38"/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38"/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38"/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38"/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38"/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38"/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38"/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38"/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38"/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38"/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38"/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38"/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38"/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38"/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38"/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38"/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38"/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38"/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38"/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38"/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38"/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38"/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38"/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38"/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38"/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38"/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38"/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38"/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38"/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38"/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38"/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38"/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38"/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38"/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38"/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38"/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38"/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38"/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38"/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38"/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38"/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38"/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38"/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38"/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38"/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38"/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38"/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38"/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38"/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38"/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38"/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38"/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38"/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38"/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38"/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38"/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38"/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38"/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38"/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38"/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38"/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38"/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38"/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38"/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38"/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38"/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38"/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38"/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38"/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38"/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38"/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38"/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38"/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38"/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38"/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38"/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38"/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38"/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38"/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38"/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38"/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38"/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38"/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38"/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38"/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38"/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38"/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38"/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38"/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38"/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38"/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38"/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38"/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38"/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38"/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38"/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38"/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38"/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38"/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38"/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38"/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38"/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38"/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38"/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38"/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38"/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38"/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38"/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38"/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38"/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38"/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38"/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38"/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38"/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38"/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38"/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38"/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38"/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38"/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38"/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38"/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38"/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38"/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38"/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38"/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38"/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38"/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38"/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38"/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38"/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38"/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38"/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38"/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38"/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38"/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38"/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38"/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38"/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38"/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38"/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38"/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38"/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38"/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38"/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38"/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38"/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38"/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38"/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38"/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38"/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38"/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38"/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38"/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38"/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38"/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38"/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38"/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38"/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38"/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38"/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38"/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38"/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38"/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38"/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38"/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38"/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38"/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38"/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38"/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38"/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38"/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38"/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38"/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38"/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38"/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38"/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38"/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38"/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38"/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38"/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38"/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38"/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38"/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38"/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38"/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38"/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38"/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38"/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38"/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38"/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38"/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38"/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38"/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38"/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38"/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38"/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38"/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38"/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38"/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38"/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38"/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38"/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38"/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38"/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38"/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38"/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38"/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38"/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38"/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38"/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38"/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38"/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38"/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38"/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38"/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38"/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38"/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38"/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38"/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38"/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38"/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38"/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38"/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38"/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38"/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38"/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38"/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38"/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38"/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38"/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38"/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38"/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38"/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38"/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38"/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38"/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38"/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38"/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38"/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38"/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38"/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38"/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38"/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38"/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38"/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38"/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38"/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38"/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38"/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38"/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38"/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38"/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38"/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38"/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38"/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38"/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38"/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38"/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38"/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38"/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38"/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38"/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38"/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38"/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38"/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38"/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38"/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38"/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38"/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38"/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38"/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38"/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38"/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38"/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38"/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38"/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38"/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38"/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38"/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38"/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38"/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38"/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38"/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38"/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38"/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38"/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38"/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38"/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38"/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38"/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38"/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38"/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38"/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38"/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38"/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38"/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38"/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38"/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38"/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38"/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38"/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38"/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38"/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38"/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38"/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38"/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38"/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38"/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38"/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38"/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38"/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38"/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38"/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38"/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38"/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38"/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38"/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38"/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38"/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38"/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38"/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38"/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38"/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38"/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38"/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38"/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38"/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38"/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38"/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38"/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38"/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38"/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38"/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38"/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38"/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38"/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38"/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38"/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38"/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38"/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38"/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38"/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38"/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38"/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38"/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38"/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38"/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38"/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38"/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38"/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38"/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38"/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38"/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38"/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38"/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38"/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38"/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38"/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38"/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38"/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38"/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38"/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38"/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38"/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38"/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38"/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38"/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38"/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38"/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38"/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38"/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38"/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38"/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38"/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38"/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38"/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38"/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38"/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38"/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38"/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38"/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38"/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38"/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38"/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38"/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38"/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38"/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38"/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38"/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38"/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38"/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38"/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38"/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38"/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38"/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38"/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38"/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38"/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38"/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38"/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1" name="Google Shape;4441;p38"/>
          <p:cNvSpPr txBox="1"/>
          <p:nvPr/>
        </p:nvSpPr>
        <p:spPr>
          <a:xfrm>
            <a:off x="114515" y="552835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latin typeface="Bodoni MT Black" panose="02070A03080606020203" pitchFamily="18" charset="0"/>
                <a:ea typeface="Fira Sans Medium"/>
                <a:cs typeface="Fira Sans Medium"/>
                <a:sym typeface="Fira Sans Medium"/>
              </a:rPr>
              <a:t>DATASETS</a:t>
            </a:r>
            <a:endParaRPr sz="2500" dirty="0">
              <a:latin typeface="Bodoni MT Black" panose="02070A03080606020203" pitchFamily="18" charset="0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3" name="Google Shape;4443;p38"/>
          <p:cNvSpPr txBox="1"/>
          <p:nvPr/>
        </p:nvSpPr>
        <p:spPr>
          <a:xfrm>
            <a:off x="5469900" y="1788118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 Heart Disease Dataset</a:t>
            </a:r>
            <a:endParaRPr sz="12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E9ACAB-9E05-E280-4088-0F45709B8921}"/>
              </a:ext>
            </a:extLst>
          </p:cNvPr>
          <p:cNvSpPr txBox="1"/>
          <p:nvPr/>
        </p:nvSpPr>
        <p:spPr>
          <a:xfrm>
            <a:off x="5599145" y="2396692"/>
            <a:ext cx="271041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u="sng" dirty="0">
                <a:solidFill>
                  <a:srgbClr val="0097A7"/>
                </a:solidFill>
                <a:latin typeface="Arial" panose="020B0604020202020204" pitchFamily="34" charset="0"/>
              </a:rPr>
              <a:t>https://www.kaggle.com/datasets/fedesoriano/heart-failure-prediction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A39A46-8263-70B9-E81E-51E4B9AC282E}"/>
              </a:ext>
            </a:extLst>
          </p:cNvPr>
          <p:cNvSpPr txBox="1"/>
          <p:nvPr/>
        </p:nvSpPr>
        <p:spPr>
          <a:xfrm>
            <a:off x="5864352" y="3179113"/>
            <a:ext cx="25206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hnschrift" panose="020B0502040204020203" pitchFamily="34" charset="0"/>
              </a:rPr>
              <a:t>Cardiovascular Disease Dataset</a:t>
            </a:r>
            <a:endParaRPr lang="en-US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956048-094D-6878-5C4B-C025A44F3CD4}"/>
              </a:ext>
            </a:extLst>
          </p:cNvPr>
          <p:cNvSpPr txBox="1"/>
          <p:nvPr/>
        </p:nvSpPr>
        <p:spPr>
          <a:xfrm>
            <a:off x="5616536" y="3948554"/>
            <a:ext cx="31860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u="sng" dirty="0">
                <a:solidFill>
                  <a:srgbClr val="0097A7"/>
                </a:solidFill>
                <a:latin typeface="Arial" panose="020B0604020202020204" pitchFamily="34" charset="0"/>
              </a:rPr>
              <a:t>https://www.kaggle.com/datasets/sulianova/cardiovascular-disease-dataset</a:t>
            </a:r>
            <a:br>
              <a:rPr lang="en-US" dirty="0"/>
            </a:br>
            <a:endParaRPr lang="en-US" dirty="0"/>
          </a:p>
        </p:txBody>
      </p:sp>
      <p:grpSp>
        <p:nvGrpSpPr>
          <p:cNvPr id="8" name="Google Shape;196;p14">
            <a:extLst>
              <a:ext uri="{FF2B5EF4-FFF2-40B4-BE49-F238E27FC236}">
                <a16:creationId xmlns:a16="http://schemas.microsoft.com/office/drawing/2014/main" id="{06759248-AE7F-23AD-2EF5-01D2017FE2DE}"/>
              </a:ext>
            </a:extLst>
          </p:cNvPr>
          <p:cNvGrpSpPr/>
          <p:nvPr/>
        </p:nvGrpSpPr>
        <p:grpSpPr>
          <a:xfrm>
            <a:off x="8487558" y="0"/>
            <a:ext cx="630131" cy="630104"/>
            <a:chOff x="6323089" y="2499219"/>
            <a:chExt cx="630131" cy="630104"/>
          </a:xfrm>
        </p:grpSpPr>
        <p:sp>
          <p:nvSpPr>
            <p:cNvPr id="9" name="Google Shape;197;p14">
              <a:extLst>
                <a:ext uri="{FF2B5EF4-FFF2-40B4-BE49-F238E27FC236}">
                  <a16:creationId xmlns:a16="http://schemas.microsoft.com/office/drawing/2014/main" id="{D71A7336-A4CA-A5B3-8B38-AF5611355182}"/>
                </a:ext>
              </a:extLst>
            </p:cNvPr>
            <p:cNvSpPr/>
            <p:nvPr/>
          </p:nvSpPr>
          <p:spPr>
            <a:xfrm>
              <a:off x="6368635" y="2544765"/>
              <a:ext cx="539039" cy="539012"/>
            </a:xfrm>
            <a:custGeom>
              <a:avLst/>
              <a:gdLst/>
              <a:ahLst/>
              <a:cxnLst/>
              <a:rect l="l" t="t" r="r" b="b"/>
              <a:pathLst>
                <a:path w="20238" h="20237" extrusionOk="0">
                  <a:moveTo>
                    <a:pt x="10135" y="0"/>
                  </a:moveTo>
                  <a:cubicBezTo>
                    <a:pt x="4530" y="0"/>
                    <a:pt x="1" y="4529"/>
                    <a:pt x="1" y="10103"/>
                  </a:cubicBezTo>
                  <a:cubicBezTo>
                    <a:pt x="1" y="15708"/>
                    <a:pt x="4530" y="20237"/>
                    <a:pt x="10135" y="20237"/>
                  </a:cubicBezTo>
                  <a:cubicBezTo>
                    <a:pt x="15709" y="20237"/>
                    <a:pt x="20237" y="15708"/>
                    <a:pt x="20237" y="10103"/>
                  </a:cubicBezTo>
                  <a:cubicBezTo>
                    <a:pt x="20237" y="4529"/>
                    <a:pt x="15709" y="0"/>
                    <a:pt x="10135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8;p14">
              <a:extLst>
                <a:ext uri="{FF2B5EF4-FFF2-40B4-BE49-F238E27FC236}">
                  <a16:creationId xmlns:a16="http://schemas.microsoft.com/office/drawing/2014/main" id="{F57F279F-D27F-82CE-B278-E20FF0F8CBC3}"/>
                </a:ext>
              </a:extLst>
            </p:cNvPr>
            <p:cNvSpPr/>
            <p:nvPr/>
          </p:nvSpPr>
          <p:spPr>
            <a:xfrm>
              <a:off x="6544932" y="2639239"/>
              <a:ext cx="186445" cy="350064"/>
            </a:xfrm>
            <a:custGeom>
              <a:avLst/>
              <a:gdLst/>
              <a:ahLst/>
              <a:cxnLst/>
              <a:rect l="l" t="t" r="r" b="b"/>
              <a:pathLst>
                <a:path w="7000" h="13143" extrusionOk="0">
                  <a:moveTo>
                    <a:pt x="4371" y="444"/>
                  </a:moveTo>
                  <a:lnTo>
                    <a:pt x="4371" y="887"/>
                  </a:lnTo>
                  <a:lnTo>
                    <a:pt x="2629" y="887"/>
                  </a:lnTo>
                  <a:lnTo>
                    <a:pt x="2629" y="444"/>
                  </a:lnTo>
                  <a:close/>
                  <a:moveTo>
                    <a:pt x="6240" y="1299"/>
                  </a:moveTo>
                  <a:cubicBezTo>
                    <a:pt x="6430" y="1299"/>
                    <a:pt x="6588" y="1457"/>
                    <a:pt x="6588" y="1615"/>
                  </a:cubicBezTo>
                  <a:lnTo>
                    <a:pt x="6588" y="12383"/>
                  </a:lnTo>
                  <a:cubicBezTo>
                    <a:pt x="6588" y="12573"/>
                    <a:pt x="6430" y="12699"/>
                    <a:pt x="6240" y="12699"/>
                  </a:cubicBezTo>
                  <a:lnTo>
                    <a:pt x="761" y="12699"/>
                  </a:lnTo>
                  <a:cubicBezTo>
                    <a:pt x="571" y="12699"/>
                    <a:pt x="444" y="12573"/>
                    <a:pt x="444" y="12383"/>
                  </a:cubicBezTo>
                  <a:lnTo>
                    <a:pt x="444" y="1615"/>
                  </a:lnTo>
                  <a:cubicBezTo>
                    <a:pt x="444" y="1457"/>
                    <a:pt x="571" y="1299"/>
                    <a:pt x="761" y="1299"/>
                  </a:cubicBezTo>
                  <a:close/>
                  <a:moveTo>
                    <a:pt x="2186" y="0"/>
                  </a:moveTo>
                  <a:lnTo>
                    <a:pt x="2186" y="855"/>
                  </a:lnTo>
                  <a:lnTo>
                    <a:pt x="761" y="855"/>
                  </a:lnTo>
                  <a:cubicBezTo>
                    <a:pt x="349" y="855"/>
                    <a:pt x="1" y="1204"/>
                    <a:pt x="1" y="1615"/>
                  </a:cubicBezTo>
                  <a:lnTo>
                    <a:pt x="1" y="12383"/>
                  </a:lnTo>
                  <a:cubicBezTo>
                    <a:pt x="1" y="12794"/>
                    <a:pt x="349" y="13143"/>
                    <a:pt x="761" y="13143"/>
                  </a:cubicBezTo>
                  <a:lnTo>
                    <a:pt x="6240" y="13143"/>
                  </a:lnTo>
                  <a:cubicBezTo>
                    <a:pt x="6683" y="13143"/>
                    <a:pt x="7000" y="12794"/>
                    <a:pt x="7000" y="12383"/>
                  </a:cubicBezTo>
                  <a:lnTo>
                    <a:pt x="7000" y="1615"/>
                  </a:lnTo>
                  <a:cubicBezTo>
                    <a:pt x="7000" y="1204"/>
                    <a:pt x="6683" y="855"/>
                    <a:pt x="6240" y="855"/>
                  </a:cubicBezTo>
                  <a:lnTo>
                    <a:pt x="4814" y="855"/>
                  </a:lnTo>
                  <a:lnTo>
                    <a:pt x="4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9;p14">
              <a:extLst>
                <a:ext uri="{FF2B5EF4-FFF2-40B4-BE49-F238E27FC236}">
                  <a16:creationId xmlns:a16="http://schemas.microsoft.com/office/drawing/2014/main" id="{1A44C631-7FCA-933B-88D4-96139E3393D8}"/>
                </a:ext>
              </a:extLst>
            </p:cNvPr>
            <p:cNvSpPr/>
            <p:nvPr/>
          </p:nvSpPr>
          <p:spPr>
            <a:xfrm>
              <a:off x="6587122" y="2731183"/>
              <a:ext cx="102092" cy="188949"/>
            </a:xfrm>
            <a:custGeom>
              <a:avLst/>
              <a:gdLst/>
              <a:ahLst/>
              <a:cxnLst/>
              <a:rect l="l" t="t" r="r" b="b"/>
              <a:pathLst>
                <a:path w="3833" h="7094" extrusionOk="0">
                  <a:moveTo>
                    <a:pt x="2344" y="1013"/>
                  </a:moveTo>
                  <a:lnTo>
                    <a:pt x="2344" y="3325"/>
                  </a:lnTo>
                  <a:lnTo>
                    <a:pt x="3104" y="3325"/>
                  </a:lnTo>
                  <a:lnTo>
                    <a:pt x="1710" y="5985"/>
                  </a:lnTo>
                  <a:lnTo>
                    <a:pt x="1710" y="3547"/>
                  </a:lnTo>
                  <a:lnTo>
                    <a:pt x="792" y="3547"/>
                  </a:lnTo>
                  <a:lnTo>
                    <a:pt x="2344" y="1013"/>
                  </a:lnTo>
                  <a:close/>
                  <a:moveTo>
                    <a:pt x="2502" y="0"/>
                  </a:moveTo>
                  <a:lnTo>
                    <a:pt x="2375" y="127"/>
                  </a:lnTo>
                  <a:lnTo>
                    <a:pt x="0" y="3990"/>
                  </a:lnTo>
                  <a:lnTo>
                    <a:pt x="1267" y="3990"/>
                  </a:lnTo>
                  <a:lnTo>
                    <a:pt x="1267" y="6809"/>
                  </a:lnTo>
                  <a:cubicBezTo>
                    <a:pt x="1267" y="6904"/>
                    <a:pt x="1299" y="6999"/>
                    <a:pt x="1394" y="7031"/>
                  </a:cubicBezTo>
                  <a:lnTo>
                    <a:pt x="1584" y="7094"/>
                  </a:lnTo>
                  <a:lnTo>
                    <a:pt x="1679" y="6967"/>
                  </a:lnTo>
                  <a:lnTo>
                    <a:pt x="3832" y="2882"/>
                  </a:lnTo>
                  <a:lnTo>
                    <a:pt x="2787" y="2882"/>
                  </a:lnTo>
                  <a:lnTo>
                    <a:pt x="2787" y="285"/>
                  </a:lnTo>
                  <a:cubicBezTo>
                    <a:pt x="2787" y="190"/>
                    <a:pt x="2755" y="95"/>
                    <a:pt x="2660" y="63"/>
                  </a:cubicBezTo>
                  <a:lnTo>
                    <a:pt x="25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00;p14">
              <a:extLst>
                <a:ext uri="{FF2B5EF4-FFF2-40B4-BE49-F238E27FC236}">
                  <a16:creationId xmlns:a16="http://schemas.microsoft.com/office/drawing/2014/main" id="{09C0EED0-A8BC-B28A-2D25-F93966FDFD27}"/>
                </a:ext>
              </a:extLst>
            </p:cNvPr>
            <p:cNvSpPr/>
            <p:nvPr/>
          </p:nvSpPr>
          <p:spPr>
            <a:xfrm>
              <a:off x="6533133" y="2499219"/>
              <a:ext cx="420087" cy="535630"/>
            </a:xfrm>
            <a:custGeom>
              <a:avLst/>
              <a:gdLst/>
              <a:ahLst/>
              <a:cxnLst/>
              <a:rect l="l" t="t" r="r" b="b"/>
              <a:pathLst>
                <a:path w="15772" h="20110" fill="none" extrusionOk="0">
                  <a:moveTo>
                    <a:pt x="12383" y="20110"/>
                  </a:moveTo>
                  <a:cubicBezTo>
                    <a:pt x="14473" y="17988"/>
                    <a:pt x="15772" y="15043"/>
                    <a:pt x="15772" y="11813"/>
                  </a:cubicBezTo>
                  <a:cubicBezTo>
                    <a:pt x="15772" y="5289"/>
                    <a:pt x="10483" y="0"/>
                    <a:pt x="3959" y="0"/>
                  </a:cubicBezTo>
                  <a:cubicBezTo>
                    <a:pt x="2566" y="0"/>
                    <a:pt x="1235" y="253"/>
                    <a:pt x="0" y="697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01;p14">
              <a:extLst>
                <a:ext uri="{FF2B5EF4-FFF2-40B4-BE49-F238E27FC236}">
                  <a16:creationId xmlns:a16="http://schemas.microsoft.com/office/drawing/2014/main" id="{33E73683-348C-2B04-1416-688D2B8BC964}"/>
                </a:ext>
              </a:extLst>
            </p:cNvPr>
            <p:cNvSpPr/>
            <p:nvPr/>
          </p:nvSpPr>
          <p:spPr>
            <a:xfrm>
              <a:off x="6323089" y="2584398"/>
              <a:ext cx="315518" cy="544925"/>
            </a:xfrm>
            <a:custGeom>
              <a:avLst/>
              <a:gdLst/>
              <a:ahLst/>
              <a:cxnLst/>
              <a:rect l="l" t="t" r="r" b="b"/>
              <a:pathLst>
                <a:path w="11846" h="20459" fill="none" extrusionOk="0">
                  <a:moveTo>
                    <a:pt x="3738" y="1"/>
                  </a:moveTo>
                  <a:cubicBezTo>
                    <a:pt x="1458" y="2154"/>
                    <a:pt x="1" y="5226"/>
                    <a:pt x="1" y="8615"/>
                  </a:cubicBezTo>
                  <a:cubicBezTo>
                    <a:pt x="1" y="15138"/>
                    <a:pt x="5321" y="20459"/>
                    <a:pt x="11845" y="20459"/>
                  </a:cubicBezTo>
                </a:path>
              </a:pathLst>
            </a:custGeom>
            <a:noFill/>
            <a:ln w="792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F8ACC37-CEE5-BA1D-5E73-044FCEEDF3F3}"/>
              </a:ext>
            </a:extLst>
          </p:cNvPr>
          <p:cNvSpPr txBox="1"/>
          <p:nvPr/>
        </p:nvSpPr>
        <p:spPr>
          <a:xfrm>
            <a:off x="8508206" y="4693444"/>
            <a:ext cx="335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6">
          <a:extLst>
            <a:ext uri="{FF2B5EF4-FFF2-40B4-BE49-F238E27FC236}">
              <a16:creationId xmlns:a16="http://schemas.microsoft.com/office/drawing/2014/main" id="{E2AE09DB-BBF4-EA2E-F0F5-4C23014E1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p38">
            <a:extLst>
              <a:ext uri="{FF2B5EF4-FFF2-40B4-BE49-F238E27FC236}">
                <a16:creationId xmlns:a16="http://schemas.microsoft.com/office/drawing/2014/main" id="{8CC5021A-E667-C282-721E-DBC7B3779184}"/>
              </a:ext>
            </a:extLst>
          </p:cNvPr>
          <p:cNvSpPr/>
          <p:nvPr/>
        </p:nvSpPr>
        <p:spPr>
          <a:xfrm>
            <a:off x="4075125" y="305719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2" name="Google Shape;3932;p38">
            <a:extLst>
              <a:ext uri="{FF2B5EF4-FFF2-40B4-BE49-F238E27FC236}">
                <a16:creationId xmlns:a16="http://schemas.microsoft.com/office/drawing/2014/main" id="{9C28BCA4-A9A3-0005-AAF8-A3A782185623}"/>
              </a:ext>
            </a:extLst>
          </p:cNvPr>
          <p:cNvSpPr/>
          <p:nvPr/>
        </p:nvSpPr>
        <p:spPr>
          <a:xfrm>
            <a:off x="4710926" y="3016383"/>
            <a:ext cx="905610" cy="913765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3" name="Google Shape;3933;p38">
            <a:extLst>
              <a:ext uri="{FF2B5EF4-FFF2-40B4-BE49-F238E27FC236}">
                <a16:creationId xmlns:a16="http://schemas.microsoft.com/office/drawing/2014/main" id="{B4B6DBF6-C021-760F-32B9-F733AB79703F}"/>
              </a:ext>
            </a:extLst>
          </p:cNvPr>
          <p:cNvSpPr/>
          <p:nvPr/>
        </p:nvSpPr>
        <p:spPr>
          <a:xfrm>
            <a:off x="1046989" y="458910"/>
            <a:ext cx="3160575" cy="646719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90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4" name="Google Shape;3934;p38">
            <a:extLst>
              <a:ext uri="{FF2B5EF4-FFF2-40B4-BE49-F238E27FC236}">
                <a16:creationId xmlns:a16="http://schemas.microsoft.com/office/drawing/2014/main" id="{FE42F514-F369-D706-F646-176EBA14FFC3}"/>
              </a:ext>
            </a:extLst>
          </p:cNvPr>
          <p:cNvSpPr/>
          <p:nvPr/>
        </p:nvSpPr>
        <p:spPr>
          <a:xfrm>
            <a:off x="718087" y="426705"/>
            <a:ext cx="785847" cy="670104"/>
          </a:xfrm>
          <a:custGeom>
            <a:avLst/>
            <a:gdLst/>
            <a:ahLst/>
            <a:cxnLst/>
            <a:rect l="l" t="t" r="r" b="b"/>
            <a:pathLst>
              <a:path w="19066" h="19098" extrusionOk="0">
                <a:moveTo>
                  <a:pt x="9533" y="1"/>
                </a:moveTo>
                <a:cubicBezTo>
                  <a:pt x="4276" y="1"/>
                  <a:pt x="1" y="4276"/>
                  <a:pt x="1" y="9565"/>
                </a:cubicBezTo>
                <a:cubicBezTo>
                  <a:pt x="1" y="14822"/>
                  <a:pt x="4276" y="19097"/>
                  <a:pt x="9533" y="19097"/>
                </a:cubicBezTo>
                <a:cubicBezTo>
                  <a:pt x="14790" y="19097"/>
                  <a:pt x="19065" y="14822"/>
                  <a:pt x="19065" y="9565"/>
                </a:cubicBezTo>
                <a:cubicBezTo>
                  <a:pt x="19065" y="4276"/>
                  <a:pt x="14790" y="1"/>
                  <a:pt x="9533" y="1"/>
                </a:cubicBez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sz="25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5" name="Google Shape;3935;p38">
            <a:extLst>
              <a:ext uri="{FF2B5EF4-FFF2-40B4-BE49-F238E27FC236}">
                <a16:creationId xmlns:a16="http://schemas.microsoft.com/office/drawing/2014/main" id="{5619F665-4A83-C8F1-DD43-544CB0EFB63D}"/>
              </a:ext>
            </a:extLst>
          </p:cNvPr>
          <p:cNvSpPr/>
          <p:nvPr/>
        </p:nvSpPr>
        <p:spPr>
          <a:xfrm>
            <a:off x="718086" y="405446"/>
            <a:ext cx="807333" cy="678235"/>
          </a:xfrm>
          <a:custGeom>
            <a:avLst/>
            <a:gdLst/>
            <a:ahLst/>
            <a:cxnLst/>
            <a:rect l="l" t="t" r="r" b="b"/>
            <a:pathLst>
              <a:path w="19762" h="19762" extrusionOk="0">
                <a:moveTo>
                  <a:pt x="9881" y="697"/>
                </a:moveTo>
                <a:cubicBezTo>
                  <a:pt x="14948" y="697"/>
                  <a:pt x="19065" y="4814"/>
                  <a:pt x="19065" y="9881"/>
                </a:cubicBezTo>
                <a:cubicBezTo>
                  <a:pt x="19065" y="14948"/>
                  <a:pt x="14948" y="19065"/>
                  <a:pt x="9881" y="19065"/>
                </a:cubicBezTo>
                <a:cubicBezTo>
                  <a:pt x="4814" y="19065"/>
                  <a:pt x="697" y="14948"/>
                  <a:pt x="697" y="9881"/>
                </a:cubicBezTo>
                <a:cubicBezTo>
                  <a:pt x="697" y="4814"/>
                  <a:pt x="4814" y="697"/>
                  <a:pt x="9881" y="697"/>
                </a:cubicBezTo>
                <a:close/>
                <a:moveTo>
                  <a:pt x="9881" y="0"/>
                </a:moveTo>
                <a:cubicBezTo>
                  <a:pt x="7252" y="0"/>
                  <a:pt x="4751" y="1014"/>
                  <a:pt x="2882" y="2882"/>
                </a:cubicBezTo>
                <a:cubicBezTo>
                  <a:pt x="1014" y="4751"/>
                  <a:pt x="0" y="7221"/>
                  <a:pt x="0" y="9881"/>
                </a:cubicBezTo>
                <a:cubicBezTo>
                  <a:pt x="0" y="12510"/>
                  <a:pt x="1014" y="15011"/>
                  <a:pt x="2882" y="16880"/>
                </a:cubicBezTo>
                <a:cubicBezTo>
                  <a:pt x="4751" y="18748"/>
                  <a:pt x="7252" y="19762"/>
                  <a:pt x="9881" y="19762"/>
                </a:cubicBezTo>
                <a:cubicBezTo>
                  <a:pt x="12541" y="19762"/>
                  <a:pt x="15011" y="18748"/>
                  <a:pt x="16880" y="16880"/>
                </a:cubicBezTo>
                <a:cubicBezTo>
                  <a:pt x="18748" y="15011"/>
                  <a:pt x="19762" y="12510"/>
                  <a:pt x="19762" y="9881"/>
                </a:cubicBezTo>
                <a:cubicBezTo>
                  <a:pt x="19762" y="7221"/>
                  <a:pt x="18748" y="4751"/>
                  <a:pt x="16880" y="2882"/>
                </a:cubicBezTo>
                <a:cubicBezTo>
                  <a:pt x="15011" y="1014"/>
                  <a:pt x="12541" y="0"/>
                  <a:pt x="98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2" name="Google Shape;3942;p38">
            <a:extLst>
              <a:ext uri="{FF2B5EF4-FFF2-40B4-BE49-F238E27FC236}">
                <a16:creationId xmlns:a16="http://schemas.microsoft.com/office/drawing/2014/main" id="{D8C7114B-5F3F-4C6E-7B46-2B763222A3EF}"/>
              </a:ext>
            </a:extLst>
          </p:cNvPr>
          <p:cNvSpPr/>
          <p:nvPr/>
        </p:nvSpPr>
        <p:spPr>
          <a:xfrm>
            <a:off x="4744351" y="2112316"/>
            <a:ext cx="133500" cy="133533"/>
          </a:xfrm>
          <a:custGeom>
            <a:avLst/>
            <a:gdLst/>
            <a:ahLst/>
            <a:cxnLst/>
            <a:rect l="l" t="t" r="r" b="b"/>
            <a:pathLst>
              <a:path w="4086" h="4087" extrusionOk="0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7" name="Google Shape;3947;p38">
            <a:extLst>
              <a:ext uri="{FF2B5EF4-FFF2-40B4-BE49-F238E27FC236}">
                <a16:creationId xmlns:a16="http://schemas.microsoft.com/office/drawing/2014/main" id="{1074E9EB-C916-93E6-6ED4-E6046766BFFA}"/>
              </a:ext>
            </a:extLst>
          </p:cNvPr>
          <p:cNvSpPr/>
          <p:nvPr/>
        </p:nvSpPr>
        <p:spPr>
          <a:xfrm flipV="1">
            <a:off x="4207565" y="774128"/>
            <a:ext cx="564288" cy="1352989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28661" y="0"/>
                </a:moveTo>
                <a:lnTo>
                  <a:pt x="10514" y="26507"/>
                </a:lnTo>
                <a:lnTo>
                  <a:pt x="0" y="26507"/>
                </a:lnTo>
                <a:lnTo>
                  <a:pt x="0" y="26856"/>
                </a:lnTo>
                <a:lnTo>
                  <a:pt x="10609" y="26856"/>
                </a:lnTo>
                <a:lnTo>
                  <a:pt x="28882" y="285"/>
                </a:lnTo>
                <a:lnTo>
                  <a:pt x="2866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2" name="Google Shape;3952;p38">
            <a:extLst>
              <a:ext uri="{FF2B5EF4-FFF2-40B4-BE49-F238E27FC236}">
                <a16:creationId xmlns:a16="http://schemas.microsoft.com/office/drawing/2014/main" id="{FB865562-954D-432B-397C-4A53458289F6}"/>
              </a:ext>
            </a:extLst>
          </p:cNvPr>
          <p:cNvGrpSpPr/>
          <p:nvPr/>
        </p:nvGrpSpPr>
        <p:grpSpPr>
          <a:xfrm>
            <a:off x="3938249" y="2338047"/>
            <a:ext cx="1745703" cy="2031325"/>
            <a:chOff x="457208" y="1168980"/>
            <a:chExt cx="2230878" cy="3186908"/>
          </a:xfrm>
        </p:grpSpPr>
        <p:sp>
          <p:nvSpPr>
            <p:cNvPr id="3953" name="Google Shape;3953;p38">
              <a:extLst>
                <a:ext uri="{FF2B5EF4-FFF2-40B4-BE49-F238E27FC236}">
                  <a16:creationId xmlns:a16="http://schemas.microsoft.com/office/drawing/2014/main" id="{C2656A2D-FDBF-7B07-E041-3E71AC7B78AE}"/>
                </a:ext>
              </a:extLst>
            </p:cNvPr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38">
              <a:extLst>
                <a:ext uri="{FF2B5EF4-FFF2-40B4-BE49-F238E27FC236}">
                  <a16:creationId xmlns:a16="http://schemas.microsoft.com/office/drawing/2014/main" id="{084229B3-56B2-FD1B-D3E9-9DAC548B089E}"/>
                </a:ext>
              </a:extLst>
            </p:cNvPr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38">
              <a:extLst>
                <a:ext uri="{FF2B5EF4-FFF2-40B4-BE49-F238E27FC236}">
                  <a16:creationId xmlns:a16="http://schemas.microsoft.com/office/drawing/2014/main" id="{E9043201-8B50-E3ED-A173-9FB59D4D3A8C}"/>
                </a:ext>
              </a:extLst>
            </p:cNvPr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38">
              <a:extLst>
                <a:ext uri="{FF2B5EF4-FFF2-40B4-BE49-F238E27FC236}">
                  <a16:creationId xmlns:a16="http://schemas.microsoft.com/office/drawing/2014/main" id="{3A39E9FB-C817-5646-9412-582104B09CF8}"/>
                </a:ext>
              </a:extLst>
            </p:cNvPr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38">
              <a:extLst>
                <a:ext uri="{FF2B5EF4-FFF2-40B4-BE49-F238E27FC236}">
                  <a16:creationId xmlns:a16="http://schemas.microsoft.com/office/drawing/2014/main" id="{83A5D81E-89AA-64D8-2F05-4CC970618411}"/>
                </a:ext>
              </a:extLst>
            </p:cNvPr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38">
              <a:extLst>
                <a:ext uri="{FF2B5EF4-FFF2-40B4-BE49-F238E27FC236}">
                  <a16:creationId xmlns:a16="http://schemas.microsoft.com/office/drawing/2014/main" id="{0AC0D16F-9126-0301-8101-78E5005FE5A0}"/>
                </a:ext>
              </a:extLst>
            </p:cNvPr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38">
              <a:extLst>
                <a:ext uri="{FF2B5EF4-FFF2-40B4-BE49-F238E27FC236}">
                  <a16:creationId xmlns:a16="http://schemas.microsoft.com/office/drawing/2014/main" id="{42BB7073-7021-D17A-5E79-3B02EEA866CD}"/>
                </a:ext>
              </a:extLst>
            </p:cNvPr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38">
              <a:extLst>
                <a:ext uri="{FF2B5EF4-FFF2-40B4-BE49-F238E27FC236}">
                  <a16:creationId xmlns:a16="http://schemas.microsoft.com/office/drawing/2014/main" id="{C3149B47-3EFA-9003-E845-20F440A01A9C}"/>
                </a:ext>
              </a:extLst>
            </p:cNvPr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38">
              <a:extLst>
                <a:ext uri="{FF2B5EF4-FFF2-40B4-BE49-F238E27FC236}">
                  <a16:creationId xmlns:a16="http://schemas.microsoft.com/office/drawing/2014/main" id="{054968DF-9676-88EB-F6C4-BE4518F553F0}"/>
                </a:ext>
              </a:extLst>
            </p:cNvPr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38">
              <a:extLst>
                <a:ext uri="{FF2B5EF4-FFF2-40B4-BE49-F238E27FC236}">
                  <a16:creationId xmlns:a16="http://schemas.microsoft.com/office/drawing/2014/main" id="{94ED39E0-4F9D-E34F-3D1B-640DA379C474}"/>
                </a:ext>
              </a:extLst>
            </p:cNvPr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38">
              <a:extLst>
                <a:ext uri="{FF2B5EF4-FFF2-40B4-BE49-F238E27FC236}">
                  <a16:creationId xmlns:a16="http://schemas.microsoft.com/office/drawing/2014/main" id="{8E00631B-6FB2-03CA-BBDC-429C2758934B}"/>
                </a:ext>
              </a:extLst>
            </p:cNvPr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38">
              <a:extLst>
                <a:ext uri="{FF2B5EF4-FFF2-40B4-BE49-F238E27FC236}">
                  <a16:creationId xmlns:a16="http://schemas.microsoft.com/office/drawing/2014/main" id="{8EF58380-865F-7585-D0AB-5830BC71FBC9}"/>
                </a:ext>
              </a:extLst>
            </p:cNvPr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38">
              <a:extLst>
                <a:ext uri="{FF2B5EF4-FFF2-40B4-BE49-F238E27FC236}">
                  <a16:creationId xmlns:a16="http://schemas.microsoft.com/office/drawing/2014/main" id="{5B927E92-0ED0-EEAF-F586-7F9D9AF85748}"/>
                </a:ext>
              </a:extLst>
            </p:cNvPr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38">
              <a:extLst>
                <a:ext uri="{FF2B5EF4-FFF2-40B4-BE49-F238E27FC236}">
                  <a16:creationId xmlns:a16="http://schemas.microsoft.com/office/drawing/2014/main" id="{D1851943-7229-B9DA-408D-AC72D3287355}"/>
                </a:ext>
              </a:extLst>
            </p:cNvPr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38">
              <a:extLst>
                <a:ext uri="{FF2B5EF4-FFF2-40B4-BE49-F238E27FC236}">
                  <a16:creationId xmlns:a16="http://schemas.microsoft.com/office/drawing/2014/main" id="{2E82160C-37FF-9398-DA5D-5F8F793A26E5}"/>
                </a:ext>
              </a:extLst>
            </p:cNvPr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38">
              <a:extLst>
                <a:ext uri="{FF2B5EF4-FFF2-40B4-BE49-F238E27FC236}">
                  <a16:creationId xmlns:a16="http://schemas.microsoft.com/office/drawing/2014/main" id="{98768D3F-7356-ABCD-1071-DE8ECDFE522C}"/>
                </a:ext>
              </a:extLst>
            </p:cNvPr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38">
              <a:extLst>
                <a:ext uri="{FF2B5EF4-FFF2-40B4-BE49-F238E27FC236}">
                  <a16:creationId xmlns:a16="http://schemas.microsoft.com/office/drawing/2014/main" id="{03E029C8-1F2E-65E9-D193-6C478343F54D}"/>
                </a:ext>
              </a:extLst>
            </p:cNvPr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38">
              <a:extLst>
                <a:ext uri="{FF2B5EF4-FFF2-40B4-BE49-F238E27FC236}">
                  <a16:creationId xmlns:a16="http://schemas.microsoft.com/office/drawing/2014/main" id="{54A91572-C162-2AFF-DAB6-A8D209376A10}"/>
                </a:ext>
              </a:extLst>
            </p:cNvPr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38">
              <a:extLst>
                <a:ext uri="{FF2B5EF4-FFF2-40B4-BE49-F238E27FC236}">
                  <a16:creationId xmlns:a16="http://schemas.microsoft.com/office/drawing/2014/main" id="{0D4EA86C-22DA-8D26-81BC-E1A7E10ACC8A}"/>
                </a:ext>
              </a:extLst>
            </p:cNvPr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38">
              <a:extLst>
                <a:ext uri="{FF2B5EF4-FFF2-40B4-BE49-F238E27FC236}">
                  <a16:creationId xmlns:a16="http://schemas.microsoft.com/office/drawing/2014/main" id="{08C484CE-9966-D337-3C5D-EC0E2F784637}"/>
                </a:ext>
              </a:extLst>
            </p:cNvPr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38">
              <a:extLst>
                <a:ext uri="{FF2B5EF4-FFF2-40B4-BE49-F238E27FC236}">
                  <a16:creationId xmlns:a16="http://schemas.microsoft.com/office/drawing/2014/main" id="{2708A8A3-60D6-349A-42B6-F022E21F8C06}"/>
                </a:ext>
              </a:extLst>
            </p:cNvPr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38">
              <a:extLst>
                <a:ext uri="{FF2B5EF4-FFF2-40B4-BE49-F238E27FC236}">
                  <a16:creationId xmlns:a16="http://schemas.microsoft.com/office/drawing/2014/main" id="{41B1AEBC-7E77-AEDA-7E37-5142030D6EF7}"/>
                </a:ext>
              </a:extLst>
            </p:cNvPr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38">
              <a:extLst>
                <a:ext uri="{FF2B5EF4-FFF2-40B4-BE49-F238E27FC236}">
                  <a16:creationId xmlns:a16="http://schemas.microsoft.com/office/drawing/2014/main" id="{3E51FF3E-70BF-63B5-53B0-8711722DCAB6}"/>
                </a:ext>
              </a:extLst>
            </p:cNvPr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38">
              <a:extLst>
                <a:ext uri="{FF2B5EF4-FFF2-40B4-BE49-F238E27FC236}">
                  <a16:creationId xmlns:a16="http://schemas.microsoft.com/office/drawing/2014/main" id="{0F350DEB-16F6-F7BF-2FFB-13B5D0BE9622}"/>
                </a:ext>
              </a:extLst>
            </p:cNvPr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38">
              <a:extLst>
                <a:ext uri="{FF2B5EF4-FFF2-40B4-BE49-F238E27FC236}">
                  <a16:creationId xmlns:a16="http://schemas.microsoft.com/office/drawing/2014/main" id="{1C6EEE2D-3036-BC5F-1A00-99725B3F5AD1}"/>
                </a:ext>
              </a:extLst>
            </p:cNvPr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38">
              <a:extLst>
                <a:ext uri="{FF2B5EF4-FFF2-40B4-BE49-F238E27FC236}">
                  <a16:creationId xmlns:a16="http://schemas.microsoft.com/office/drawing/2014/main" id="{DFB4DACB-8818-5F61-7132-AD0F8EA5BAE8}"/>
                </a:ext>
              </a:extLst>
            </p:cNvPr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38">
              <a:extLst>
                <a:ext uri="{FF2B5EF4-FFF2-40B4-BE49-F238E27FC236}">
                  <a16:creationId xmlns:a16="http://schemas.microsoft.com/office/drawing/2014/main" id="{77C6D995-AEE7-2C0D-7D25-0B1581FDFA52}"/>
                </a:ext>
              </a:extLst>
            </p:cNvPr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38">
              <a:extLst>
                <a:ext uri="{FF2B5EF4-FFF2-40B4-BE49-F238E27FC236}">
                  <a16:creationId xmlns:a16="http://schemas.microsoft.com/office/drawing/2014/main" id="{9E4243D7-D57C-12EA-BC28-564D4B38DCC0}"/>
                </a:ext>
              </a:extLst>
            </p:cNvPr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38">
              <a:extLst>
                <a:ext uri="{FF2B5EF4-FFF2-40B4-BE49-F238E27FC236}">
                  <a16:creationId xmlns:a16="http://schemas.microsoft.com/office/drawing/2014/main" id="{472089A0-E759-E9AC-855B-5CF6DB5872D0}"/>
                </a:ext>
              </a:extLst>
            </p:cNvPr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38">
              <a:extLst>
                <a:ext uri="{FF2B5EF4-FFF2-40B4-BE49-F238E27FC236}">
                  <a16:creationId xmlns:a16="http://schemas.microsoft.com/office/drawing/2014/main" id="{682B091F-6E34-9342-73E5-8D9858AA06B6}"/>
                </a:ext>
              </a:extLst>
            </p:cNvPr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38">
              <a:extLst>
                <a:ext uri="{FF2B5EF4-FFF2-40B4-BE49-F238E27FC236}">
                  <a16:creationId xmlns:a16="http://schemas.microsoft.com/office/drawing/2014/main" id="{EF2F2514-5286-A6BD-DDB6-62A499CE9705}"/>
                </a:ext>
              </a:extLst>
            </p:cNvPr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38">
              <a:extLst>
                <a:ext uri="{FF2B5EF4-FFF2-40B4-BE49-F238E27FC236}">
                  <a16:creationId xmlns:a16="http://schemas.microsoft.com/office/drawing/2014/main" id="{ABC7287F-FB4A-8DA1-4858-323A734F6E88}"/>
                </a:ext>
              </a:extLst>
            </p:cNvPr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38">
              <a:extLst>
                <a:ext uri="{FF2B5EF4-FFF2-40B4-BE49-F238E27FC236}">
                  <a16:creationId xmlns:a16="http://schemas.microsoft.com/office/drawing/2014/main" id="{7C1A4C8E-90B6-ABFA-721E-01CDAE5257CA}"/>
                </a:ext>
              </a:extLst>
            </p:cNvPr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38">
              <a:extLst>
                <a:ext uri="{FF2B5EF4-FFF2-40B4-BE49-F238E27FC236}">
                  <a16:creationId xmlns:a16="http://schemas.microsoft.com/office/drawing/2014/main" id="{39DDCCED-FB09-53D5-00B0-58579C383DA4}"/>
                </a:ext>
              </a:extLst>
            </p:cNvPr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38">
              <a:extLst>
                <a:ext uri="{FF2B5EF4-FFF2-40B4-BE49-F238E27FC236}">
                  <a16:creationId xmlns:a16="http://schemas.microsoft.com/office/drawing/2014/main" id="{D1918611-0889-2007-BE3C-A1B8B02F086A}"/>
                </a:ext>
              </a:extLst>
            </p:cNvPr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38">
              <a:extLst>
                <a:ext uri="{FF2B5EF4-FFF2-40B4-BE49-F238E27FC236}">
                  <a16:creationId xmlns:a16="http://schemas.microsoft.com/office/drawing/2014/main" id="{C40F76CC-C7A5-3DB7-DC44-A10248AC3121}"/>
                </a:ext>
              </a:extLst>
            </p:cNvPr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38">
              <a:extLst>
                <a:ext uri="{FF2B5EF4-FFF2-40B4-BE49-F238E27FC236}">
                  <a16:creationId xmlns:a16="http://schemas.microsoft.com/office/drawing/2014/main" id="{7940C57B-1BA9-F7BA-4CCB-FA8B25D4F4E7}"/>
                </a:ext>
              </a:extLst>
            </p:cNvPr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38">
              <a:extLst>
                <a:ext uri="{FF2B5EF4-FFF2-40B4-BE49-F238E27FC236}">
                  <a16:creationId xmlns:a16="http://schemas.microsoft.com/office/drawing/2014/main" id="{3AC00F3E-82B5-9DB7-4B4B-28F20557E18D}"/>
                </a:ext>
              </a:extLst>
            </p:cNvPr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38">
              <a:extLst>
                <a:ext uri="{FF2B5EF4-FFF2-40B4-BE49-F238E27FC236}">
                  <a16:creationId xmlns:a16="http://schemas.microsoft.com/office/drawing/2014/main" id="{211B21A9-BB18-7EB7-763A-F8D5AB0FA16C}"/>
                </a:ext>
              </a:extLst>
            </p:cNvPr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38">
              <a:extLst>
                <a:ext uri="{FF2B5EF4-FFF2-40B4-BE49-F238E27FC236}">
                  <a16:creationId xmlns:a16="http://schemas.microsoft.com/office/drawing/2014/main" id="{DD620440-A413-9F6A-62BE-78794F362313}"/>
                </a:ext>
              </a:extLst>
            </p:cNvPr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38">
              <a:extLst>
                <a:ext uri="{FF2B5EF4-FFF2-40B4-BE49-F238E27FC236}">
                  <a16:creationId xmlns:a16="http://schemas.microsoft.com/office/drawing/2014/main" id="{6D38E0C2-7554-A740-7535-B4C726626A76}"/>
                </a:ext>
              </a:extLst>
            </p:cNvPr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38">
              <a:extLst>
                <a:ext uri="{FF2B5EF4-FFF2-40B4-BE49-F238E27FC236}">
                  <a16:creationId xmlns:a16="http://schemas.microsoft.com/office/drawing/2014/main" id="{2AF6B045-584D-D38E-4363-95E15F1D38BF}"/>
                </a:ext>
              </a:extLst>
            </p:cNvPr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38">
              <a:extLst>
                <a:ext uri="{FF2B5EF4-FFF2-40B4-BE49-F238E27FC236}">
                  <a16:creationId xmlns:a16="http://schemas.microsoft.com/office/drawing/2014/main" id="{604AC427-62BD-CB75-5C4D-EDC4C02A6E33}"/>
                </a:ext>
              </a:extLst>
            </p:cNvPr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38">
              <a:extLst>
                <a:ext uri="{FF2B5EF4-FFF2-40B4-BE49-F238E27FC236}">
                  <a16:creationId xmlns:a16="http://schemas.microsoft.com/office/drawing/2014/main" id="{92FC8FE7-80AC-9CF8-9F4E-F9587BE17967}"/>
                </a:ext>
              </a:extLst>
            </p:cNvPr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38">
              <a:extLst>
                <a:ext uri="{FF2B5EF4-FFF2-40B4-BE49-F238E27FC236}">
                  <a16:creationId xmlns:a16="http://schemas.microsoft.com/office/drawing/2014/main" id="{8365CD99-55D3-D3FE-4C98-62F7AE89F9DE}"/>
                </a:ext>
              </a:extLst>
            </p:cNvPr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38">
              <a:extLst>
                <a:ext uri="{FF2B5EF4-FFF2-40B4-BE49-F238E27FC236}">
                  <a16:creationId xmlns:a16="http://schemas.microsoft.com/office/drawing/2014/main" id="{ABD79D6B-CC6C-503C-7E08-FF90466DDAC4}"/>
                </a:ext>
              </a:extLst>
            </p:cNvPr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38">
              <a:extLst>
                <a:ext uri="{FF2B5EF4-FFF2-40B4-BE49-F238E27FC236}">
                  <a16:creationId xmlns:a16="http://schemas.microsoft.com/office/drawing/2014/main" id="{CFAEB662-D892-403A-F807-81E665255521}"/>
                </a:ext>
              </a:extLst>
            </p:cNvPr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38">
              <a:extLst>
                <a:ext uri="{FF2B5EF4-FFF2-40B4-BE49-F238E27FC236}">
                  <a16:creationId xmlns:a16="http://schemas.microsoft.com/office/drawing/2014/main" id="{3E2E8A19-DC2B-E735-35A5-BB41271C7CA5}"/>
                </a:ext>
              </a:extLst>
            </p:cNvPr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38">
              <a:extLst>
                <a:ext uri="{FF2B5EF4-FFF2-40B4-BE49-F238E27FC236}">
                  <a16:creationId xmlns:a16="http://schemas.microsoft.com/office/drawing/2014/main" id="{031C4480-CABE-D14C-E7D6-39187758567A}"/>
                </a:ext>
              </a:extLst>
            </p:cNvPr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38">
              <a:extLst>
                <a:ext uri="{FF2B5EF4-FFF2-40B4-BE49-F238E27FC236}">
                  <a16:creationId xmlns:a16="http://schemas.microsoft.com/office/drawing/2014/main" id="{7037C9D2-45C1-ED7A-C8A8-54861201C4F1}"/>
                </a:ext>
              </a:extLst>
            </p:cNvPr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38">
              <a:extLst>
                <a:ext uri="{FF2B5EF4-FFF2-40B4-BE49-F238E27FC236}">
                  <a16:creationId xmlns:a16="http://schemas.microsoft.com/office/drawing/2014/main" id="{367F90A2-568A-0ACE-7B48-68C768ABD9C0}"/>
                </a:ext>
              </a:extLst>
            </p:cNvPr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38">
              <a:extLst>
                <a:ext uri="{FF2B5EF4-FFF2-40B4-BE49-F238E27FC236}">
                  <a16:creationId xmlns:a16="http://schemas.microsoft.com/office/drawing/2014/main" id="{22D64BF0-7382-DB42-B784-94C8BFFADF42}"/>
                </a:ext>
              </a:extLst>
            </p:cNvPr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38">
              <a:extLst>
                <a:ext uri="{FF2B5EF4-FFF2-40B4-BE49-F238E27FC236}">
                  <a16:creationId xmlns:a16="http://schemas.microsoft.com/office/drawing/2014/main" id="{BE51A224-6100-46DC-97E2-9119BB4317B4}"/>
                </a:ext>
              </a:extLst>
            </p:cNvPr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38">
              <a:extLst>
                <a:ext uri="{FF2B5EF4-FFF2-40B4-BE49-F238E27FC236}">
                  <a16:creationId xmlns:a16="http://schemas.microsoft.com/office/drawing/2014/main" id="{47C5257B-AEE7-036B-D96C-6AF4E2831755}"/>
                </a:ext>
              </a:extLst>
            </p:cNvPr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38">
              <a:extLst>
                <a:ext uri="{FF2B5EF4-FFF2-40B4-BE49-F238E27FC236}">
                  <a16:creationId xmlns:a16="http://schemas.microsoft.com/office/drawing/2014/main" id="{CC14B765-A3B4-0F9D-0EAD-19C83A63D541}"/>
                </a:ext>
              </a:extLst>
            </p:cNvPr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38">
              <a:extLst>
                <a:ext uri="{FF2B5EF4-FFF2-40B4-BE49-F238E27FC236}">
                  <a16:creationId xmlns:a16="http://schemas.microsoft.com/office/drawing/2014/main" id="{1D40FDC0-42D6-94D3-28EA-DC750EE7AC01}"/>
                </a:ext>
              </a:extLst>
            </p:cNvPr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38">
              <a:extLst>
                <a:ext uri="{FF2B5EF4-FFF2-40B4-BE49-F238E27FC236}">
                  <a16:creationId xmlns:a16="http://schemas.microsoft.com/office/drawing/2014/main" id="{D501A439-0DE1-B34D-ED23-2DBAEB370FF8}"/>
                </a:ext>
              </a:extLst>
            </p:cNvPr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38">
              <a:extLst>
                <a:ext uri="{FF2B5EF4-FFF2-40B4-BE49-F238E27FC236}">
                  <a16:creationId xmlns:a16="http://schemas.microsoft.com/office/drawing/2014/main" id="{8DE2F8CE-C30D-F117-105F-7C3AA17F24F5}"/>
                </a:ext>
              </a:extLst>
            </p:cNvPr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38">
              <a:extLst>
                <a:ext uri="{FF2B5EF4-FFF2-40B4-BE49-F238E27FC236}">
                  <a16:creationId xmlns:a16="http://schemas.microsoft.com/office/drawing/2014/main" id="{D30ED2C3-1F56-B267-F645-AD86F118D8BC}"/>
                </a:ext>
              </a:extLst>
            </p:cNvPr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38">
              <a:extLst>
                <a:ext uri="{FF2B5EF4-FFF2-40B4-BE49-F238E27FC236}">
                  <a16:creationId xmlns:a16="http://schemas.microsoft.com/office/drawing/2014/main" id="{1D6C6B1A-657D-7592-8EE7-77F5EE4E79C1}"/>
                </a:ext>
              </a:extLst>
            </p:cNvPr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38">
              <a:extLst>
                <a:ext uri="{FF2B5EF4-FFF2-40B4-BE49-F238E27FC236}">
                  <a16:creationId xmlns:a16="http://schemas.microsoft.com/office/drawing/2014/main" id="{849AD546-4126-AB40-4AFA-FD84ED30184B}"/>
                </a:ext>
              </a:extLst>
            </p:cNvPr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38">
              <a:extLst>
                <a:ext uri="{FF2B5EF4-FFF2-40B4-BE49-F238E27FC236}">
                  <a16:creationId xmlns:a16="http://schemas.microsoft.com/office/drawing/2014/main" id="{8C594826-5C9A-80A1-5F0F-63E5A305A1AE}"/>
                </a:ext>
              </a:extLst>
            </p:cNvPr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38">
              <a:extLst>
                <a:ext uri="{FF2B5EF4-FFF2-40B4-BE49-F238E27FC236}">
                  <a16:creationId xmlns:a16="http://schemas.microsoft.com/office/drawing/2014/main" id="{D2C67A70-6404-CBD7-A333-418BCC536AC4}"/>
                </a:ext>
              </a:extLst>
            </p:cNvPr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38">
              <a:extLst>
                <a:ext uri="{FF2B5EF4-FFF2-40B4-BE49-F238E27FC236}">
                  <a16:creationId xmlns:a16="http://schemas.microsoft.com/office/drawing/2014/main" id="{77547B82-7796-8C13-614A-FB18797F04E1}"/>
                </a:ext>
              </a:extLst>
            </p:cNvPr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38">
              <a:extLst>
                <a:ext uri="{FF2B5EF4-FFF2-40B4-BE49-F238E27FC236}">
                  <a16:creationId xmlns:a16="http://schemas.microsoft.com/office/drawing/2014/main" id="{A94D62D8-C0D0-B586-75DC-9D3B555F89F9}"/>
                </a:ext>
              </a:extLst>
            </p:cNvPr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38">
              <a:extLst>
                <a:ext uri="{FF2B5EF4-FFF2-40B4-BE49-F238E27FC236}">
                  <a16:creationId xmlns:a16="http://schemas.microsoft.com/office/drawing/2014/main" id="{7894B82F-077B-F15B-46B9-96B0A169E5CB}"/>
                </a:ext>
              </a:extLst>
            </p:cNvPr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38">
              <a:extLst>
                <a:ext uri="{FF2B5EF4-FFF2-40B4-BE49-F238E27FC236}">
                  <a16:creationId xmlns:a16="http://schemas.microsoft.com/office/drawing/2014/main" id="{C9BCE2DE-589C-0AB3-6635-4DD78D5D5FE5}"/>
                </a:ext>
              </a:extLst>
            </p:cNvPr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38">
              <a:extLst>
                <a:ext uri="{FF2B5EF4-FFF2-40B4-BE49-F238E27FC236}">
                  <a16:creationId xmlns:a16="http://schemas.microsoft.com/office/drawing/2014/main" id="{D3B14161-A996-914F-B92B-AF28CA740F46}"/>
                </a:ext>
              </a:extLst>
            </p:cNvPr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38">
              <a:extLst>
                <a:ext uri="{FF2B5EF4-FFF2-40B4-BE49-F238E27FC236}">
                  <a16:creationId xmlns:a16="http://schemas.microsoft.com/office/drawing/2014/main" id="{3BB8B8B4-142D-7EC9-37FF-406C9EE4D7FE}"/>
                </a:ext>
              </a:extLst>
            </p:cNvPr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38">
              <a:extLst>
                <a:ext uri="{FF2B5EF4-FFF2-40B4-BE49-F238E27FC236}">
                  <a16:creationId xmlns:a16="http://schemas.microsoft.com/office/drawing/2014/main" id="{1D8F496F-2C6E-E44F-A1BA-3E936D83C1EF}"/>
                </a:ext>
              </a:extLst>
            </p:cNvPr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38">
              <a:extLst>
                <a:ext uri="{FF2B5EF4-FFF2-40B4-BE49-F238E27FC236}">
                  <a16:creationId xmlns:a16="http://schemas.microsoft.com/office/drawing/2014/main" id="{43189473-8440-EC4D-2811-03C54F4907A2}"/>
                </a:ext>
              </a:extLst>
            </p:cNvPr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38">
              <a:extLst>
                <a:ext uri="{FF2B5EF4-FFF2-40B4-BE49-F238E27FC236}">
                  <a16:creationId xmlns:a16="http://schemas.microsoft.com/office/drawing/2014/main" id="{C84384B3-3CF0-75F3-2BBA-C56CEA538968}"/>
                </a:ext>
              </a:extLst>
            </p:cNvPr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38">
              <a:extLst>
                <a:ext uri="{FF2B5EF4-FFF2-40B4-BE49-F238E27FC236}">
                  <a16:creationId xmlns:a16="http://schemas.microsoft.com/office/drawing/2014/main" id="{31E8AEC8-BED7-F76A-A898-A372F4FE9911}"/>
                </a:ext>
              </a:extLst>
            </p:cNvPr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38">
              <a:extLst>
                <a:ext uri="{FF2B5EF4-FFF2-40B4-BE49-F238E27FC236}">
                  <a16:creationId xmlns:a16="http://schemas.microsoft.com/office/drawing/2014/main" id="{B7879A02-1085-624D-3B6C-783E5A0E9D08}"/>
                </a:ext>
              </a:extLst>
            </p:cNvPr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38">
              <a:extLst>
                <a:ext uri="{FF2B5EF4-FFF2-40B4-BE49-F238E27FC236}">
                  <a16:creationId xmlns:a16="http://schemas.microsoft.com/office/drawing/2014/main" id="{E97248BA-1014-47F0-DCFC-CDD92ABAF064}"/>
                </a:ext>
              </a:extLst>
            </p:cNvPr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38">
              <a:extLst>
                <a:ext uri="{FF2B5EF4-FFF2-40B4-BE49-F238E27FC236}">
                  <a16:creationId xmlns:a16="http://schemas.microsoft.com/office/drawing/2014/main" id="{418DC4BB-C8C4-4F0C-68BD-A0FF85D02DD6}"/>
                </a:ext>
              </a:extLst>
            </p:cNvPr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38">
              <a:extLst>
                <a:ext uri="{FF2B5EF4-FFF2-40B4-BE49-F238E27FC236}">
                  <a16:creationId xmlns:a16="http://schemas.microsoft.com/office/drawing/2014/main" id="{32C83483-A913-4921-31BE-EBC32F098C78}"/>
                </a:ext>
              </a:extLst>
            </p:cNvPr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38">
              <a:extLst>
                <a:ext uri="{FF2B5EF4-FFF2-40B4-BE49-F238E27FC236}">
                  <a16:creationId xmlns:a16="http://schemas.microsoft.com/office/drawing/2014/main" id="{8C7F4F53-20AC-B580-DD93-D8B68B5BFDDD}"/>
                </a:ext>
              </a:extLst>
            </p:cNvPr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38">
              <a:extLst>
                <a:ext uri="{FF2B5EF4-FFF2-40B4-BE49-F238E27FC236}">
                  <a16:creationId xmlns:a16="http://schemas.microsoft.com/office/drawing/2014/main" id="{AB2E75FD-07DC-6C4B-2711-58D7DBF4350C}"/>
                </a:ext>
              </a:extLst>
            </p:cNvPr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38">
              <a:extLst>
                <a:ext uri="{FF2B5EF4-FFF2-40B4-BE49-F238E27FC236}">
                  <a16:creationId xmlns:a16="http://schemas.microsoft.com/office/drawing/2014/main" id="{B484CD3E-AA2A-924E-CD29-C4E08C27FA0E}"/>
                </a:ext>
              </a:extLst>
            </p:cNvPr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38">
              <a:extLst>
                <a:ext uri="{FF2B5EF4-FFF2-40B4-BE49-F238E27FC236}">
                  <a16:creationId xmlns:a16="http://schemas.microsoft.com/office/drawing/2014/main" id="{AFC1448D-E9C5-B0A2-40B8-F233249A5397}"/>
                </a:ext>
              </a:extLst>
            </p:cNvPr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38">
              <a:extLst>
                <a:ext uri="{FF2B5EF4-FFF2-40B4-BE49-F238E27FC236}">
                  <a16:creationId xmlns:a16="http://schemas.microsoft.com/office/drawing/2014/main" id="{C4743AC5-E275-8CCF-2CA9-1E726685E8CD}"/>
                </a:ext>
              </a:extLst>
            </p:cNvPr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38">
              <a:extLst>
                <a:ext uri="{FF2B5EF4-FFF2-40B4-BE49-F238E27FC236}">
                  <a16:creationId xmlns:a16="http://schemas.microsoft.com/office/drawing/2014/main" id="{13DD5D3F-DED4-DCC2-D8D2-9C3318CF9030}"/>
                </a:ext>
              </a:extLst>
            </p:cNvPr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38">
              <a:extLst>
                <a:ext uri="{FF2B5EF4-FFF2-40B4-BE49-F238E27FC236}">
                  <a16:creationId xmlns:a16="http://schemas.microsoft.com/office/drawing/2014/main" id="{BC486331-74C7-021A-E7E7-37ED4DFA7852}"/>
                </a:ext>
              </a:extLst>
            </p:cNvPr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38">
              <a:extLst>
                <a:ext uri="{FF2B5EF4-FFF2-40B4-BE49-F238E27FC236}">
                  <a16:creationId xmlns:a16="http://schemas.microsoft.com/office/drawing/2014/main" id="{70E1E9DF-1D5C-201F-352E-716C7921E4F3}"/>
                </a:ext>
              </a:extLst>
            </p:cNvPr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38">
              <a:extLst>
                <a:ext uri="{FF2B5EF4-FFF2-40B4-BE49-F238E27FC236}">
                  <a16:creationId xmlns:a16="http://schemas.microsoft.com/office/drawing/2014/main" id="{28C402B1-3734-D3F2-FBD7-973C46034C5A}"/>
                </a:ext>
              </a:extLst>
            </p:cNvPr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38">
              <a:extLst>
                <a:ext uri="{FF2B5EF4-FFF2-40B4-BE49-F238E27FC236}">
                  <a16:creationId xmlns:a16="http://schemas.microsoft.com/office/drawing/2014/main" id="{D232996E-3969-3B40-460A-2C1621A3CD97}"/>
                </a:ext>
              </a:extLst>
            </p:cNvPr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38">
              <a:extLst>
                <a:ext uri="{FF2B5EF4-FFF2-40B4-BE49-F238E27FC236}">
                  <a16:creationId xmlns:a16="http://schemas.microsoft.com/office/drawing/2014/main" id="{6603BED8-2439-D5B8-22A6-BF396C198B8D}"/>
                </a:ext>
              </a:extLst>
            </p:cNvPr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38">
              <a:extLst>
                <a:ext uri="{FF2B5EF4-FFF2-40B4-BE49-F238E27FC236}">
                  <a16:creationId xmlns:a16="http://schemas.microsoft.com/office/drawing/2014/main" id="{34EEB4A7-AC73-3B1B-BF9A-F71D161D79D7}"/>
                </a:ext>
              </a:extLst>
            </p:cNvPr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38">
              <a:extLst>
                <a:ext uri="{FF2B5EF4-FFF2-40B4-BE49-F238E27FC236}">
                  <a16:creationId xmlns:a16="http://schemas.microsoft.com/office/drawing/2014/main" id="{153B324A-A7EE-DBF4-3EB2-91FFD3030DED}"/>
                </a:ext>
              </a:extLst>
            </p:cNvPr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38">
              <a:extLst>
                <a:ext uri="{FF2B5EF4-FFF2-40B4-BE49-F238E27FC236}">
                  <a16:creationId xmlns:a16="http://schemas.microsoft.com/office/drawing/2014/main" id="{34781FE2-00BA-8300-FACE-E829AFFA40D4}"/>
                </a:ext>
              </a:extLst>
            </p:cNvPr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38">
              <a:extLst>
                <a:ext uri="{FF2B5EF4-FFF2-40B4-BE49-F238E27FC236}">
                  <a16:creationId xmlns:a16="http://schemas.microsoft.com/office/drawing/2014/main" id="{6517EEBA-F30B-4272-D4EC-F8A0CE7CFF30}"/>
                </a:ext>
              </a:extLst>
            </p:cNvPr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38">
              <a:extLst>
                <a:ext uri="{FF2B5EF4-FFF2-40B4-BE49-F238E27FC236}">
                  <a16:creationId xmlns:a16="http://schemas.microsoft.com/office/drawing/2014/main" id="{DD782B42-59AB-6983-229F-D2A4D3D607FE}"/>
                </a:ext>
              </a:extLst>
            </p:cNvPr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38">
              <a:extLst>
                <a:ext uri="{FF2B5EF4-FFF2-40B4-BE49-F238E27FC236}">
                  <a16:creationId xmlns:a16="http://schemas.microsoft.com/office/drawing/2014/main" id="{A728DB24-BD10-4530-AC87-33840B78363F}"/>
                </a:ext>
              </a:extLst>
            </p:cNvPr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38">
              <a:extLst>
                <a:ext uri="{FF2B5EF4-FFF2-40B4-BE49-F238E27FC236}">
                  <a16:creationId xmlns:a16="http://schemas.microsoft.com/office/drawing/2014/main" id="{FB23CEEB-E965-32A4-63E6-AE906C1C7581}"/>
                </a:ext>
              </a:extLst>
            </p:cNvPr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38">
              <a:extLst>
                <a:ext uri="{FF2B5EF4-FFF2-40B4-BE49-F238E27FC236}">
                  <a16:creationId xmlns:a16="http://schemas.microsoft.com/office/drawing/2014/main" id="{1C807DED-484D-7B91-AC54-8DD70AE04D5F}"/>
                </a:ext>
              </a:extLst>
            </p:cNvPr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38">
              <a:extLst>
                <a:ext uri="{FF2B5EF4-FFF2-40B4-BE49-F238E27FC236}">
                  <a16:creationId xmlns:a16="http://schemas.microsoft.com/office/drawing/2014/main" id="{932CBF49-A81B-C04D-AF03-BCFF0FBFF32C}"/>
                </a:ext>
              </a:extLst>
            </p:cNvPr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38">
              <a:extLst>
                <a:ext uri="{FF2B5EF4-FFF2-40B4-BE49-F238E27FC236}">
                  <a16:creationId xmlns:a16="http://schemas.microsoft.com/office/drawing/2014/main" id="{EA4526E2-23D1-BF06-FBD1-61A70DC6D3C1}"/>
                </a:ext>
              </a:extLst>
            </p:cNvPr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38">
              <a:extLst>
                <a:ext uri="{FF2B5EF4-FFF2-40B4-BE49-F238E27FC236}">
                  <a16:creationId xmlns:a16="http://schemas.microsoft.com/office/drawing/2014/main" id="{FACBB9C5-1C5D-9DD3-0E6D-C189297E3B6D}"/>
                </a:ext>
              </a:extLst>
            </p:cNvPr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38">
              <a:extLst>
                <a:ext uri="{FF2B5EF4-FFF2-40B4-BE49-F238E27FC236}">
                  <a16:creationId xmlns:a16="http://schemas.microsoft.com/office/drawing/2014/main" id="{9D80936B-C963-FCA5-9A9B-E687D4D01C57}"/>
                </a:ext>
              </a:extLst>
            </p:cNvPr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38">
              <a:extLst>
                <a:ext uri="{FF2B5EF4-FFF2-40B4-BE49-F238E27FC236}">
                  <a16:creationId xmlns:a16="http://schemas.microsoft.com/office/drawing/2014/main" id="{4491300E-30F8-CB29-0E5E-DDCE7C2ADAF8}"/>
                </a:ext>
              </a:extLst>
            </p:cNvPr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38">
              <a:extLst>
                <a:ext uri="{FF2B5EF4-FFF2-40B4-BE49-F238E27FC236}">
                  <a16:creationId xmlns:a16="http://schemas.microsoft.com/office/drawing/2014/main" id="{96D4D843-1A6E-3EB2-B11F-2DDA6070F447}"/>
                </a:ext>
              </a:extLst>
            </p:cNvPr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38">
              <a:extLst>
                <a:ext uri="{FF2B5EF4-FFF2-40B4-BE49-F238E27FC236}">
                  <a16:creationId xmlns:a16="http://schemas.microsoft.com/office/drawing/2014/main" id="{8C019760-8776-8A81-0157-9F542F63776B}"/>
                </a:ext>
              </a:extLst>
            </p:cNvPr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38">
              <a:extLst>
                <a:ext uri="{FF2B5EF4-FFF2-40B4-BE49-F238E27FC236}">
                  <a16:creationId xmlns:a16="http://schemas.microsoft.com/office/drawing/2014/main" id="{88BE8CAA-85F8-D54C-538C-C4CC05E0272E}"/>
                </a:ext>
              </a:extLst>
            </p:cNvPr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38">
              <a:extLst>
                <a:ext uri="{FF2B5EF4-FFF2-40B4-BE49-F238E27FC236}">
                  <a16:creationId xmlns:a16="http://schemas.microsoft.com/office/drawing/2014/main" id="{7924FBD2-1F96-EDE8-96FB-6A81A8794D86}"/>
                </a:ext>
              </a:extLst>
            </p:cNvPr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38">
              <a:extLst>
                <a:ext uri="{FF2B5EF4-FFF2-40B4-BE49-F238E27FC236}">
                  <a16:creationId xmlns:a16="http://schemas.microsoft.com/office/drawing/2014/main" id="{96BE9D70-C7D3-A70C-8482-EDC8230DBE4B}"/>
                </a:ext>
              </a:extLst>
            </p:cNvPr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38">
              <a:extLst>
                <a:ext uri="{FF2B5EF4-FFF2-40B4-BE49-F238E27FC236}">
                  <a16:creationId xmlns:a16="http://schemas.microsoft.com/office/drawing/2014/main" id="{5B293575-6D88-C700-B126-A1D962C77370}"/>
                </a:ext>
              </a:extLst>
            </p:cNvPr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38">
              <a:extLst>
                <a:ext uri="{FF2B5EF4-FFF2-40B4-BE49-F238E27FC236}">
                  <a16:creationId xmlns:a16="http://schemas.microsoft.com/office/drawing/2014/main" id="{514C1887-5829-0561-2696-F319C52A6ACD}"/>
                </a:ext>
              </a:extLst>
            </p:cNvPr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38">
              <a:extLst>
                <a:ext uri="{FF2B5EF4-FFF2-40B4-BE49-F238E27FC236}">
                  <a16:creationId xmlns:a16="http://schemas.microsoft.com/office/drawing/2014/main" id="{AB212256-EC19-3DBA-8664-0B4079CCF212}"/>
                </a:ext>
              </a:extLst>
            </p:cNvPr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38">
              <a:extLst>
                <a:ext uri="{FF2B5EF4-FFF2-40B4-BE49-F238E27FC236}">
                  <a16:creationId xmlns:a16="http://schemas.microsoft.com/office/drawing/2014/main" id="{C6209954-7B3D-89FF-CDE8-830BE4ADCE45}"/>
                </a:ext>
              </a:extLst>
            </p:cNvPr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38">
              <a:extLst>
                <a:ext uri="{FF2B5EF4-FFF2-40B4-BE49-F238E27FC236}">
                  <a16:creationId xmlns:a16="http://schemas.microsoft.com/office/drawing/2014/main" id="{A5C5CBFF-E5CC-0E9C-A64A-FD4F207933B3}"/>
                </a:ext>
              </a:extLst>
            </p:cNvPr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38">
              <a:extLst>
                <a:ext uri="{FF2B5EF4-FFF2-40B4-BE49-F238E27FC236}">
                  <a16:creationId xmlns:a16="http://schemas.microsoft.com/office/drawing/2014/main" id="{C3439B20-DF5D-9309-A623-ED9ECE058169}"/>
                </a:ext>
              </a:extLst>
            </p:cNvPr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38">
              <a:extLst>
                <a:ext uri="{FF2B5EF4-FFF2-40B4-BE49-F238E27FC236}">
                  <a16:creationId xmlns:a16="http://schemas.microsoft.com/office/drawing/2014/main" id="{206362EE-C9D4-F8AD-E650-E6F5215E86FA}"/>
                </a:ext>
              </a:extLst>
            </p:cNvPr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38">
              <a:extLst>
                <a:ext uri="{FF2B5EF4-FFF2-40B4-BE49-F238E27FC236}">
                  <a16:creationId xmlns:a16="http://schemas.microsoft.com/office/drawing/2014/main" id="{D665169C-8B7C-FC87-4179-9125842680CE}"/>
                </a:ext>
              </a:extLst>
            </p:cNvPr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38">
              <a:extLst>
                <a:ext uri="{FF2B5EF4-FFF2-40B4-BE49-F238E27FC236}">
                  <a16:creationId xmlns:a16="http://schemas.microsoft.com/office/drawing/2014/main" id="{FCBAB00D-3185-04AD-FA6C-90B49D914120}"/>
                </a:ext>
              </a:extLst>
            </p:cNvPr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38">
              <a:extLst>
                <a:ext uri="{FF2B5EF4-FFF2-40B4-BE49-F238E27FC236}">
                  <a16:creationId xmlns:a16="http://schemas.microsoft.com/office/drawing/2014/main" id="{A0671CCF-E76D-6DCF-F203-284CE602509B}"/>
                </a:ext>
              </a:extLst>
            </p:cNvPr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38">
              <a:extLst>
                <a:ext uri="{FF2B5EF4-FFF2-40B4-BE49-F238E27FC236}">
                  <a16:creationId xmlns:a16="http://schemas.microsoft.com/office/drawing/2014/main" id="{FC77C16F-DDC6-DFCF-7E40-8F4575D893CB}"/>
                </a:ext>
              </a:extLst>
            </p:cNvPr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38">
              <a:extLst>
                <a:ext uri="{FF2B5EF4-FFF2-40B4-BE49-F238E27FC236}">
                  <a16:creationId xmlns:a16="http://schemas.microsoft.com/office/drawing/2014/main" id="{948BDFC5-80C8-D053-17F7-43546FD590F9}"/>
                </a:ext>
              </a:extLst>
            </p:cNvPr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38">
              <a:extLst>
                <a:ext uri="{FF2B5EF4-FFF2-40B4-BE49-F238E27FC236}">
                  <a16:creationId xmlns:a16="http://schemas.microsoft.com/office/drawing/2014/main" id="{7FA2F4C2-EA27-5AF8-8D10-1B6F67969C5C}"/>
                </a:ext>
              </a:extLst>
            </p:cNvPr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38">
              <a:extLst>
                <a:ext uri="{FF2B5EF4-FFF2-40B4-BE49-F238E27FC236}">
                  <a16:creationId xmlns:a16="http://schemas.microsoft.com/office/drawing/2014/main" id="{CBA79500-0FD8-ED58-90F2-35CBAD8F0EBA}"/>
                </a:ext>
              </a:extLst>
            </p:cNvPr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38">
              <a:extLst>
                <a:ext uri="{FF2B5EF4-FFF2-40B4-BE49-F238E27FC236}">
                  <a16:creationId xmlns:a16="http://schemas.microsoft.com/office/drawing/2014/main" id="{44F05E37-0613-5A34-3DA4-3515484F1AFA}"/>
                </a:ext>
              </a:extLst>
            </p:cNvPr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38">
              <a:extLst>
                <a:ext uri="{FF2B5EF4-FFF2-40B4-BE49-F238E27FC236}">
                  <a16:creationId xmlns:a16="http://schemas.microsoft.com/office/drawing/2014/main" id="{CFB51867-D6A1-2296-7A92-70091F09E122}"/>
                </a:ext>
              </a:extLst>
            </p:cNvPr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38">
              <a:extLst>
                <a:ext uri="{FF2B5EF4-FFF2-40B4-BE49-F238E27FC236}">
                  <a16:creationId xmlns:a16="http://schemas.microsoft.com/office/drawing/2014/main" id="{02BD051C-5F69-A9C2-7A70-6ED9571EE1ED}"/>
                </a:ext>
              </a:extLst>
            </p:cNvPr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38">
              <a:extLst>
                <a:ext uri="{FF2B5EF4-FFF2-40B4-BE49-F238E27FC236}">
                  <a16:creationId xmlns:a16="http://schemas.microsoft.com/office/drawing/2014/main" id="{F40F3F07-3C26-CE3F-2C2E-3DA423AA3E03}"/>
                </a:ext>
              </a:extLst>
            </p:cNvPr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38">
              <a:extLst>
                <a:ext uri="{FF2B5EF4-FFF2-40B4-BE49-F238E27FC236}">
                  <a16:creationId xmlns:a16="http://schemas.microsoft.com/office/drawing/2014/main" id="{7D7C3F03-B620-B483-1D85-026089DCB703}"/>
                </a:ext>
              </a:extLst>
            </p:cNvPr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38">
              <a:extLst>
                <a:ext uri="{FF2B5EF4-FFF2-40B4-BE49-F238E27FC236}">
                  <a16:creationId xmlns:a16="http://schemas.microsoft.com/office/drawing/2014/main" id="{48743381-F527-B637-CD71-1D79B02CA4F0}"/>
                </a:ext>
              </a:extLst>
            </p:cNvPr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38">
              <a:extLst>
                <a:ext uri="{FF2B5EF4-FFF2-40B4-BE49-F238E27FC236}">
                  <a16:creationId xmlns:a16="http://schemas.microsoft.com/office/drawing/2014/main" id="{34576E80-6D86-4A80-7937-6C47232BC080}"/>
                </a:ext>
              </a:extLst>
            </p:cNvPr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38">
              <a:extLst>
                <a:ext uri="{FF2B5EF4-FFF2-40B4-BE49-F238E27FC236}">
                  <a16:creationId xmlns:a16="http://schemas.microsoft.com/office/drawing/2014/main" id="{5B5A7ABA-745C-CC35-9EC2-AD3238EDFD51}"/>
                </a:ext>
              </a:extLst>
            </p:cNvPr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38">
              <a:extLst>
                <a:ext uri="{FF2B5EF4-FFF2-40B4-BE49-F238E27FC236}">
                  <a16:creationId xmlns:a16="http://schemas.microsoft.com/office/drawing/2014/main" id="{F446A832-920F-E12D-F390-58C9D3E187E9}"/>
                </a:ext>
              </a:extLst>
            </p:cNvPr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38">
              <a:extLst>
                <a:ext uri="{FF2B5EF4-FFF2-40B4-BE49-F238E27FC236}">
                  <a16:creationId xmlns:a16="http://schemas.microsoft.com/office/drawing/2014/main" id="{F333868E-0E15-B038-AFC7-1494A2C43048}"/>
                </a:ext>
              </a:extLst>
            </p:cNvPr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38">
              <a:extLst>
                <a:ext uri="{FF2B5EF4-FFF2-40B4-BE49-F238E27FC236}">
                  <a16:creationId xmlns:a16="http://schemas.microsoft.com/office/drawing/2014/main" id="{14E600F8-38B4-1632-A765-42F910CF70E2}"/>
                </a:ext>
              </a:extLst>
            </p:cNvPr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38">
              <a:extLst>
                <a:ext uri="{FF2B5EF4-FFF2-40B4-BE49-F238E27FC236}">
                  <a16:creationId xmlns:a16="http://schemas.microsoft.com/office/drawing/2014/main" id="{82398E55-5136-5148-6542-29A985EB5FAE}"/>
                </a:ext>
              </a:extLst>
            </p:cNvPr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38">
              <a:extLst>
                <a:ext uri="{FF2B5EF4-FFF2-40B4-BE49-F238E27FC236}">
                  <a16:creationId xmlns:a16="http://schemas.microsoft.com/office/drawing/2014/main" id="{F7E49F30-5432-43AB-C6F1-0985F2FFFFF0}"/>
                </a:ext>
              </a:extLst>
            </p:cNvPr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38">
              <a:extLst>
                <a:ext uri="{FF2B5EF4-FFF2-40B4-BE49-F238E27FC236}">
                  <a16:creationId xmlns:a16="http://schemas.microsoft.com/office/drawing/2014/main" id="{BEB389C7-C0D2-EA74-651A-BC4D53A70182}"/>
                </a:ext>
              </a:extLst>
            </p:cNvPr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38">
              <a:extLst>
                <a:ext uri="{FF2B5EF4-FFF2-40B4-BE49-F238E27FC236}">
                  <a16:creationId xmlns:a16="http://schemas.microsoft.com/office/drawing/2014/main" id="{B718C646-35EB-3E5F-56D1-940701C5349F}"/>
                </a:ext>
              </a:extLst>
            </p:cNvPr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38">
              <a:extLst>
                <a:ext uri="{FF2B5EF4-FFF2-40B4-BE49-F238E27FC236}">
                  <a16:creationId xmlns:a16="http://schemas.microsoft.com/office/drawing/2014/main" id="{55BB2239-B4A4-57CB-F0B1-2AAB26A4DF9B}"/>
                </a:ext>
              </a:extLst>
            </p:cNvPr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38">
              <a:extLst>
                <a:ext uri="{FF2B5EF4-FFF2-40B4-BE49-F238E27FC236}">
                  <a16:creationId xmlns:a16="http://schemas.microsoft.com/office/drawing/2014/main" id="{51200EDF-A827-27B6-CFCD-392522FCDF97}"/>
                </a:ext>
              </a:extLst>
            </p:cNvPr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38">
              <a:extLst>
                <a:ext uri="{FF2B5EF4-FFF2-40B4-BE49-F238E27FC236}">
                  <a16:creationId xmlns:a16="http://schemas.microsoft.com/office/drawing/2014/main" id="{41D58F80-E192-E1BB-B9A6-2A5AD3330B3E}"/>
                </a:ext>
              </a:extLst>
            </p:cNvPr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38">
              <a:extLst>
                <a:ext uri="{FF2B5EF4-FFF2-40B4-BE49-F238E27FC236}">
                  <a16:creationId xmlns:a16="http://schemas.microsoft.com/office/drawing/2014/main" id="{BEB076A6-F3B4-B07F-694E-7F2EEEE8BD08}"/>
                </a:ext>
              </a:extLst>
            </p:cNvPr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38">
              <a:extLst>
                <a:ext uri="{FF2B5EF4-FFF2-40B4-BE49-F238E27FC236}">
                  <a16:creationId xmlns:a16="http://schemas.microsoft.com/office/drawing/2014/main" id="{442B8591-6333-5F05-8481-C29BFDE0A033}"/>
                </a:ext>
              </a:extLst>
            </p:cNvPr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38">
              <a:extLst>
                <a:ext uri="{FF2B5EF4-FFF2-40B4-BE49-F238E27FC236}">
                  <a16:creationId xmlns:a16="http://schemas.microsoft.com/office/drawing/2014/main" id="{84CCC87A-3890-B531-3503-6FB5CD569435}"/>
                </a:ext>
              </a:extLst>
            </p:cNvPr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38">
              <a:extLst>
                <a:ext uri="{FF2B5EF4-FFF2-40B4-BE49-F238E27FC236}">
                  <a16:creationId xmlns:a16="http://schemas.microsoft.com/office/drawing/2014/main" id="{8491FBE6-7D4A-1717-6AE6-640C0EAA1A77}"/>
                </a:ext>
              </a:extLst>
            </p:cNvPr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38">
              <a:extLst>
                <a:ext uri="{FF2B5EF4-FFF2-40B4-BE49-F238E27FC236}">
                  <a16:creationId xmlns:a16="http://schemas.microsoft.com/office/drawing/2014/main" id="{43CDBB6D-8E28-9004-456B-D6BF9376FCF5}"/>
                </a:ext>
              </a:extLst>
            </p:cNvPr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38">
              <a:extLst>
                <a:ext uri="{FF2B5EF4-FFF2-40B4-BE49-F238E27FC236}">
                  <a16:creationId xmlns:a16="http://schemas.microsoft.com/office/drawing/2014/main" id="{F639EFD0-2994-A665-7347-5107B7938144}"/>
                </a:ext>
              </a:extLst>
            </p:cNvPr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38">
              <a:extLst>
                <a:ext uri="{FF2B5EF4-FFF2-40B4-BE49-F238E27FC236}">
                  <a16:creationId xmlns:a16="http://schemas.microsoft.com/office/drawing/2014/main" id="{0CE6C827-92C0-581F-EDFB-91FF7F38F8BD}"/>
                </a:ext>
              </a:extLst>
            </p:cNvPr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38">
              <a:extLst>
                <a:ext uri="{FF2B5EF4-FFF2-40B4-BE49-F238E27FC236}">
                  <a16:creationId xmlns:a16="http://schemas.microsoft.com/office/drawing/2014/main" id="{9956F583-99CF-744C-F97C-C7E95225E889}"/>
                </a:ext>
              </a:extLst>
            </p:cNvPr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38">
              <a:extLst>
                <a:ext uri="{FF2B5EF4-FFF2-40B4-BE49-F238E27FC236}">
                  <a16:creationId xmlns:a16="http://schemas.microsoft.com/office/drawing/2014/main" id="{E755216F-9697-BE15-AA80-4B17358DD9F1}"/>
                </a:ext>
              </a:extLst>
            </p:cNvPr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38">
              <a:extLst>
                <a:ext uri="{FF2B5EF4-FFF2-40B4-BE49-F238E27FC236}">
                  <a16:creationId xmlns:a16="http://schemas.microsoft.com/office/drawing/2014/main" id="{0598AB48-D1AC-87A7-2D43-EF39D99C275D}"/>
                </a:ext>
              </a:extLst>
            </p:cNvPr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38">
              <a:extLst>
                <a:ext uri="{FF2B5EF4-FFF2-40B4-BE49-F238E27FC236}">
                  <a16:creationId xmlns:a16="http://schemas.microsoft.com/office/drawing/2014/main" id="{A469135F-6CF1-46A6-DDAA-F93B78FC465A}"/>
                </a:ext>
              </a:extLst>
            </p:cNvPr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38">
              <a:extLst>
                <a:ext uri="{FF2B5EF4-FFF2-40B4-BE49-F238E27FC236}">
                  <a16:creationId xmlns:a16="http://schemas.microsoft.com/office/drawing/2014/main" id="{A08CF3CE-1C62-8F5E-3157-735B34D4497E}"/>
                </a:ext>
              </a:extLst>
            </p:cNvPr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38">
              <a:extLst>
                <a:ext uri="{FF2B5EF4-FFF2-40B4-BE49-F238E27FC236}">
                  <a16:creationId xmlns:a16="http://schemas.microsoft.com/office/drawing/2014/main" id="{9BB59518-22E3-DEE5-7818-AD00AB4F156F}"/>
                </a:ext>
              </a:extLst>
            </p:cNvPr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38">
              <a:extLst>
                <a:ext uri="{FF2B5EF4-FFF2-40B4-BE49-F238E27FC236}">
                  <a16:creationId xmlns:a16="http://schemas.microsoft.com/office/drawing/2014/main" id="{11456909-FC36-0B74-9F3F-0FEF516C837F}"/>
                </a:ext>
              </a:extLst>
            </p:cNvPr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38">
              <a:extLst>
                <a:ext uri="{FF2B5EF4-FFF2-40B4-BE49-F238E27FC236}">
                  <a16:creationId xmlns:a16="http://schemas.microsoft.com/office/drawing/2014/main" id="{68F7760C-8268-1518-9173-E79C9CA10828}"/>
                </a:ext>
              </a:extLst>
            </p:cNvPr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38">
              <a:extLst>
                <a:ext uri="{FF2B5EF4-FFF2-40B4-BE49-F238E27FC236}">
                  <a16:creationId xmlns:a16="http://schemas.microsoft.com/office/drawing/2014/main" id="{36829D9F-D62F-15EB-8D0F-AA12E91D2C1C}"/>
                </a:ext>
              </a:extLst>
            </p:cNvPr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38">
              <a:extLst>
                <a:ext uri="{FF2B5EF4-FFF2-40B4-BE49-F238E27FC236}">
                  <a16:creationId xmlns:a16="http://schemas.microsoft.com/office/drawing/2014/main" id="{E871BA20-66F3-B5F2-FB36-061562670B9B}"/>
                </a:ext>
              </a:extLst>
            </p:cNvPr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38">
              <a:extLst>
                <a:ext uri="{FF2B5EF4-FFF2-40B4-BE49-F238E27FC236}">
                  <a16:creationId xmlns:a16="http://schemas.microsoft.com/office/drawing/2014/main" id="{861FB317-C1C6-84EB-C8C9-405F183DE831}"/>
                </a:ext>
              </a:extLst>
            </p:cNvPr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38">
              <a:extLst>
                <a:ext uri="{FF2B5EF4-FFF2-40B4-BE49-F238E27FC236}">
                  <a16:creationId xmlns:a16="http://schemas.microsoft.com/office/drawing/2014/main" id="{8A52F238-7F17-23B0-0C9D-3B8CEDDEFF2E}"/>
                </a:ext>
              </a:extLst>
            </p:cNvPr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38">
              <a:extLst>
                <a:ext uri="{FF2B5EF4-FFF2-40B4-BE49-F238E27FC236}">
                  <a16:creationId xmlns:a16="http://schemas.microsoft.com/office/drawing/2014/main" id="{A9C1EB75-253E-8EAA-2A3B-EC1F93C04901}"/>
                </a:ext>
              </a:extLst>
            </p:cNvPr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38">
              <a:extLst>
                <a:ext uri="{FF2B5EF4-FFF2-40B4-BE49-F238E27FC236}">
                  <a16:creationId xmlns:a16="http://schemas.microsoft.com/office/drawing/2014/main" id="{4261BF90-06A3-C74E-D5A8-60C3E3B94553}"/>
                </a:ext>
              </a:extLst>
            </p:cNvPr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38">
              <a:extLst>
                <a:ext uri="{FF2B5EF4-FFF2-40B4-BE49-F238E27FC236}">
                  <a16:creationId xmlns:a16="http://schemas.microsoft.com/office/drawing/2014/main" id="{2EDCCD86-C740-AA4B-2F89-FB17E7C3602B}"/>
                </a:ext>
              </a:extLst>
            </p:cNvPr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38">
              <a:extLst>
                <a:ext uri="{FF2B5EF4-FFF2-40B4-BE49-F238E27FC236}">
                  <a16:creationId xmlns:a16="http://schemas.microsoft.com/office/drawing/2014/main" id="{A3E4FCF7-C455-2100-FD6F-7DCE33F917FE}"/>
                </a:ext>
              </a:extLst>
            </p:cNvPr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38">
              <a:extLst>
                <a:ext uri="{FF2B5EF4-FFF2-40B4-BE49-F238E27FC236}">
                  <a16:creationId xmlns:a16="http://schemas.microsoft.com/office/drawing/2014/main" id="{E86AF68A-15E2-4A45-B76C-DE8D1E7C4A49}"/>
                </a:ext>
              </a:extLst>
            </p:cNvPr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38">
              <a:extLst>
                <a:ext uri="{FF2B5EF4-FFF2-40B4-BE49-F238E27FC236}">
                  <a16:creationId xmlns:a16="http://schemas.microsoft.com/office/drawing/2014/main" id="{C6924779-DDC7-7326-0A0D-941EA2CB36DD}"/>
                </a:ext>
              </a:extLst>
            </p:cNvPr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38">
              <a:extLst>
                <a:ext uri="{FF2B5EF4-FFF2-40B4-BE49-F238E27FC236}">
                  <a16:creationId xmlns:a16="http://schemas.microsoft.com/office/drawing/2014/main" id="{B67E1B59-32A1-1606-E0A2-121EB8E1A4EE}"/>
                </a:ext>
              </a:extLst>
            </p:cNvPr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38">
              <a:extLst>
                <a:ext uri="{FF2B5EF4-FFF2-40B4-BE49-F238E27FC236}">
                  <a16:creationId xmlns:a16="http://schemas.microsoft.com/office/drawing/2014/main" id="{9873E4C8-4D90-1CAB-42D3-E90C06F9DCED}"/>
                </a:ext>
              </a:extLst>
            </p:cNvPr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38">
              <a:extLst>
                <a:ext uri="{FF2B5EF4-FFF2-40B4-BE49-F238E27FC236}">
                  <a16:creationId xmlns:a16="http://schemas.microsoft.com/office/drawing/2014/main" id="{FF63428C-0D83-C4E3-4BE9-9E3D6B0391D9}"/>
                </a:ext>
              </a:extLst>
            </p:cNvPr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38">
              <a:extLst>
                <a:ext uri="{FF2B5EF4-FFF2-40B4-BE49-F238E27FC236}">
                  <a16:creationId xmlns:a16="http://schemas.microsoft.com/office/drawing/2014/main" id="{80B676F5-4E6A-4DD1-FCD9-66CE1FB531D5}"/>
                </a:ext>
              </a:extLst>
            </p:cNvPr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38">
              <a:extLst>
                <a:ext uri="{FF2B5EF4-FFF2-40B4-BE49-F238E27FC236}">
                  <a16:creationId xmlns:a16="http://schemas.microsoft.com/office/drawing/2014/main" id="{069858C5-59C0-3589-5A4F-530C2DA12D6A}"/>
                </a:ext>
              </a:extLst>
            </p:cNvPr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38">
              <a:extLst>
                <a:ext uri="{FF2B5EF4-FFF2-40B4-BE49-F238E27FC236}">
                  <a16:creationId xmlns:a16="http://schemas.microsoft.com/office/drawing/2014/main" id="{34F6E1C8-28A4-156E-93F0-A5BBEAC1B4B2}"/>
                </a:ext>
              </a:extLst>
            </p:cNvPr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38">
              <a:extLst>
                <a:ext uri="{FF2B5EF4-FFF2-40B4-BE49-F238E27FC236}">
                  <a16:creationId xmlns:a16="http://schemas.microsoft.com/office/drawing/2014/main" id="{5D630F4B-6001-8385-ED0A-493C5ED789FF}"/>
                </a:ext>
              </a:extLst>
            </p:cNvPr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38">
              <a:extLst>
                <a:ext uri="{FF2B5EF4-FFF2-40B4-BE49-F238E27FC236}">
                  <a16:creationId xmlns:a16="http://schemas.microsoft.com/office/drawing/2014/main" id="{C0DAEB07-5C76-B534-AA28-1E1A33C85151}"/>
                </a:ext>
              </a:extLst>
            </p:cNvPr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38">
              <a:extLst>
                <a:ext uri="{FF2B5EF4-FFF2-40B4-BE49-F238E27FC236}">
                  <a16:creationId xmlns:a16="http://schemas.microsoft.com/office/drawing/2014/main" id="{BE1C76E9-4008-A3B6-CFD9-CB7AC6512065}"/>
                </a:ext>
              </a:extLst>
            </p:cNvPr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38">
              <a:extLst>
                <a:ext uri="{FF2B5EF4-FFF2-40B4-BE49-F238E27FC236}">
                  <a16:creationId xmlns:a16="http://schemas.microsoft.com/office/drawing/2014/main" id="{47DF93A2-8336-0403-AA18-25904787E0B6}"/>
                </a:ext>
              </a:extLst>
            </p:cNvPr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38">
              <a:extLst>
                <a:ext uri="{FF2B5EF4-FFF2-40B4-BE49-F238E27FC236}">
                  <a16:creationId xmlns:a16="http://schemas.microsoft.com/office/drawing/2014/main" id="{6DE8D22A-B7D8-1399-2AEA-9AAF514D01A9}"/>
                </a:ext>
              </a:extLst>
            </p:cNvPr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38">
              <a:extLst>
                <a:ext uri="{FF2B5EF4-FFF2-40B4-BE49-F238E27FC236}">
                  <a16:creationId xmlns:a16="http://schemas.microsoft.com/office/drawing/2014/main" id="{6E4A478B-00CA-BB32-E01B-99DADD400627}"/>
                </a:ext>
              </a:extLst>
            </p:cNvPr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38">
              <a:extLst>
                <a:ext uri="{FF2B5EF4-FFF2-40B4-BE49-F238E27FC236}">
                  <a16:creationId xmlns:a16="http://schemas.microsoft.com/office/drawing/2014/main" id="{5AAFBC06-256B-0F55-3C32-A0A12837A805}"/>
                </a:ext>
              </a:extLst>
            </p:cNvPr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38">
              <a:extLst>
                <a:ext uri="{FF2B5EF4-FFF2-40B4-BE49-F238E27FC236}">
                  <a16:creationId xmlns:a16="http://schemas.microsoft.com/office/drawing/2014/main" id="{9AD11A79-5B71-856C-14DB-D671059EFFC1}"/>
                </a:ext>
              </a:extLst>
            </p:cNvPr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38">
              <a:extLst>
                <a:ext uri="{FF2B5EF4-FFF2-40B4-BE49-F238E27FC236}">
                  <a16:creationId xmlns:a16="http://schemas.microsoft.com/office/drawing/2014/main" id="{FCEBA842-1FFE-4597-11FC-61AD8513708E}"/>
                </a:ext>
              </a:extLst>
            </p:cNvPr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38">
              <a:extLst>
                <a:ext uri="{FF2B5EF4-FFF2-40B4-BE49-F238E27FC236}">
                  <a16:creationId xmlns:a16="http://schemas.microsoft.com/office/drawing/2014/main" id="{EFB245D5-52FE-F275-ADB6-F4CE3D26E840}"/>
                </a:ext>
              </a:extLst>
            </p:cNvPr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38">
              <a:extLst>
                <a:ext uri="{FF2B5EF4-FFF2-40B4-BE49-F238E27FC236}">
                  <a16:creationId xmlns:a16="http://schemas.microsoft.com/office/drawing/2014/main" id="{A700F150-64E2-B72F-43A6-3BEA33624DC7}"/>
                </a:ext>
              </a:extLst>
            </p:cNvPr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38">
              <a:extLst>
                <a:ext uri="{FF2B5EF4-FFF2-40B4-BE49-F238E27FC236}">
                  <a16:creationId xmlns:a16="http://schemas.microsoft.com/office/drawing/2014/main" id="{E5313463-5554-ACBA-2FF7-BB50008B5F64}"/>
                </a:ext>
              </a:extLst>
            </p:cNvPr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38">
              <a:extLst>
                <a:ext uri="{FF2B5EF4-FFF2-40B4-BE49-F238E27FC236}">
                  <a16:creationId xmlns:a16="http://schemas.microsoft.com/office/drawing/2014/main" id="{4A6D6DFC-771C-99B1-D6CB-B499F13F3E6A}"/>
                </a:ext>
              </a:extLst>
            </p:cNvPr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38">
              <a:extLst>
                <a:ext uri="{FF2B5EF4-FFF2-40B4-BE49-F238E27FC236}">
                  <a16:creationId xmlns:a16="http://schemas.microsoft.com/office/drawing/2014/main" id="{7B7B1952-7F0D-2185-5FCA-2D3EAC4DA2E1}"/>
                </a:ext>
              </a:extLst>
            </p:cNvPr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38">
              <a:extLst>
                <a:ext uri="{FF2B5EF4-FFF2-40B4-BE49-F238E27FC236}">
                  <a16:creationId xmlns:a16="http://schemas.microsoft.com/office/drawing/2014/main" id="{94F71DE1-CDAC-885C-4899-DAED9E8C2584}"/>
                </a:ext>
              </a:extLst>
            </p:cNvPr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38">
              <a:extLst>
                <a:ext uri="{FF2B5EF4-FFF2-40B4-BE49-F238E27FC236}">
                  <a16:creationId xmlns:a16="http://schemas.microsoft.com/office/drawing/2014/main" id="{6375350C-2FDD-57C5-D08D-FD948B69E53F}"/>
                </a:ext>
              </a:extLst>
            </p:cNvPr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38">
              <a:extLst>
                <a:ext uri="{FF2B5EF4-FFF2-40B4-BE49-F238E27FC236}">
                  <a16:creationId xmlns:a16="http://schemas.microsoft.com/office/drawing/2014/main" id="{EC9D3285-6004-3BBA-49FB-F08CFB077378}"/>
                </a:ext>
              </a:extLst>
            </p:cNvPr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38">
              <a:extLst>
                <a:ext uri="{FF2B5EF4-FFF2-40B4-BE49-F238E27FC236}">
                  <a16:creationId xmlns:a16="http://schemas.microsoft.com/office/drawing/2014/main" id="{CB623578-C91B-B8E6-20C0-40A2A062A214}"/>
                </a:ext>
              </a:extLst>
            </p:cNvPr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38">
              <a:extLst>
                <a:ext uri="{FF2B5EF4-FFF2-40B4-BE49-F238E27FC236}">
                  <a16:creationId xmlns:a16="http://schemas.microsoft.com/office/drawing/2014/main" id="{C4083199-795B-8BEF-8E2D-668BD935F51E}"/>
                </a:ext>
              </a:extLst>
            </p:cNvPr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38">
              <a:extLst>
                <a:ext uri="{FF2B5EF4-FFF2-40B4-BE49-F238E27FC236}">
                  <a16:creationId xmlns:a16="http://schemas.microsoft.com/office/drawing/2014/main" id="{FB363B6F-AA6B-08BF-CEFD-4485BF707071}"/>
                </a:ext>
              </a:extLst>
            </p:cNvPr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38">
              <a:extLst>
                <a:ext uri="{FF2B5EF4-FFF2-40B4-BE49-F238E27FC236}">
                  <a16:creationId xmlns:a16="http://schemas.microsoft.com/office/drawing/2014/main" id="{98D6DE6E-CE6F-F2AD-6D3E-65A1B4399959}"/>
                </a:ext>
              </a:extLst>
            </p:cNvPr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38">
              <a:extLst>
                <a:ext uri="{FF2B5EF4-FFF2-40B4-BE49-F238E27FC236}">
                  <a16:creationId xmlns:a16="http://schemas.microsoft.com/office/drawing/2014/main" id="{5FD891E5-5DFB-FA13-8451-D0B6599BC99B}"/>
                </a:ext>
              </a:extLst>
            </p:cNvPr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38">
              <a:extLst>
                <a:ext uri="{FF2B5EF4-FFF2-40B4-BE49-F238E27FC236}">
                  <a16:creationId xmlns:a16="http://schemas.microsoft.com/office/drawing/2014/main" id="{B0320C83-347A-2F5E-A22B-04899622DF48}"/>
                </a:ext>
              </a:extLst>
            </p:cNvPr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38">
              <a:extLst>
                <a:ext uri="{FF2B5EF4-FFF2-40B4-BE49-F238E27FC236}">
                  <a16:creationId xmlns:a16="http://schemas.microsoft.com/office/drawing/2014/main" id="{12B92322-ABA0-FD96-AA6D-7A7AFBCDEB0A}"/>
                </a:ext>
              </a:extLst>
            </p:cNvPr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38">
              <a:extLst>
                <a:ext uri="{FF2B5EF4-FFF2-40B4-BE49-F238E27FC236}">
                  <a16:creationId xmlns:a16="http://schemas.microsoft.com/office/drawing/2014/main" id="{911D7D42-9DEE-6635-FDD3-5451E03D1A57}"/>
                </a:ext>
              </a:extLst>
            </p:cNvPr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38">
              <a:extLst>
                <a:ext uri="{FF2B5EF4-FFF2-40B4-BE49-F238E27FC236}">
                  <a16:creationId xmlns:a16="http://schemas.microsoft.com/office/drawing/2014/main" id="{DB43BD96-21E0-10F9-10B5-4CDB0B549D36}"/>
                </a:ext>
              </a:extLst>
            </p:cNvPr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38">
              <a:extLst>
                <a:ext uri="{FF2B5EF4-FFF2-40B4-BE49-F238E27FC236}">
                  <a16:creationId xmlns:a16="http://schemas.microsoft.com/office/drawing/2014/main" id="{5E58EAF7-F5AE-D401-7822-4750C34ECFCA}"/>
                </a:ext>
              </a:extLst>
            </p:cNvPr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38">
              <a:extLst>
                <a:ext uri="{FF2B5EF4-FFF2-40B4-BE49-F238E27FC236}">
                  <a16:creationId xmlns:a16="http://schemas.microsoft.com/office/drawing/2014/main" id="{6D4F6F16-5C2F-D8B5-72CF-FC9DD16CA12C}"/>
                </a:ext>
              </a:extLst>
            </p:cNvPr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38">
              <a:extLst>
                <a:ext uri="{FF2B5EF4-FFF2-40B4-BE49-F238E27FC236}">
                  <a16:creationId xmlns:a16="http://schemas.microsoft.com/office/drawing/2014/main" id="{F42D721B-7D70-A66D-1945-98AD5867030F}"/>
                </a:ext>
              </a:extLst>
            </p:cNvPr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38">
              <a:extLst>
                <a:ext uri="{FF2B5EF4-FFF2-40B4-BE49-F238E27FC236}">
                  <a16:creationId xmlns:a16="http://schemas.microsoft.com/office/drawing/2014/main" id="{04E026CD-E454-118B-7361-AB9ABF69025D}"/>
                </a:ext>
              </a:extLst>
            </p:cNvPr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38">
              <a:extLst>
                <a:ext uri="{FF2B5EF4-FFF2-40B4-BE49-F238E27FC236}">
                  <a16:creationId xmlns:a16="http://schemas.microsoft.com/office/drawing/2014/main" id="{4055B511-064E-D3AD-3521-D4745ADD06C8}"/>
                </a:ext>
              </a:extLst>
            </p:cNvPr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38">
              <a:extLst>
                <a:ext uri="{FF2B5EF4-FFF2-40B4-BE49-F238E27FC236}">
                  <a16:creationId xmlns:a16="http://schemas.microsoft.com/office/drawing/2014/main" id="{6603718F-A110-D74F-5D41-741698F804AB}"/>
                </a:ext>
              </a:extLst>
            </p:cNvPr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38">
              <a:extLst>
                <a:ext uri="{FF2B5EF4-FFF2-40B4-BE49-F238E27FC236}">
                  <a16:creationId xmlns:a16="http://schemas.microsoft.com/office/drawing/2014/main" id="{360713BA-4DDA-BD26-69BD-BC85D671EBB7}"/>
                </a:ext>
              </a:extLst>
            </p:cNvPr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38">
              <a:extLst>
                <a:ext uri="{FF2B5EF4-FFF2-40B4-BE49-F238E27FC236}">
                  <a16:creationId xmlns:a16="http://schemas.microsoft.com/office/drawing/2014/main" id="{E25AED10-D100-03B4-3285-B4E31A455CFB}"/>
                </a:ext>
              </a:extLst>
            </p:cNvPr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38">
              <a:extLst>
                <a:ext uri="{FF2B5EF4-FFF2-40B4-BE49-F238E27FC236}">
                  <a16:creationId xmlns:a16="http://schemas.microsoft.com/office/drawing/2014/main" id="{385DD9E7-0BF1-9653-EDD9-2539A0D24D66}"/>
                </a:ext>
              </a:extLst>
            </p:cNvPr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38">
              <a:extLst>
                <a:ext uri="{FF2B5EF4-FFF2-40B4-BE49-F238E27FC236}">
                  <a16:creationId xmlns:a16="http://schemas.microsoft.com/office/drawing/2014/main" id="{05181E17-C2C6-4003-7268-8A0F8ECAFB4D}"/>
                </a:ext>
              </a:extLst>
            </p:cNvPr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38">
              <a:extLst>
                <a:ext uri="{FF2B5EF4-FFF2-40B4-BE49-F238E27FC236}">
                  <a16:creationId xmlns:a16="http://schemas.microsoft.com/office/drawing/2014/main" id="{0B53C0E5-C090-ED61-96D7-3A757A625578}"/>
                </a:ext>
              </a:extLst>
            </p:cNvPr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38">
              <a:extLst>
                <a:ext uri="{FF2B5EF4-FFF2-40B4-BE49-F238E27FC236}">
                  <a16:creationId xmlns:a16="http://schemas.microsoft.com/office/drawing/2014/main" id="{9B5018A9-9357-778F-3643-9117F0EF9019}"/>
                </a:ext>
              </a:extLst>
            </p:cNvPr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38">
              <a:extLst>
                <a:ext uri="{FF2B5EF4-FFF2-40B4-BE49-F238E27FC236}">
                  <a16:creationId xmlns:a16="http://schemas.microsoft.com/office/drawing/2014/main" id="{812A59BB-82F0-6365-E93B-D6CD20DED345}"/>
                </a:ext>
              </a:extLst>
            </p:cNvPr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38">
              <a:extLst>
                <a:ext uri="{FF2B5EF4-FFF2-40B4-BE49-F238E27FC236}">
                  <a16:creationId xmlns:a16="http://schemas.microsoft.com/office/drawing/2014/main" id="{A9B72FBA-FD74-A6DC-CF47-26F821AD9D3A}"/>
                </a:ext>
              </a:extLst>
            </p:cNvPr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38">
              <a:extLst>
                <a:ext uri="{FF2B5EF4-FFF2-40B4-BE49-F238E27FC236}">
                  <a16:creationId xmlns:a16="http://schemas.microsoft.com/office/drawing/2014/main" id="{A36BD8B4-3E9D-E680-2412-7D1E2F278A86}"/>
                </a:ext>
              </a:extLst>
            </p:cNvPr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38">
              <a:extLst>
                <a:ext uri="{FF2B5EF4-FFF2-40B4-BE49-F238E27FC236}">
                  <a16:creationId xmlns:a16="http://schemas.microsoft.com/office/drawing/2014/main" id="{8042FB8E-1FF9-3CBC-25FD-7679514DF8FF}"/>
                </a:ext>
              </a:extLst>
            </p:cNvPr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38">
              <a:extLst>
                <a:ext uri="{FF2B5EF4-FFF2-40B4-BE49-F238E27FC236}">
                  <a16:creationId xmlns:a16="http://schemas.microsoft.com/office/drawing/2014/main" id="{57FB7284-F2AA-0F52-6611-99B5FAB219AB}"/>
                </a:ext>
              </a:extLst>
            </p:cNvPr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38">
              <a:extLst>
                <a:ext uri="{FF2B5EF4-FFF2-40B4-BE49-F238E27FC236}">
                  <a16:creationId xmlns:a16="http://schemas.microsoft.com/office/drawing/2014/main" id="{E25AAE97-526C-A0CE-7758-7DBE87374E54}"/>
                </a:ext>
              </a:extLst>
            </p:cNvPr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38">
              <a:extLst>
                <a:ext uri="{FF2B5EF4-FFF2-40B4-BE49-F238E27FC236}">
                  <a16:creationId xmlns:a16="http://schemas.microsoft.com/office/drawing/2014/main" id="{3A74B6C5-314B-574B-C6F1-17A23FD3D2FE}"/>
                </a:ext>
              </a:extLst>
            </p:cNvPr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38">
              <a:extLst>
                <a:ext uri="{FF2B5EF4-FFF2-40B4-BE49-F238E27FC236}">
                  <a16:creationId xmlns:a16="http://schemas.microsoft.com/office/drawing/2014/main" id="{9EF11CFD-BF8E-E923-1272-C8D95C182F90}"/>
                </a:ext>
              </a:extLst>
            </p:cNvPr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38">
              <a:extLst>
                <a:ext uri="{FF2B5EF4-FFF2-40B4-BE49-F238E27FC236}">
                  <a16:creationId xmlns:a16="http://schemas.microsoft.com/office/drawing/2014/main" id="{614726AD-E378-CBB8-E7CE-F6EC0E3C32F3}"/>
                </a:ext>
              </a:extLst>
            </p:cNvPr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38">
              <a:extLst>
                <a:ext uri="{FF2B5EF4-FFF2-40B4-BE49-F238E27FC236}">
                  <a16:creationId xmlns:a16="http://schemas.microsoft.com/office/drawing/2014/main" id="{CF131CDA-2D0A-5C9D-0194-0E1B23BEAE2B}"/>
                </a:ext>
              </a:extLst>
            </p:cNvPr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38">
              <a:extLst>
                <a:ext uri="{FF2B5EF4-FFF2-40B4-BE49-F238E27FC236}">
                  <a16:creationId xmlns:a16="http://schemas.microsoft.com/office/drawing/2014/main" id="{64CAFF7C-90E7-CF33-17A7-691DF6483E54}"/>
                </a:ext>
              </a:extLst>
            </p:cNvPr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38">
              <a:extLst>
                <a:ext uri="{FF2B5EF4-FFF2-40B4-BE49-F238E27FC236}">
                  <a16:creationId xmlns:a16="http://schemas.microsoft.com/office/drawing/2014/main" id="{47745194-DEDF-135A-B916-BB11ED454413}"/>
                </a:ext>
              </a:extLst>
            </p:cNvPr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38">
              <a:extLst>
                <a:ext uri="{FF2B5EF4-FFF2-40B4-BE49-F238E27FC236}">
                  <a16:creationId xmlns:a16="http://schemas.microsoft.com/office/drawing/2014/main" id="{ED353A60-A806-88C2-2E21-5DEA24908545}"/>
                </a:ext>
              </a:extLst>
            </p:cNvPr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38">
              <a:extLst>
                <a:ext uri="{FF2B5EF4-FFF2-40B4-BE49-F238E27FC236}">
                  <a16:creationId xmlns:a16="http://schemas.microsoft.com/office/drawing/2014/main" id="{5B6FA3F8-F2EE-40AD-8B77-FB4454DB10FC}"/>
                </a:ext>
              </a:extLst>
            </p:cNvPr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38">
              <a:extLst>
                <a:ext uri="{FF2B5EF4-FFF2-40B4-BE49-F238E27FC236}">
                  <a16:creationId xmlns:a16="http://schemas.microsoft.com/office/drawing/2014/main" id="{848D556C-8197-39F9-4523-6C505B2B18EC}"/>
                </a:ext>
              </a:extLst>
            </p:cNvPr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38">
              <a:extLst>
                <a:ext uri="{FF2B5EF4-FFF2-40B4-BE49-F238E27FC236}">
                  <a16:creationId xmlns:a16="http://schemas.microsoft.com/office/drawing/2014/main" id="{7578BD27-E7CE-71C9-DC2E-236FDF5C1966}"/>
                </a:ext>
              </a:extLst>
            </p:cNvPr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38">
              <a:extLst>
                <a:ext uri="{FF2B5EF4-FFF2-40B4-BE49-F238E27FC236}">
                  <a16:creationId xmlns:a16="http://schemas.microsoft.com/office/drawing/2014/main" id="{9927D304-14B4-9D0E-BD8A-0A66EC677EEB}"/>
                </a:ext>
              </a:extLst>
            </p:cNvPr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38">
              <a:extLst>
                <a:ext uri="{FF2B5EF4-FFF2-40B4-BE49-F238E27FC236}">
                  <a16:creationId xmlns:a16="http://schemas.microsoft.com/office/drawing/2014/main" id="{686488BE-37DE-6DF6-B0CE-388951FD0F08}"/>
                </a:ext>
              </a:extLst>
            </p:cNvPr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38">
              <a:extLst>
                <a:ext uri="{FF2B5EF4-FFF2-40B4-BE49-F238E27FC236}">
                  <a16:creationId xmlns:a16="http://schemas.microsoft.com/office/drawing/2014/main" id="{2E254B4E-4171-C7C0-2079-970FC151F8D9}"/>
                </a:ext>
              </a:extLst>
            </p:cNvPr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38">
              <a:extLst>
                <a:ext uri="{FF2B5EF4-FFF2-40B4-BE49-F238E27FC236}">
                  <a16:creationId xmlns:a16="http://schemas.microsoft.com/office/drawing/2014/main" id="{C6FA3A78-1C95-6642-C1D3-E675FD3413FD}"/>
                </a:ext>
              </a:extLst>
            </p:cNvPr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38">
              <a:extLst>
                <a:ext uri="{FF2B5EF4-FFF2-40B4-BE49-F238E27FC236}">
                  <a16:creationId xmlns:a16="http://schemas.microsoft.com/office/drawing/2014/main" id="{3E5C63C3-EEF0-3990-0D33-A51CD119D6C0}"/>
                </a:ext>
              </a:extLst>
            </p:cNvPr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38">
              <a:extLst>
                <a:ext uri="{FF2B5EF4-FFF2-40B4-BE49-F238E27FC236}">
                  <a16:creationId xmlns:a16="http://schemas.microsoft.com/office/drawing/2014/main" id="{DEF6E011-DBC4-D4C6-E116-0A6F5F7E2723}"/>
                </a:ext>
              </a:extLst>
            </p:cNvPr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38">
              <a:extLst>
                <a:ext uri="{FF2B5EF4-FFF2-40B4-BE49-F238E27FC236}">
                  <a16:creationId xmlns:a16="http://schemas.microsoft.com/office/drawing/2014/main" id="{51A9AE9D-F7A6-C73D-7746-26CBACAD94F7}"/>
                </a:ext>
              </a:extLst>
            </p:cNvPr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38">
              <a:extLst>
                <a:ext uri="{FF2B5EF4-FFF2-40B4-BE49-F238E27FC236}">
                  <a16:creationId xmlns:a16="http://schemas.microsoft.com/office/drawing/2014/main" id="{717733E5-81F4-36D1-9B40-E93FC7A205E7}"/>
                </a:ext>
              </a:extLst>
            </p:cNvPr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38">
              <a:extLst>
                <a:ext uri="{FF2B5EF4-FFF2-40B4-BE49-F238E27FC236}">
                  <a16:creationId xmlns:a16="http://schemas.microsoft.com/office/drawing/2014/main" id="{7ECF53A2-3586-BCD3-26C1-3A5B02EB6FC5}"/>
                </a:ext>
              </a:extLst>
            </p:cNvPr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38">
              <a:extLst>
                <a:ext uri="{FF2B5EF4-FFF2-40B4-BE49-F238E27FC236}">
                  <a16:creationId xmlns:a16="http://schemas.microsoft.com/office/drawing/2014/main" id="{EB4994F8-2949-E502-A3A3-8B585AC3C583}"/>
                </a:ext>
              </a:extLst>
            </p:cNvPr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38">
              <a:extLst>
                <a:ext uri="{FF2B5EF4-FFF2-40B4-BE49-F238E27FC236}">
                  <a16:creationId xmlns:a16="http://schemas.microsoft.com/office/drawing/2014/main" id="{B417B354-76A9-26B0-8852-E78A7725F0E9}"/>
                </a:ext>
              </a:extLst>
            </p:cNvPr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38">
              <a:extLst>
                <a:ext uri="{FF2B5EF4-FFF2-40B4-BE49-F238E27FC236}">
                  <a16:creationId xmlns:a16="http://schemas.microsoft.com/office/drawing/2014/main" id="{C722E9B6-2B31-2859-B98B-F83F63D86214}"/>
                </a:ext>
              </a:extLst>
            </p:cNvPr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38">
              <a:extLst>
                <a:ext uri="{FF2B5EF4-FFF2-40B4-BE49-F238E27FC236}">
                  <a16:creationId xmlns:a16="http://schemas.microsoft.com/office/drawing/2014/main" id="{AF2BF70C-DC0E-AB81-3EED-44F850D7B2C1}"/>
                </a:ext>
              </a:extLst>
            </p:cNvPr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38">
              <a:extLst>
                <a:ext uri="{FF2B5EF4-FFF2-40B4-BE49-F238E27FC236}">
                  <a16:creationId xmlns:a16="http://schemas.microsoft.com/office/drawing/2014/main" id="{882934E8-C1E7-CCD8-BD5E-7B8A739AF46A}"/>
                </a:ext>
              </a:extLst>
            </p:cNvPr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38">
              <a:extLst>
                <a:ext uri="{FF2B5EF4-FFF2-40B4-BE49-F238E27FC236}">
                  <a16:creationId xmlns:a16="http://schemas.microsoft.com/office/drawing/2014/main" id="{B784A3B8-E4FF-2477-9783-34CB1E38FD85}"/>
                </a:ext>
              </a:extLst>
            </p:cNvPr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38">
              <a:extLst>
                <a:ext uri="{FF2B5EF4-FFF2-40B4-BE49-F238E27FC236}">
                  <a16:creationId xmlns:a16="http://schemas.microsoft.com/office/drawing/2014/main" id="{BF3039FE-AE1B-003B-E74E-3F34C94B23FE}"/>
                </a:ext>
              </a:extLst>
            </p:cNvPr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38">
              <a:extLst>
                <a:ext uri="{FF2B5EF4-FFF2-40B4-BE49-F238E27FC236}">
                  <a16:creationId xmlns:a16="http://schemas.microsoft.com/office/drawing/2014/main" id="{D7AA153B-7A2F-8F9D-3077-14A6A931CF87}"/>
                </a:ext>
              </a:extLst>
            </p:cNvPr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38">
              <a:extLst>
                <a:ext uri="{FF2B5EF4-FFF2-40B4-BE49-F238E27FC236}">
                  <a16:creationId xmlns:a16="http://schemas.microsoft.com/office/drawing/2014/main" id="{2B54A176-6BB5-FE60-AFD9-5C293B5855F8}"/>
                </a:ext>
              </a:extLst>
            </p:cNvPr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38">
              <a:extLst>
                <a:ext uri="{FF2B5EF4-FFF2-40B4-BE49-F238E27FC236}">
                  <a16:creationId xmlns:a16="http://schemas.microsoft.com/office/drawing/2014/main" id="{A02E05AA-C8EC-9C48-AAFE-D69DC5B74857}"/>
                </a:ext>
              </a:extLst>
            </p:cNvPr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38">
              <a:extLst>
                <a:ext uri="{FF2B5EF4-FFF2-40B4-BE49-F238E27FC236}">
                  <a16:creationId xmlns:a16="http://schemas.microsoft.com/office/drawing/2014/main" id="{2D80F912-7789-5F98-E0C6-78A3778FB2B3}"/>
                </a:ext>
              </a:extLst>
            </p:cNvPr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38">
              <a:extLst>
                <a:ext uri="{FF2B5EF4-FFF2-40B4-BE49-F238E27FC236}">
                  <a16:creationId xmlns:a16="http://schemas.microsoft.com/office/drawing/2014/main" id="{62D87290-1A36-5EAC-E53B-DC2C0251E7E5}"/>
                </a:ext>
              </a:extLst>
            </p:cNvPr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38">
              <a:extLst>
                <a:ext uri="{FF2B5EF4-FFF2-40B4-BE49-F238E27FC236}">
                  <a16:creationId xmlns:a16="http://schemas.microsoft.com/office/drawing/2014/main" id="{B8D38081-C188-7C2F-2A21-8B194822C9B6}"/>
                </a:ext>
              </a:extLst>
            </p:cNvPr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38">
              <a:extLst>
                <a:ext uri="{FF2B5EF4-FFF2-40B4-BE49-F238E27FC236}">
                  <a16:creationId xmlns:a16="http://schemas.microsoft.com/office/drawing/2014/main" id="{742E5090-F9E2-3BAC-55E5-E3F2C959DD7E}"/>
                </a:ext>
              </a:extLst>
            </p:cNvPr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38">
              <a:extLst>
                <a:ext uri="{FF2B5EF4-FFF2-40B4-BE49-F238E27FC236}">
                  <a16:creationId xmlns:a16="http://schemas.microsoft.com/office/drawing/2014/main" id="{F79E9CCA-AC07-1EB8-8219-58E8FBEB63FA}"/>
                </a:ext>
              </a:extLst>
            </p:cNvPr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38">
              <a:extLst>
                <a:ext uri="{FF2B5EF4-FFF2-40B4-BE49-F238E27FC236}">
                  <a16:creationId xmlns:a16="http://schemas.microsoft.com/office/drawing/2014/main" id="{651F2B47-9260-CD8B-8521-7ADFC8E0D971}"/>
                </a:ext>
              </a:extLst>
            </p:cNvPr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38">
              <a:extLst>
                <a:ext uri="{FF2B5EF4-FFF2-40B4-BE49-F238E27FC236}">
                  <a16:creationId xmlns:a16="http://schemas.microsoft.com/office/drawing/2014/main" id="{0BDC09B7-A332-2FB0-C784-FC8867E580B0}"/>
                </a:ext>
              </a:extLst>
            </p:cNvPr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38">
              <a:extLst>
                <a:ext uri="{FF2B5EF4-FFF2-40B4-BE49-F238E27FC236}">
                  <a16:creationId xmlns:a16="http://schemas.microsoft.com/office/drawing/2014/main" id="{DF0F861C-2245-F478-0A67-50DE5FA69B47}"/>
                </a:ext>
              </a:extLst>
            </p:cNvPr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38">
              <a:extLst>
                <a:ext uri="{FF2B5EF4-FFF2-40B4-BE49-F238E27FC236}">
                  <a16:creationId xmlns:a16="http://schemas.microsoft.com/office/drawing/2014/main" id="{FEAC0BA5-BF2C-D006-5346-4121CFBDA8A5}"/>
                </a:ext>
              </a:extLst>
            </p:cNvPr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38">
              <a:extLst>
                <a:ext uri="{FF2B5EF4-FFF2-40B4-BE49-F238E27FC236}">
                  <a16:creationId xmlns:a16="http://schemas.microsoft.com/office/drawing/2014/main" id="{1A1253A4-4055-2DE6-EA07-BB16DD3CA386}"/>
                </a:ext>
              </a:extLst>
            </p:cNvPr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38">
              <a:extLst>
                <a:ext uri="{FF2B5EF4-FFF2-40B4-BE49-F238E27FC236}">
                  <a16:creationId xmlns:a16="http://schemas.microsoft.com/office/drawing/2014/main" id="{AA29926C-D8F3-45AC-DC7C-53B11AC57D22}"/>
                </a:ext>
              </a:extLst>
            </p:cNvPr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38">
              <a:extLst>
                <a:ext uri="{FF2B5EF4-FFF2-40B4-BE49-F238E27FC236}">
                  <a16:creationId xmlns:a16="http://schemas.microsoft.com/office/drawing/2014/main" id="{E908EC68-9AC8-1C52-65C8-F26314DDC78F}"/>
                </a:ext>
              </a:extLst>
            </p:cNvPr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38">
              <a:extLst>
                <a:ext uri="{FF2B5EF4-FFF2-40B4-BE49-F238E27FC236}">
                  <a16:creationId xmlns:a16="http://schemas.microsoft.com/office/drawing/2014/main" id="{FC4C3EB4-8E09-8804-89EF-55CF30119223}"/>
                </a:ext>
              </a:extLst>
            </p:cNvPr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38">
              <a:extLst>
                <a:ext uri="{FF2B5EF4-FFF2-40B4-BE49-F238E27FC236}">
                  <a16:creationId xmlns:a16="http://schemas.microsoft.com/office/drawing/2014/main" id="{0619670E-F806-683C-B6E8-B733FB9B4512}"/>
                </a:ext>
              </a:extLst>
            </p:cNvPr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38">
              <a:extLst>
                <a:ext uri="{FF2B5EF4-FFF2-40B4-BE49-F238E27FC236}">
                  <a16:creationId xmlns:a16="http://schemas.microsoft.com/office/drawing/2014/main" id="{20EE023C-9144-243C-10CF-3573B4D8BFD3}"/>
                </a:ext>
              </a:extLst>
            </p:cNvPr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38">
              <a:extLst>
                <a:ext uri="{FF2B5EF4-FFF2-40B4-BE49-F238E27FC236}">
                  <a16:creationId xmlns:a16="http://schemas.microsoft.com/office/drawing/2014/main" id="{7907594C-6102-6D80-5593-D75EFD29BC94}"/>
                </a:ext>
              </a:extLst>
            </p:cNvPr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38">
              <a:extLst>
                <a:ext uri="{FF2B5EF4-FFF2-40B4-BE49-F238E27FC236}">
                  <a16:creationId xmlns:a16="http://schemas.microsoft.com/office/drawing/2014/main" id="{6664638A-A5B0-5391-3049-5841E32EC79A}"/>
                </a:ext>
              </a:extLst>
            </p:cNvPr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38">
              <a:extLst>
                <a:ext uri="{FF2B5EF4-FFF2-40B4-BE49-F238E27FC236}">
                  <a16:creationId xmlns:a16="http://schemas.microsoft.com/office/drawing/2014/main" id="{EB535237-6852-2BBA-79DC-FA9302352F8E}"/>
                </a:ext>
              </a:extLst>
            </p:cNvPr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38">
              <a:extLst>
                <a:ext uri="{FF2B5EF4-FFF2-40B4-BE49-F238E27FC236}">
                  <a16:creationId xmlns:a16="http://schemas.microsoft.com/office/drawing/2014/main" id="{26CCBAC2-827B-0786-80E8-1E74FB69DE69}"/>
                </a:ext>
              </a:extLst>
            </p:cNvPr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38">
              <a:extLst>
                <a:ext uri="{FF2B5EF4-FFF2-40B4-BE49-F238E27FC236}">
                  <a16:creationId xmlns:a16="http://schemas.microsoft.com/office/drawing/2014/main" id="{B25A16A0-F8B8-9D32-4958-A763EB2D53CD}"/>
                </a:ext>
              </a:extLst>
            </p:cNvPr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38">
              <a:extLst>
                <a:ext uri="{FF2B5EF4-FFF2-40B4-BE49-F238E27FC236}">
                  <a16:creationId xmlns:a16="http://schemas.microsoft.com/office/drawing/2014/main" id="{90CB3985-59DA-C332-E874-830150712CB1}"/>
                </a:ext>
              </a:extLst>
            </p:cNvPr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38">
              <a:extLst>
                <a:ext uri="{FF2B5EF4-FFF2-40B4-BE49-F238E27FC236}">
                  <a16:creationId xmlns:a16="http://schemas.microsoft.com/office/drawing/2014/main" id="{677B47EA-E94D-9910-4EFF-A5D8710F1EE3}"/>
                </a:ext>
              </a:extLst>
            </p:cNvPr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38">
              <a:extLst>
                <a:ext uri="{FF2B5EF4-FFF2-40B4-BE49-F238E27FC236}">
                  <a16:creationId xmlns:a16="http://schemas.microsoft.com/office/drawing/2014/main" id="{5904FC09-E02D-FB6C-F830-A322E97555F9}"/>
                </a:ext>
              </a:extLst>
            </p:cNvPr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38">
              <a:extLst>
                <a:ext uri="{FF2B5EF4-FFF2-40B4-BE49-F238E27FC236}">
                  <a16:creationId xmlns:a16="http://schemas.microsoft.com/office/drawing/2014/main" id="{8405E17B-659C-3CD8-AB4E-010CF837B68F}"/>
                </a:ext>
              </a:extLst>
            </p:cNvPr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38">
              <a:extLst>
                <a:ext uri="{FF2B5EF4-FFF2-40B4-BE49-F238E27FC236}">
                  <a16:creationId xmlns:a16="http://schemas.microsoft.com/office/drawing/2014/main" id="{E2BC212A-AD13-B829-9349-DBDE332ADFC6}"/>
                </a:ext>
              </a:extLst>
            </p:cNvPr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38">
              <a:extLst>
                <a:ext uri="{FF2B5EF4-FFF2-40B4-BE49-F238E27FC236}">
                  <a16:creationId xmlns:a16="http://schemas.microsoft.com/office/drawing/2014/main" id="{56C43C13-8395-BC44-D35F-03A22008BAA5}"/>
                </a:ext>
              </a:extLst>
            </p:cNvPr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38">
              <a:extLst>
                <a:ext uri="{FF2B5EF4-FFF2-40B4-BE49-F238E27FC236}">
                  <a16:creationId xmlns:a16="http://schemas.microsoft.com/office/drawing/2014/main" id="{B6ED20C4-3AEA-C4F9-10AB-C1D4B582B340}"/>
                </a:ext>
              </a:extLst>
            </p:cNvPr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38">
              <a:extLst>
                <a:ext uri="{FF2B5EF4-FFF2-40B4-BE49-F238E27FC236}">
                  <a16:creationId xmlns:a16="http://schemas.microsoft.com/office/drawing/2014/main" id="{C8EA1C2B-1141-BE93-340B-77B2E3B3246B}"/>
                </a:ext>
              </a:extLst>
            </p:cNvPr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38">
              <a:extLst>
                <a:ext uri="{FF2B5EF4-FFF2-40B4-BE49-F238E27FC236}">
                  <a16:creationId xmlns:a16="http://schemas.microsoft.com/office/drawing/2014/main" id="{D0D53261-C48C-7383-6AC1-E32281121B8C}"/>
                </a:ext>
              </a:extLst>
            </p:cNvPr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38">
              <a:extLst>
                <a:ext uri="{FF2B5EF4-FFF2-40B4-BE49-F238E27FC236}">
                  <a16:creationId xmlns:a16="http://schemas.microsoft.com/office/drawing/2014/main" id="{7CF002C9-B31B-FCA4-5E9C-2B9977858664}"/>
                </a:ext>
              </a:extLst>
            </p:cNvPr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38">
              <a:extLst>
                <a:ext uri="{FF2B5EF4-FFF2-40B4-BE49-F238E27FC236}">
                  <a16:creationId xmlns:a16="http://schemas.microsoft.com/office/drawing/2014/main" id="{7BC69850-243C-7814-C9B0-166655EF620A}"/>
                </a:ext>
              </a:extLst>
            </p:cNvPr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38">
              <a:extLst>
                <a:ext uri="{FF2B5EF4-FFF2-40B4-BE49-F238E27FC236}">
                  <a16:creationId xmlns:a16="http://schemas.microsoft.com/office/drawing/2014/main" id="{B0A522F1-EBC7-6ED1-F133-C6B1F3322304}"/>
                </a:ext>
              </a:extLst>
            </p:cNvPr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38">
              <a:extLst>
                <a:ext uri="{FF2B5EF4-FFF2-40B4-BE49-F238E27FC236}">
                  <a16:creationId xmlns:a16="http://schemas.microsoft.com/office/drawing/2014/main" id="{B549FD78-FC2E-3D40-CD9F-C6C0B4175150}"/>
                </a:ext>
              </a:extLst>
            </p:cNvPr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38">
              <a:extLst>
                <a:ext uri="{FF2B5EF4-FFF2-40B4-BE49-F238E27FC236}">
                  <a16:creationId xmlns:a16="http://schemas.microsoft.com/office/drawing/2014/main" id="{91EB7946-3D28-88A6-E548-571126CA40F0}"/>
                </a:ext>
              </a:extLst>
            </p:cNvPr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38">
              <a:extLst>
                <a:ext uri="{FF2B5EF4-FFF2-40B4-BE49-F238E27FC236}">
                  <a16:creationId xmlns:a16="http://schemas.microsoft.com/office/drawing/2014/main" id="{9BEBFA16-2622-DAAA-E0E5-F5799ED8A6B0}"/>
                </a:ext>
              </a:extLst>
            </p:cNvPr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38">
              <a:extLst>
                <a:ext uri="{FF2B5EF4-FFF2-40B4-BE49-F238E27FC236}">
                  <a16:creationId xmlns:a16="http://schemas.microsoft.com/office/drawing/2014/main" id="{DCAEF652-111F-AA71-9096-EFC0A6F398B7}"/>
                </a:ext>
              </a:extLst>
            </p:cNvPr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38">
              <a:extLst>
                <a:ext uri="{FF2B5EF4-FFF2-40B4-BE49-F238E27FC236}">
                  <a16:creationId xmlns:a16="http://schemas.microsoft.com/office/drawing/2014/main" id="{16ED25B8-30A5-D273-A549-E6D6DA22A070}"/>
                </a:ext>
              </a:extLst>
            </p:cNvPr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38">
              <a:extLst>
                <a:ext uri="{FF2B5EF4-FFF2-40B4-BE49-F238E27FC236}">
                  <a16:creationId xmlns:a16="http://schemas.microsoft.com/office/drawing/2014/main" id="{6F229C09-969C-789C-6091-E8BCB6654E05}"/>
                </a:ext>
              </a:extLst>
            </p:cNvPr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38">
              <a:extLst>
                <a:ext uri="{FF2B5EF4-FFF2-40B4-BE49-F238E27FC236}">
                  <a16:creationId xmlns:a16="http://schemas.microsoft.com/office/drawing/2014/main" id="{CB7AF0F4-9284-911E-3ABE-7F2C7408CAE6}"/>
                </a:ext>
              </a:extLst>
            </p:cNvPr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38">
              <a:extLst>
                <a:ext uri="{FF2B5EF4-FFF2-40B4-BE49-F238E27FC236}">
                  <a16:creationId xmlns:a16="http://schemas.microsoft.com/office/drawing/2014/main" id="{50F7D89A-3EDC-EE50-B1B8-0F2012C9FE7F}"/>
                </a:ext>
              </a:extLst>
            </p:cNvPr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38">
              <a:extLst>
                <a:ext uri="{FF2B5EF4-FFF2-40B4-BE49-F238E27FC236}">
                  <a16:creationId xmlns:a16="http://schemas.microsoft.com/office/drawing/2014/main" id="{4CDBA811-6EA1-849C-3511-B81062693100}"/>
                </a:ext>
              </a:extLst>
            </p:cNvPr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38">
              <a:extLst>
                <a:ext uri="{FF2B5EF4-FFF2-40B4-BE49-F238E27FC236}">
                  <a16:creationId xmlns:a16="http://schemas.microsoft.com/office/drawing/2014/main" id="{CAD19F5F-121D-D3CD-D377-8849381B254F}"/>
                </a:ext>
              </a:extLst>
            </p:cNvPr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38">
              <a:extLst>
                <a:ext uri="{FF2B5EF4-FFF2-40B4-BE49-F238E27FC236}">
                  <a16:creationId xmlns:a16="http://schemas.microsoft.com/office/drawing/2014/main" id="{6D10B77C-DDB9-7152-7DD7-C47A7B0757D5}"/>
                </a:ext>
              </a:extLst>
            </p:cNvPr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38">
              <a:extLst>
                <a:ext uri="{FF2B5EF4-FFF2-40B4-BE49-F238E27FC236}">
                  <a16:creationId xmlns:a16="http://schemas.microsoft.com/office/drawing/2014/main" id="{AC35E1C2-7486-4A1C-94D9-5D3B91B1FE42}"/>
                </a:ext>
              </a:extLst>
            </p:cNvPr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38">
              <a:extLst>
                <a:ext uri="{FF2B5EF4-FFF2-40B4-BE49-F238E27FC236}">
                  <a16:creationId xmlns:a16="http://schemas.microsoft.com/office/drawing/2014/main" id="{7AD2B15D-7C40-9243-C1C6-A422B20A9432}"/>
                </a:ext>
              </a:extLst>
            </p:cNvPr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38">
              <a:extLst>
                <a:ext uri="{FF2B5EF4-FFF2-40B4-BE49-F238E27FC236}">
                  <a16:creationId xmlns:a16="http://schemas.microsoft.com/office/drawing/2014/main" id="{D425F1C8-D40D-FA13-49EA-8E1144A8E75C}"/>
                </a:ext>
              </a:extLst>
            </p:cNvPr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38">
              <a:extLst>
                <a:ext uri="{FF2B5EF4-FFF2-40B4-BE49-F238E27FC236}">
                  <a16:creationId xmlns:a16="http://schemas.microsoft.com/office/drawing/2014/main" id="{D40CAB8C-A0E7-334B-9021-4A8C27D1B5EB}"/>
                </a:ext>
              </a:extLst>
            </p:cNvPr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38">
              <a:extLst>
                <a:ext uri="{FF2B5EF4-FFF2-40B4-BE49-F238E27FC236}">
                  <a16:creationId xmlns:a16="http://schemas.microsoft.com/office/drawing/2014/main" id="{A51E0747-A159-B9EF-194C-78BA5B5BD3E5}"/>
                </a:ext>
              </a:extLst>
            </p:cNvPr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38">
              <a:extLst>
                <a:ext uri="{FF2B5EF4-FFF2-40B4-BE49-F238E27FC236}">
                  <a16:creationId xmlns:a16="http://schemas.microsoft.com/office/drawing/2014/main" id="{F3F74164-0493-264E-1546-350CE4F0805D}"/>
                </a:ext>
              </a:extLst>
            </p:cNvPr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38">
              <a:extLst>
                <a:ext uri="{FF2B5EF4-FFF2-40B4-BE49-F238E27FC236}">
                  <a16:creationId xmlns:a16="http://schemas.microsoft.com/office/drawing/2014/main" id="{20444324-F64C-F743-381A-49BF075D4CA5}"/>
                </a:ext>
              </a:extLst>
            </p:cNvPr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38">
              <a:extLst>
                <a:ext uri="{FF2B5EF4-FFF2-40B4-BE49-F238E27FC236}">
                  <a16:creationId xmlns:a16="http://schemas.microsoft.com/office/drawing/2014/main" id="{9B1B4942-0BD2-FD8C-F7C3-F5243D6EE4AA}"/>
                </a:ext>
              </a:extLst>
            </p:cNvPr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38">
              <a:extLst>
                <a:ext uri="{FF2B5EF4-FFF2-40B4-BE49-F238E27FC236}">
                  <a16:creationId xmlns:a16="http://schemas.microsoft.com/office/drawing/2014/main" id="{42554176-950E-DE14-42A7-077D8089DEF3}"/>
                </a:ext>
              </a:extLst>
            </p:cNvPr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38">
              <a:extLst>
                <a:ext uri="{FF2B5EF4-FFF2-40B4-BE49-F238E27FC236}">
                  <a16:creationId xmlns:a16="http://schemas.microsoft.com/office/drawing/2014/main" id="{6E1F986D-1C8B-E358-395E-6DB5B33FC6D0}"/>
                </a:ext>
              </a:extLst>
            </p:cNvPr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38">
              <a:extLst>
                <a:ext uri="{FF2B5EF4-FFF2-40B4-BE49-F238E27FC236}">
                  <a16:creationId xmlns:a16="http://schemas.microsoft.com/office/drawing/2014/main" id="{8BDF1863-2DE8-FA89-DEBA-ED7C55D4A4B1}"/>
                </a:ext>
              </a:extLst>
            </p:cNvPr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38">
              <a:extLst>
                <a:ext uri="{FF2B5EF4-FFF2-40B4-BE49-F238E27FC236}">
                  <a16:creationId xmlns:a16="http://schemas.microsoft.com/office/drawing/2014/main" id="{A883E2B2-E674-0D9C-86C1-72540086D065}"/>
                </a:ext>
              </a:extLst>
            </p:cNvPr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38">
              <a:extLst>
                <a:ext uri="{FF2B5EF4-FFF2-40B4-BE49-F238E27FC236}">
                  <a16:creationId xmlns:a16="http://schemas.microsoft.com/office/drawing/2014/main" id="{BC1707FF-544A-8956-BB6D-089CF3370A0D}"/>
                </a:ext>
              </a:extLst>
            </p:cNvPr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38">
              <a:extLst>
                <a:ext uri="{FF2B5EF4-FFF2-40B4-BE49-F238E27FC236}">
                  <a16:creationId xmlns:a16="http://schemas.microsoft.com/office/drawing/2014/main" id="{4987CB97-3E3E-2364-869A-288D4DDDDC18}"/>
                </a:ext>
              </a:extLst>
            </p:cNvPr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38">
              <a:extLst>
                <a:ext uri="{FF2B5EF4-FFF2-40B4-BE49-F238E27FC236}">
                  <a16:creationId xmlns:a16="http://schemas.microsoft.com/office/drawing/2014/main" id="{04A0E11F-2D68-2183-DEB0-80E1771DF1D6}"/>
                </a:ext>
              </a:extLst>
            </p:cNvPr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38">
              <a:extLst>
                <a:ext uri="{FF2B5EF4-FFF2-40B4-BE49-F238E27FC236}">
                  <a16:creationId xmlns:a16="http://schemas.microsoft.com/office/drawing/2014/main" id="{2CCFC58E-9985-4368-18CA-18D1308A2AC8}"/>
                </a:ext>
              </a:extLst>
            </p:cNvPr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38">
              <a:extLst>
                <a:ext uri="{FF2B5EF4-FFF2-40B4-BE49-F238E27FC236}">
                  <a16:creationId xmlns:a16="http://schemas.microsoft.com/office/drawing/2014/main" id="{0B140F01-01A8-6952-BCCF-797F49A4A987}"/>
                </a:ext>
              </a:extLst>
            </p:cNvPr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38">
              <a:extLst>
                <a:ext uri="{FF2B5EF4-FFF2-40B4-BE49-F238E27FC236}">
                  <a16:creationId xmlns:a16="http://schemas.microsoft.com/office/drawing/2014/main" id="{508A6226-0122-57BA-FEB8-5F5957B70451}"/>
                </a:ext>
              </a:extLst>
            </p:cNvPr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38">
              <a:extLst>
                <a:ext uri="{FF2B5EF4-FFF2-40B4-BE49-F238E27FC236}">
                  <a16:creationId xmlns:a16="http://schemas.microsoft.com/office/drawing/2014/main" id="{996433B0-8B49-4987-F2F8-66221DC90203}"/>
                </a:ext>
              </a:extLst>
            </p:cNvPr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38">
              <a:extLst>
                <a:ext uri="{FF2B5EF4-FFF2-40B4-BE49-F238E27FC236}">
                  <a16:creationId xmlns:a16="http://schemas.microsoft.com/office/drawing/2014/main" id="{844A1421-49C1-56C0-54A3-A61CBCA2F5C2}"/>
                </a:ext>
              </a:extLst>
            </p:cNvPr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38">
              <a:extLst>
                <a:ext uri="{FF2B5EF4-FFF2-40B4-BE49-F238E27FC236}">
                  <a16:creationId xmlns:a16="http://schemas.microsoft.com/office/drawing/2014/main" id="{AFA2B111-6702-69AF-26AE-C074A83BC5AF}"/>
                </a:ext>
              </a:extLst>
            </p:cNvPr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38">
              <a:extLst>
                <a:ext uri="{FF2B5EF4-FFF2-40B4-BE49-F238E27FC236}">
                  <a16:creationId xmlns:a16="http://schemas.microsoft.com/office/drawing/2014/main" id="{9CE984C9-CD80-5E65-82C0-F892C6C8FA09}"/>
                </a:ext>
              </a:extLst>
            </p:cNvPr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38">
              <a:extLst>
                <a:ext uri="{FF2B5EF4-FFF2-40B4-BE49-F238E27FC236}">
                  <a16:creationId xmlns:a16="http://schemas.microsoft.com/office/drawing/2014/main" id="{4A526416-9C63-3943-B144-547761CA558B}"/>
                </a:ext>
              </a:extLst>
            </p:cNvPr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38">
              <a:extLst>
                <a:ext uri="{FF2B5EF4-FFF2-40B4-BE49-F238E27FC236}">
                  <a16:creationId xmlns:a16="http://schemas.microsoft.com/office/drawing/2014/main" id="{E09C9DDF-DD8C-7427-FF65-B52C2D7F82B9}"/>
                </a:ext>
              </a:extLst>
            </p:cNvPr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38">
              <a:extLst>
                <a:ext uri="{FF2B5EF4-FFF2-40B4-BE49-F238E27FC236}">
                  <a16:creationId xmlns:a16="http://schemas.microsoft.com/office/drawing/2014/main" id="{BF4A6256-E581-2F69-13B6-987D075216BE}"/>
                </a:ext>
              </a:extLst>
            </p:cNvPr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38">
              <a:extLst>
                <a:ext uri="{FF2B5EF4-FFF2-40B4-BE49-F238E27FC236}">
                  <a16:creationId xmlns:a16="http://schemas.microsoft.com/office/drawing/2014/main" id="{DC0DF277-41A4-B179-B5AA-4DC7944183F9}"/>
                </a:ext>
              </a:extLst>
            </p:cNvPr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38">
              <a:extLst>
                <a:ext uri="{FF2B5EF4-FFF2-40B4-BE49-F238E27FC236}">
                  <a16:creationId xmlns:a16="http://schemas.microsoft.com/office/drawing/2014/main" id="{69E89ADC-415A-5DAC-1D00-756F80B54088}"/>
                </a:ext>
              </a:extLst>
            </p:cNvPr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38">
              <a:extLst>
                <a:ext uri="{FF2B5EF4-FFF2-40B4-BE49-F238E27FC236}">
                  <a16:creationId xmlns:a16="http://schemas.microsoft.com/office/drawing/2014/main" id="{E147FA53-929B-5D18-6AA9-49CCF4C79D53}"/>
                </a:ext>
              </a:extLst>
            </p:cNvPr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38">
              <a:extLst>
                <a:ext uri="{FF2B5EF4-FFF2-40B4-BE49-F238E27FC236}">
                  <a16:creationId xmlns:a16="http://schemas.microsoft.com/office/drawing/2014/main" id="{232197B8-9865-3F10-910E-C5C657E5497E}"/>
                </a:ext>
              </a:extLst>
            </p:cNvPr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38">
              <a:extLst>
                <a:ext uri="{FF2B5EF4-FFF2-40B4-BE49-F238E27FC236}">
                  <a16:creationId xmlns:a16="http://schemas.microsoft.com/office/drawing/2014/main" id="{C8B4EFB5-6B3E-1C71-970F-1776F0880C46}"/>
                </a:ext>
              </a:extLst>
            </p:cNvPr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38">
              <a:extLst>
                <a:ext uri="{FF2B5EF4-FFF2-40B4-BE49-F238E27FC236}">
                  <a16:creationId xmlns:a16="http://schemas.microsoft.com/office/drawing/2014/main" id="{1A6FCEB8-0B6B-DE07-29B1-03DC0BC9DAEA}"/>
                </a:ext>
              </a:extLst>
            </p:cNvPr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38">
              <a:extLst>
                <a:ext uri="{FF2B5EF4-FFF2-40B4-BE49-F238E27FC236}">
                  <a16:creationId xmlns:a16="http://schemas.microsoft.com/office/drawing/2014/main" id="{FE44C886-7E08-121D-9F77-0C534E8DB41E}"/>
                </a:ext>
              </a:extLst>
            </p:cNvPr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38">
              <a:extLst>
                <a:ext uri="{FF2B5EF4-FFF2-40B4-BE49-F238E27FC236}">
                  <a16:creationId xmlns:a16="http://schemas.microsoft.com/office/drawing/2014/main" id="{9BC85072-6EF5-8B9E-62FF-D57A9A2B9027}"/>
                </a:ext>
              </a:extLst>
            </p:cNvPr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38">
              <a:extLst>
                <a:ext uri="{FF2B5EF4-FFF2-40B4-BE49-F238E27FC236}">
                  <a16:creationId xmlns:a16="http://schemas.microsoft.com/office/drawing/2014/main" id="{78939EE1-53EE-0243-0517-23DF5B456EF0}"/>
                </a:ext>
              </a:extLst>
            </p:cNvPr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38">
              <a:extLst>
                <a:ext uri="{FF2B5EF4-FFF2-40B4-BE49-F238E27FC236}">
                  <a16:creationId xmlns:a16="http://schemas.microsoft.com/office/drawing/2014/main" id="{796EDC64-0D42-426F-12B4-AE2FAB4E0FF4}"/>
                </a:ext>
              </a:extLst>
            </p:cNvPr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38">
              <a:extLst>
                <a:ext uri="{FF2B5EF4-FFF2-40B4-BE49-F238E27FC236}">
                  <a16:creationId xmlns:a16="http://schemas.microsoft.com/office/drawing/2014/main" id="{7E3D2787-D170-109A-61A5-0CD0EEE6FFB8}"/>
                </a:ext>
              </a:extLst>
            </p:cNvPr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38">
              <a:extLst>
                <a:ext uri="{FF2B5EF4-FFF2-40B4-BE49-F238E27FC236}">
                  <a16:creationId xmlns:a16="http://schemas.microsoft.com/office/drawing/2014/main" id="{3E673CFC-5494-A404-AB97-43B521E34665}"/>
                </a:ext>
              </a:extLst>
            </p:cNvPr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38">
              <a:extLst>
                <a:ext uri="{FF2B5EF4-FFF2-40B4-BE49-F238E27FC236}">
                  <a16:creationId xmlns:a16="http://schemas.microsoft.com/office/drawing/2014/main" id="{DF6FA61B-668F-D1AE-40C2-D9F074BB3ABD}"/>
                </a:ext>
              </a:extLst>
            </p:cNvPr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38">
              <a:extLst>
                <a:ext uri="{FF2B5EF4-FFF2-40B4-BE49-F238E27FC236}">
                  <a16:creationId xmlns:a16="http://schemas.microsoft.com/office/drawing/2014/main" id="{DE32D121-9977-707C-43A8-4D31EDD13452}"/>
                </a:ext>
              </a:extLst>
            </p:cNvPr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38">
              <a:extLst>
                <a:ext uri="{FF2B5EF4-FFF2-40B4-BE49-F238E27FC236}">
                  <a16:creationId xmlns:a16="http://schemas.microsoft.com/office/drawing/2014/main" id="{15566985-2EF9-A3A2-4737-51D3182147E6}"/>
                </a:ext>
              </a:extLst>
            </p:cNvPr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38">
              <a:extLst>
                <a:ext uri="{FF2B5EF4-FFF2-40B4-BE49-F238E27FC236}">
                  <a16:creationId xmlns:a16="http://schemas.microsoft.com/office/drawing/2014/main" id="{2FB97C59-8A72-2E0F-57CD-05DDF884EF37}"/>
                </a:ext>
              </a:extLst>
            </p:cNvPr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38">
              <a:extLst>
                <a:ext uri="{FF2B5EF4-FFF2-40B4-BE49-F238E27FC236}">
                  <a16:creationId xmlns:a16="http://schemas.microsoft.com/office/drawing/2014/main" id="{71D3A606-3B77-F529-A08B-3720B94B5C16}"/>
                </a:ext>
              </a:extLst>
            </p:cNvPr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38">
              <a:extLst>
                <a:ext uri="{FF2B5EF4-FFF2-40B4-BE49-F238E27FC236}">
                  <a16:creationId xmlns:a16="http://schemas.microsoft.com/office/drawing/2014/main" id="{53C71BC1-4F0C-1365-736E-0F6B30E9A545}"/>
                </a:ext>
              </a:extLst>
            </p:cNvPr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38">
              <a:extLst>
                <a:ext uri="{FF2B5EF4-FFF2-40B4-BE49-F238E27FC236}">
                  <a16:creationId xmlns:a16="http://schemas.microsoft.com/office/drawing/2014/main" id="{D8BAA9FC-EB9A-BC32-0A20-DE7C9E8A3125}"/>
                </a:ext>
              </a:extLst>
            </p:cNvPr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38">
              <a:extLst>
                <a:ext uri="{FF2B5EF4-FFF2-40B4-BE49-F238E27FC236}">
                  <a16:creationId xmlns:a16="http://schemas.microsoft.com/office/drawing/2014/main" id="{2BD61371-AF28-CCE0-3AC5-341E71EE86B0}"/>
                </a:ext>
              </a:extLst>
            </p:cNvPr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38">
              <a:extLst>
                <a:ext uri="{FF2B5EF4-FFF2-40B4-BE49-F238E27FC236}">
                  <a16:creationId xmlns:a16="http://schemas.microsoft.com/office/drawing/2014/main" id="{39777FCA-B3F5-DEFA-78CA-7D4576AFD4AA}"/>
                </a:ext>
              </a:extLst>
            </p:cNvPr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38">
              <a:extLst>
                <a:ext uri="{FF2B5EF4-FFF2-40B4-BE49-F238E27FC236}">
                  <a16:creationId xmlns:a16="http://schemas.microsoft.com/office/drawing/2014/main" id="{810B6B90-2937-9387-9472-10CE3C4DA818}"/>
                </a:ext>
              </a:extLst>
            </p:cNvPr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38">
              <a:extLst>
                <a:ext uri="{FF2B5EF4-FFF2-40B4-BE49-F238E27FC236}">
                  <a16:creationId xmlns:a16="http://schemas.microsoft.com/office/drawing/2014/main" id="{BC864EB0-12C1-2D91-4800-19FE0276DD5D}"/>
                </a:ext>
              </a:extLst>
            </p:cNvPr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38">
              <a:extLst>
                <a:ext uri="{FF2B5EF4-FFF2-40B4-BE49-F238E27FC236}">
                  <a16:creationId xmlns:a16="http://schemas.microsoft.com/office/drawing/2014/main" id="{6FDCE66C-B263-5A4F-1BF3-C8ED05AED5B7}"/>
                </a:ext>
              </a:extLst>
            </p:cNvPr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38">
              <a:extLst>
                <a:ext uri="{FF2B5EF4-FFF2-40B4-BE49-F238E27FC236}">
                  <a16:creationId xmlns:a16="http://schemas.microsoft.com/office/drawing/2014/main" id="{8A09E92F-2251-BC6B-139A-894E71FD1A3F}"/>
                </a:ext>
              </a:extLst>
            </p:cNvPr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38">
              <a:extLst>
                <a:ext uri="{FF2B5EF4-FFF2-40B4-BE49-F238E27FC236}">
                  <a16:creationId xmlns:a16="http://schemas.microsoft.com/office/drawing/2014/main" id="{9C5E695C-B656-B511-C8C3-1B23284850DE}"/>
                </a:ext>
              </a:extLst>
            </p:cNvPr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38">
              <a:extLst>
                <a:ext uri="{FF2B5EF4-FFF2-40B4-BE49-F238E27FC236}">
                  <a16:creationId xmlns:a16="http://schemas.microsoft.com/office/drawing/2014/main" id="{60044A71-CDCB-85C6-B0AD-E3B910166674}"/>
                </a:ext>
              </a:extLst>
            </p:cNvPr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38">
              <a:extLst>
                <a:ext uri="{FF2B5EF4-FFF2-40B4-BE49-F238E27FC236}">
                  <a16:creationId xmlns:a16="http://schemas.microsoft.com/office/drawing/2014/main" id="{3AB0FE34-0F7C-C31A-9CD5-0125589C65B8}"/>
                </a:ext>
              </a:extLst>
            </p:cNvPr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38">
              <a:extLst>
                <a:ext uri="{FF2B5EF4-FFF2-40B4-BE49-F238E27FC236}">
                  <a16:creationId xmlns:a16="http://schemas.microsoft.com/office/drawing/2014/main" id="{C2DBA52F-7CC1-7C72-2C15-54997332D6FC}"/>
                </a:ext>
              </a:extLst>
            </p:cNvPr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38">
              <a:extLst>
                <a:ext uri="{FF2B5EF4-FFF2-40B4-BE49-F238E27FC236}">
                  <a16:creationId xmlns:a16="http://schemas.microsoft.com/office/drawing/2014/main" id="{C60702B7-CF75-DAB6-E717-F277186C5407}"/>
                </a:ext>
              </a:extLst>
            </p:cNvPr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38">
              <a:extLst>
                <a:ext uri="{FF2B5EF4-FFF2-40B4-BE49-F238E27FC236}">
                  <a16:creationId xmlns:a16="http://schemas.microsoft.com/office/drawing/2014/main" id="{5EE5D2B3-6043-A2CD-B6F6-BB9C1E40F804}"/>
                </a:ext>
              </a:extLst>
            </p:cNvPr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38">
              <a:extLst>
                <a:ext uri="{FF2B5EF4-FFF2-40B4-BE49-F238E27FC236}">
                  <a16:creationId xmlns:a16="http://schemas.microsoft.com/office/drawing/2014/main" id="{3F0C0C9B-2B44-951C-A6BA-92D9B3E750AE}"/>
                </a:ext>
              </a:extLst>
            </p:cNvPr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38">
              <a:extLst>
                <a:ext uri="{FF2B5EF4-FFF2-40B4-BE49-F238E27FC236}">
                  <a16:creationId xmlns:a16="http://schemas.microsoft.com/office/drawing/2014/main" id="{69E1E962-0F39-95EF-E6BE-C8CB68CB7D99}"/>
                </a:ext>
              </a:extLst>
            </p:cNvPr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38">
              <a:extLst>
                <a:ext uri="{FF2B5EF4-FFF2-40B4-BE49-F238E27FC236}">
                  <a16:creationId xmlns:a16="http://schemas.microsoft.com/office/drawing/2014/main" id="{39404052-BD33-7930-8EE7-00AC1187F22A}"/>
                </a:ext>
              </a:extLst>
            </p:cNvPr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38">
              <a:extLst>
                <a:ext uri="{FF2B5EF4-FFF2-40B4-BE49-F238E27FC236}">
                  <a16:creationId xmlns:a16="http://schemas.microsoft.com/office/drawing/2014/main" id="{2BEE8D1C-4DEA-6522-9F59-D9EFB17EA5BD}"/>
                </a:ext>
              </a:extLst>
            </p:cNvPr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38">
              <a:extLst>
                <a:ext uri="{FF2B5EF4-FFF2-40B4-BE49-F238E27FC236}">
                  <a16:creationId xmlns:a16="http://schemas.microsoft.com/office/drawing/2014/main" id="{40FAB2CC-8515-F01E-9A7A-ECC6EBCDD491}"/>
                </a:ext>
              </a:extLst>
            </p:cNvPr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38">
              <a:extLst>
                <a:ext uri="{FF2B5EF4-FFF2-40B4-BE49-F238E27FC236}">
                  <a16:creationId xmlns:a16="http://schemas.microsoft.com/office/drawing/2014/main" id="{C8B95AA2-76D7-B22D-3330-24D721666515}"/>
                </a:ext>
              </a:extLst>
            </p:cNvPr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38">
              <a:extLst>
                <a:ext uri="{FF2B5EF4-FFF2-40B4-BE49-F238E27FC236}">
                  <a16:creationId xmlns:a16="http://schemas.microsoft.com/office/drawing/2014/main" id="{62F7C5D4-1095-DE07-1B76-832DB6DA4DB7}"/>
                </a:ext>
              </a:extLst>
            </p:cNvPr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38">
              <a:extLst>
                <a:ext uri="{FF2B5EF4-FFF2-40B4-BE49-F238E27FC236}">
                  <a16:creationId xmlns:a16="http://schemas.microsoft.com/office/drawing/2014/main" id="{80DA5BBC-38F5-920E-298A-DBCE4C678030}"/>
                </a:ext>
              </a:extLst>
            </p:cNvPr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38">
              <a:extLst>
                <a:ext uri="{FF2B5EF4-FFF2-40B4-BE49-F238E27FC236}">
                  <a16:creationId xmlns:a16="http://schemas.microsoft.com/office/drawing/2014/main" id="{87E536F4-AF8A-1119-195B-F22FA3C4652B}"/>
                </a:ext>
              </a:extLst>
            </p:cNvPr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38">
              <a:extLst>
                <a:ext uri="{FF2B5EF4-FFF2-40B4-BE49-F238E27FC236}">
                  <a16:creationId xmlns:a16="http://schemas.microsoft.com/office/drawing/2014/main" id="{FC32C0CE-869C-D815-841D-2D4FD8B7BF24}"/>
                </a:ext>
              </a:extLst>
            </p:cNvPr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38">
              <a:extLst>
                <a:ext uri="{FF2B5EF4-FFF2-40B4-BE49-F238E27FC236}">
                  <a16:creationId xmlns:a16="http://schemas.microsoft.com/office/drawing/2014/main" id="{028F2138-F997-EEE2-09DC-40BB95B72C38}"/>
                </a:ext>
              </a:extLst>
            </p:cNvPr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38">
              <a:extLst>
                <a:ext uri="{FF2B5EF4-FFF2-40B4-BE49-F238E27FC236}">
                  <a16:creationId xmlns:a16="http://schemas.microsoft.com/office/drawing/2014/main" id="{F0377C4E-0C8E-9C2C-0D28-AF4F8A62523F}"/>
                </a:ext>
              </a:extLst>
            </p:cNvPr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38">
              <a:extLst>
                <a:ext uri="{FF2B5EF4-FFF2-40B4-BE49-F238E27FC236}">
                  <a16:creationId xmlns:a16="http://schemas.microsoft.com/office/drawing/2014/main" id="{509F33E5-0136-4074-6E7A-A97C18D83DC9}"/>
                </a:ext>
              </a:extLst>
            </p:cNvPr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38">
              <a:extLst>
                <a:ext uri="{FF2B5EF4-FFF2-40B4-BE49-F238E27FC236}">
                  <a16:creationId xmlns:a16="http://schemas.microsoft.com/office/drawing/2014/main" id="{C6C165A4-28EA-D0FC-2023-4DE6B876B0F1}"/>
                </a:ext>
              </a:extLst>
            </p:cNvPr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38">
              <a:extLst>
                <a:ext uri="{FF2B5EF4-FFF2-40B4-BE49-F238E27FC236}">
                  <a16:creationId xmlns:a16="http://schemas.microsoft.com/office/drawing/2014/main" id="{52D72446-D70F-FA7B-FA78-2530AE4B091A}"/>
                </a:ext>
              </a:extLst>
            </p:cNvPr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38">
              <a:extLst>
                <a:ext uri="{FF2B5EF4-FFF2-40B4-BE49-F238E27FC236}">
                  <a16:creationId xmlns:a16="http://schemas.microsoft.com/office/drawing/2014/main" id="{2A30DB1E-3370-C828-AB84-376A2F80A934}"/>
                </a:ext>
              </a:extLst>
            </p:cNvPr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38">
              <a:extLst>
                <a:ext uri="{FF2B5EF4-FFF2-40B4-BE49-F238E27FC236}">
                  <a16:creationId xmlns:a16="http://schemas.microsoft.com/office/drawing/2014/main" id="{A22E2FFB-1FFA-A8FB-5711-AC4452262C03}"/>
                </a:ext>
              </a:extLst>
            </p:cNvPr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38">
              <a:extLst>
                <a:ext uri="{FF2B5EF4-FFF2-40B4-BE49-F238E27FC236}">
                  <a16:creationId xmlns:a16="http://schemas.microsoft.com/office/drawing/2014/main" id="{B5F24E26-6862-3177-5EE9-C2058619670A}"/>
                </a:ext>
              </a:extLst>
            </p:cNvPr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38">
              <a:extLst>
                <a:ext uri="{FF2B5EF4-FFF2-40B4-BE49-F238E27FC236}">
                  <a16:creationId xmlns:a16="http://schemas.microsoft.com/office/drawing/2014/main" id="{6982FE18-0FD9-E5F6-7982-BF3E54E5144F}"/>
                </a:ext>
              </a:extLst>
            </p:cNvPr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38">
              <a:extLst>
                <a:ext uri="{FF2B5EF4-FFF2-40B4-BE49-F238E27FC236}">
                  <a16:creationId xmlns:a16="http://schemas.microsoft.com/office/drawing/2014/main" id="{DD85AAF3-5A6E-B67B-AFDA-1AD7C597B65B}"/>
                </a:ext>
              </a:extLst>
            </p:cNvPr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38">
              <a:extLst>
                <a:ext uri="{FF2B5EF4-FFF2-40B4-BE49-F238E27FC236}">
                  <a16:creationId xmlns:a16="http://schemas.microsoft.com/office/drawing/2014/main" id="{BB34E065-E81D-BD5C-1CCD-85C239E42FF1}"/>
                </a:ext>
              </a:extLst>
            </p:cNvPr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38">
              <a:extLst>
                <a:ext uri="{FF2B5EF4-FFF2-40B4-BE49-F238E27FC236}">
                  <a16:creationId xmlns:a16="http://schemas.microsoft.com/office/drawing/2014/main" id="{094D577D-EEAA-2B27-8894-EB831D49547E}"/>
                </a:ext>
              </a:extLst>
            </p:cNvPr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38">
              <a:extLst>
                <a:ext uri="{FF2B5EF4-FFF2-40B4-BE49-F238E27FC236}">
                  <a16:creationId xmlns:a16="http://schemas.microsoft.com/office/drawing/2014/main" id="{1F8CF275-E52D-74F5-E9AA-325D89D6A0C7}"/>
                </a:ext>
              </a:extLst>
            </p:cNvPr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38">
              <a:extLst>
                <a:ext uri="{FF2B5EF4-FFF2-40B4-BE49-F238E27FC236}">
                  <a16:creationId xmlns:a16="http://schemas.microsoft.com/office/drawing/2014/main" id="{20EEBA11-C0D1-B260-76D9-AE46CD496323}"/>
                </a:ext>
              </a:extLst>
            </p:cNvPr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38">
              <a:extLst>
                <a:ext uri="{FF2B5EF4-FFF2-40B4-BE49-F238E27FC236}">
                  <a16:creationId xmlns:a16="http://schemas.microsoft.com/office/drawing/2014/main" id="{EB801C35-EF05-7DAA-0ABB-CB981EA2CAE8}"/>
                </a:ext>
              </a:extLst>
            </p:cNvPr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38">
              <a:extLst>
                <a:ext uri="{FF2B5EF4-FFF2-40B4-BE49-F238E27FC236}">
                  <a16:creationId xmlns:a16="http://schemas.microsoft.com/office/drawing/2014/main" id="{9F056ED5-571B-D2D9-F4FF-8CA54C79389F}"/>
                </a:ext>
              </a:extLst>
            </p:cNvPr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38">
              <a:extLst>
                <a:ext uri="{FF2B5EF4-FFF2-40B4-BE49-F238E27FC236}">
                  <a16:creationId xmlns:a16="http://schemas.microsoft.com/office/drawing/2014/main" id="{25765B4B-4708-7FDF-4512-41ECA0213123}"/>
                </a:ext>
              </a:extLst>
            </p:cNvPr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38">
              <a:extLst>
                <a:ext uri="{FF2B5EF4-FFF2-40B4-BE49-F238E27FC236}">
                  <a16:creationId xmlns:a16="http://schemas.microsoft.com/office/drawing/2014/main" id="{CC6D1920-9423-39C9-7E37-437A14F51AC8}"/>
                </a:ext>
              </a:extLst>
            </p:cNvPr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38">
              <a:extLst>
                <a:ext uri="{FF2B5EF4-FFF2-40B4-BE49-F238E27FC236}">
                  <a16:creationId xmlns:a16="http://schemas.microsoft.com/office/drawing/2014/main" id="{CC040888-4B5C-89A5-5BAF-F8E979BCA57E}"/>
                </a:ext>
              </a:extLst>
            </p:cNvPr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38">
              <a:extLst>
                <a:ext uri="{FF2B5EF4-FFF2-40B4-BE49-F238E27FC236}">
                  <a16:creationId xmlns:a16="http://schemas.microsoft.com/office/drawing/2014/main" id="{08709B88-11C9-6A9F-2BF1-7EAEFB802FC5}"/>
                </a:ext>
              </a:extLst>
            </p:cNvPr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38">
              <a:extLst>
                <a:ext uri="{FF2B5EF4-FFF2-40B4-BE49-F238E27FC236}">
                  <a16:creationId xmlns:a16="http://schemas.microsoft.com/office/drawing/2014/main" id="{D9D2CD94-963C-85D9-51F5-3E6398DB9265}"/>
                </a:ext>
              </a:extLst>
            </p:cNvPr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38">
              <a:extLst>
                <a:ext uri="{FF2B5EF4-FFF2-40B4-BE49-F238E27FC236}">
                  <a16:creationId xmlns:a16="http://schemas.microsoft.com/office/drawing/2014/main" id="{4B488F3A-4ADD-509A-2257-CC251CF09F3C}"/>
                </a:ext>
              </a:extLst>
            </p:cNvPr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38">
              <a:extLst>
                <a:ext uri="{FF2B5EF4-FFF2-40B4-BE49-F238E27FC236}">
                  <a16:creationId xmlns:a16="http://schemas.microsoft.com/office/drawing/2014/main" id="{12F8841E-BE49-6A3B-CA22-E8972F64623E}"/>
                </a:ext>
              </a:extLst>
            </p:cNvPr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38">
              <a:extLst>
                <a:ext uri="{FF2B5EF4-FFF2-40B4-BE49-F238E27FC236}">
                  <a16:creationId xmlns:a16="http://schemas.microsoft.com/office/drawing/2014/main" id="{6A68EEFA-B6F6-4970-85AA-38210F165276}"/>
                </a:ext>
              </a:extLst>
            </p:cNvPr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38">
              <a:extLst>
                <a:ext uri="{FF2B5EF4-FFF2-40B4-BE49-F238E27FC236}">
                  <a16:creationId xmlns:a16="http://schemas.microsoft.com/office/drawing/2014/main" id="{1543EA96-EF40-2395-2206-53D269482906}"/>
                </a:ext>
              </a:extLst>
            </p:cNvPr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38">
              <a:extLst>
                <a:ext uri="{FF2B5EF4-FFF2-40B4-BE49-F238E27FC236}">
                  <a16:creationId xmlns:a16="http://schemas.microsoft.com/office/drawing/2014/main" id="{3B9D5C06-C43B-22AF-2142-D806A0A28DDA}"/>
                </a:ext>
              </a:extLst>
            </p:cNvPr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38">
              <a:extLst>
                <a:ext uri="{FF2B5EF4-FFF2-40B4-BE49-F238E27FC236}">
                  <a16:creationId xmlns:a16="http://schemas.microsoft.com/office/drawing/2014/main" id="{DEFEF920-63AF-67D8-B402-F2219EED9839}"/>
                </a:ext>
              </a:extLst>
            </p:cNvPr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38">
              <a:extLst>
                <a:ext uri="{FF2B5EF4-FFF2-40B4-BE49-F238E27FC236}">
                  <a16:creationId xmlns:a16="http://schemas.microsoft.com/office/drawing/2014/main" id="{9DA12689-F441-250E-EEDA-E4A70F643EE5}"/>
                </a:ext>
              </a:extLst>
            </p:cNvPr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38">
              <a:extLst>
                <a:ext uri="{FF2B5EF4-FFF2-40B4-BE49-F238E27FC236}">
                  <a16:creationId xmlns:a16="http://schemas.microsoft.com/office/drawing/2014/main" id="{7BBFEF4D-DD15-F368-4BFB-E5B0AC9FCDE4}"/>
                </a:ext>
              </a:extLst>
            </p:cNvPr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38">
              <a:extLst>
                <a:ext uri="{FF2B5EF4-FFF2-40B4-BE49-F238E27FC236}">
                  <a16:creationId xmlns:a16="http://schemas.microsoft.com/office/drawing/2014/main" id="{2F0F0849-9678-50D0-EA8C-F474552289AE}"/>
                </a:ext>
              </a:extLst>
            </p:cNvPr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38">
              <a:extLst>
                <a:ext uri="{FF2B5EF4-FFF2-40B4-BE49-F238E27FC236}">
                  <a16:creationId xmlns:a16="http://schemas.microsoft.com/office/drawing/2014/main" id="{D6EB404F-AFE0-5FF4-210C-9EE534E50347}"/>
                </a:ext>
              </a:extLst>
            </p:cNvPr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38">
              <a:extLst>
                <a:ext uri="{FF2B5EF4-FFF2-40B4-BE49-F238E27FC236}">
                  <a16:creationId xmlns:a16="http://schemas.microsoft.com/office/drawing/2014/main" id="{306A2EA8-F471-CAC9-FD2B-807500FD34E6}"/>
                </a:ext>
              </a:extLst>
            </p:cNvPr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38">
              <a:extLst>
                <a:ext uri="{FF2B5EF4-FFF2-40B4-BE49-F238E27FC236}">
                  <a16:creationId xmlns:a16="http://schemas.microsoft.com/office/drawing/2014/main" id="{A9D2EE5C-41CE-41E6-DF87-330E89DF8C0C}"/>
                </a:ext>
              </a:extLst>
            </p:cNvPr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38">
              <a:extLst>
                <a:ext uri="{FF2B5EF4-FFF2-40B4-BE49-F238E27FC236}">
                  <a16:creationId xmlns:a16="http://schemas.microsoft.com/office/drawing/2014/main" id="{B0607D21-3257-353E-6DEC-E39062DD6EEA}"/>
                </a:ext>
              </a:extLst>
            </p:cNvPr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38">
              <a:extLst>
                <a:ext uri="{FF2B5EF4-FFF2-40B4-BE49-F238E27FC236}">
                  <a16:creationId xmlns:a16="http://schemas.microsoft.com/office/drawing/2014/main" id="{48E9920C-E383-8298-3D8C-1DA2CE25D52B}"/>
                </a:ext>
              </a:extLst>
            </p:cNvPr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38">
              <a:extLst>
                <a:ext uri="{FF2B5EF4-FFF2-40B4-BE49-F238E27FC236}">
                  <a16:creationId xmlns:a16="http://schemas.microsoft.com/office/drawing/2014/main" id="{D362621B-9486-2D6D-FFD5-7DB693CCFCC3}"/>
                </a:ext>
              </a:extLst>
            </p:cNvPr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38">
              <a:extLst>
                <a:ext uri="{FF2B5EF4-FFF2-40B4-BE49-F238E27FC236}">
                  <a16:creationId xmlns:a16="http://schemas.microsoft.com/office/drawing/2014/main" id="{6EBB36C1-8BAF-F38F-79B2-85A7BB9DE7BA}"/>
                </a:ext>
              </a:extLst>
            </p:cNvPr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38">
              <a:extLst>
                <a:ext uri="{FF2B5EF4-FFF2-40B4-BE49-F238E27FC236}">
                  <a16:creationId xmlns:a16="http://schemas.microsoft.com/office/drawing/2014/main" id="{E5D43A82-F3ED-29AA-1D7B-D66B150396CD}"/>
                </a:ext>
              </a:extLst>
            </p:cNvPr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38">
              <a:extLst>
                <a:ext uri="{FF2B5EF4-FFF2-40B4-BE49-F238E27FC236}">
                  <a16:creationId xmlns:a16="http://schemas.microsoft.com/office/drawing/2014/main" id="{6AFC5F46-04C0-AED2-A814-789DF109B070}"/>
                </a:ext>
              </a:extLst>
            </p:cNvPr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38">
              <a:extLst>
                <a:ext uri="{FF2B5EF4-FFF2-40B4-BE49-F238E27FC236}">
                  <a16:creationId xmlns:a16="http://schemas.microsoft.com/office/drawing/2014/main" id="{B734F6C5-D313-72F8-18E5-1DFB5265ADE6}"/>
                </a:ext>
              </a:extLst>
            </p:cNvPr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38">
              <a:extLst>
                <a:ext uri="{FF2B5EF4-FFF2-40B4-BE49-F238E27FC236}">
                  <a16:creationId xmlns:a16="http://schemas.microsoft.com/office/drawing/2014/main" id="{C8D03D17-0339-AE31-45EE-C5DFB502BFBA}"/>
                </a:ext>
              </a:extLst>
            </p:cNvPr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38">
              <a:extLst>
                <a:ext uri="{FF2B5EF4-FFF2-40B4-BE49-F238E27FC236}">
                  <a16:creationId xmlns:a16="http://schemas.microsoft.com/office/drawing/2014/main" id="{357B9BFD-F42A-E349-432A-2AED4C416641}"/>
                </a:ext>
              </a:extLst>
            </p:cNvPr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38">
              <a:extLst>
                <a:ext uri="{FF2B5EF4-FFF2-40B4-BE49-F238E27FC236}">
                  <a16:creationId xmlns:a16="http://schemas.microsoft.com/office/drawing/2014/main" id="{F1E3FAC9-78C4-5F32-720A-8D26315B666E}"/>
                </a:ext>
              </a:extLst>
            </p:cNvPr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38">
              <a:extLst>
                <a:ext uri="{FF2B5EF4-FFF2-40B4-BE49-F238E27FC236}">
                  <a16:creationId xmlns:a16="http://schemas.microsoft.com/office/drawing/2014/main" id="{D28F1880-944C-E743-A0CB-34E2184C7FA9}"/>
                </a:ext>
              </a:extLst>
            </p:cNvPr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38">
              <a:extLst>
                <a:ext uri="{FF2B5EF4-FFF2-40B4-BE49-F238E27FC236}">
                  <a16:creationId xmlns:a16="http://schemas.microsoft.com/office/drawing/2014/main" id="{431DFE0F-833B-7C52-24F5-C7C9A64D37B5}"/>
                </a:ext>
              </a:extLst>
            </p:cNvPr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38">
              <a:extLst>
                <a:ext uri="{FF2B5EF4-FFF2-40B4-BE49-F238E27FC236}">
                  <a16:creationId xmlns:a16="http://schemas.microsoft.com/office/drawing/2014/main" id="{CA96C2D8-A759-3642-656D-FC29B5E0FFD7}"/>
                </a:ext>
              </a:extLst>
            </p:cNvPr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38">
              <a:extLst>
                <a:ext uri="{FF2B5EF4-FFF2-40B4-BE49-F238E27FC236}">
                  <a16:creationId xmlns:a16="http://schemas.microsoft.com/office/drawing/2014/main" id="{15CF1794-5075-8A3F-129D-F83B953FF26B}"/>
                </a:ext>
              </a:extLst>
            </p:cNvPr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38">
              <a:extLst>
                <a:ext uri="{FF2B5EF4-FFF2-40B4-BE49-F238E27FC236}">
                  <a16:creationId xmlns:a16="http://schemas.microsoft.com/office/drawing/2014/main" id="{5BB04065-95DB-7FE5-24EE-F99459248F2E}"/>
                </a:ext>
              </a:extLst>
            </p:cNvPr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38">
              <a:extLst>
                <a:ext uri="{FF2B5EF4-FFF2-40B4-BE49-F238E27FC236}">
                  <a16:creationId xmlns:a16="http://schemas.microsoft.com/office/drawing/2014/main" id="{7B8C347B-547A-BF99-8F11-84A6D0882CCB}"/>
                </a:ext>
              </a:extLst>
            </p:cNvPr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38">
              <a:extLst>
                <a:ext uri="{FF2B5EF4-FFF2-40B4-BE49-F238E27FC236}">
                  <a16:creationId xmlns:a16="http://schemas.microsoft.com/office/drawing/2014/main" id="{7E344F97-A280-44A0-10AA-6319104E0412}"/>
                </a:ext>
              </a:extLst>
            </p:cNvPr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38">
              <a:extLst>
                <a:ext uri="{FF2B5EF4-FFF2-40B4-BE49-F238E27FC236}">
                  <a16:creationId xmlns:a16="http://schemas.microsoft.com/office/drawing/2014/main" id="{71996D22-021D-F211-5840-4D3D51851676}"/>
                </a:ext>
              </a:extLst>
            </p:cNvPr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38">
              <a:extLst>
                <a:ext uri="{FF2B5EF4-FFF2-40B4-BE49-F238E27FC236}">
                  <a16:creationId xmlns:a16="http://schemas.microsoft.com/office/drawing/2014/main" id="{7B04FD9A-9B44-5232-E855-72B577177345}"/>
                </a:ext>
              </a:extLst>
            </p:cNvPr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38">
              <a:extLst>
                <a:ext uri="{FF2B5EF4-FFF2-40B4-BE49-F238E27FC236}">
                  <a16:creationId xmlns:a16="http://schemas.microsoft.com/office/drawing/2014/main" id="{593D1946-0335-CC63-4926-BE7FFA25F9AE}"/>
                </a:ext>
              </a:extLst>
            </p:cNvPr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38">
              <a:extLst>
                <a:ext uri="{FF2B5EF4-FFF2-40B4-BE49-F238E27FC236}">
                  <a16:creationId xmlns:a16="http://schemas.microsoft.com/office/drawing/2014/main" id="{216243F1-13CD-E45D-38F3-B1E0F4FC9008}"/>
                </a:ext>
              </a:extLst>
            </p:cNvPr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38">
              <a:extLst>
                <a:ext uri="{FF2B5EF4-FFF2-40B4-BE49-F238E27FC236}">
                  <a16:creationId xmlns:a16="http://schemas.microsoft.com/office/drawing/2014/main" id="{3E1BBF49-8679-803D-9958-6D1471BFC2BE}"/>
                </a:ext>
              </a:extLst>
            </p:cNvPr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38">
              <a:extLst>
                <a:ext uri="{FF2B5EF4-FFF2-40B4-BE49-F238E27FC236}">
                  <a16:creationId xmlns:a16="http://schemas.microsoft.com/office/drawing/2014/main" id="{753B8132-88D1-89EA-4CE5-7A677D286CB0}"/>
                </a:ext>
              </a:extLst>
            </p:cNvPr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38">
              <a:extLst>
                <a:ext uri="{FF2B5EF4-FFF2-40B4-BE49-F238E27FC236}">
                  <a16:creationId xmlns:a16="http://schemas.microsoft.com/office/drawing/2014/main" id="{B3AF2A61-EE56-45DE-CEE4-52E95BF43CAB}"/>
                </a:ext>
              </a:extLst>
            </p:cNvPr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38">
              <a:extLst>
                <a:ext uri="{FF2B5EF4-FFF2-40B4-BE49-F238E27FC236}">
                  <a16:creationId xmlns:a16="http://schemas.microsoft.com/office/drawing/2014/main" id="{7016D7C9-45F9-2CA3-2432-45D2F11E74DA}"/>
                </a:ext>
              </a:extLst>
            </p:cNvPr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38">
              <a:extLst>
                <a:ext uri="{FF2B5EF4-FFF2-40B4-BE49-F238E27FC236}">
                  <a16:creationId xmlns:a16="http://schemas.microsoft.com/office/drawing/2014/main" id="{DB62EAA0-7B0A-815C-496B-348768982C2C}"/>
                </a:ext>
              </a:extLst>
            </p:cNvPr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38">
              <a:extLst>
                <a:ext uri="{FF2B5EF4-FFF2-40B4-BE49-F238E27FC236}">
                  <a16:creationId xmlns:a16="http://schemas.microsoft.com/office/drawing/2014/main" id="{974CFA81-31A2-797E-B325-69748B6E7A83}"/>
                </a:ext>
              </a:extLst>
            </p:cNvPr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38">
              <a:extLst>
                <a:ext uri="{FF2B5EF4-FFF2-40B4-BE49-F238E27FC236}">
                  <a16:creationId xmlns:a16="http://schemas.microsoft.com/office/drawing/2014/main" id="{276F491F-8B67-729E-3219-F800C17D5808}"/>
                </a:ext>
              </a:extLst>
            </p:cNvPr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38">
              <a:extLst>
                <a:ext uri="{FF2B5EF4-FFF2-40B4-BE49-F238E27FC236}">
                  <a16:creationId xmlns:a16="http://schemas.microsoft.com/office/drawing/2014/main" id="{8F35E5A7-3933-9255-C6C9-273B01902ADD}"/>
                </a:ext>
              </a:extLst>
            </p:cNvPr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38">
              <a:extLst>
                <a:ext uri="{FF2B5EF4-FFF2-40B4-BE49-F238E27FC236}">
                  <a16:creationId xmlns:a16="http://schemas.microsoft.com/office/drawing/2014/main" id="{981E26D1-4A39-54E3-EC21-BA10483AEBA7}"/>
                </a:ext>
              </a:extLst>
            </p:cNvPr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38">
              <a:extLst>
                <a:ext uri="{FF2B5EF4-FFF2-40B4-BE49-F238E27FC236}">
                  <a16:creationId xmlns:a16="http://schemas.microsoft.com/office/drawing/2014/main" id="{7D8CE067-9746-0144-0458-BB1217EA9353}"/>
                </a:ext>
              </a:extLst>
            </p:cNvPr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38">
              <a:extLst>
                <a:ext uri="{FF2B5EF4-FFF2-40B4-BE49-F238E27FC236}">
                  <a16:creationId xmlns:a16="http://schemas.microsoft.com/office/drawing/2014/main" id="{230C8C0A-EE81-21C4-109C-5B698DB82325}"/>
                </a:ext>
              </a:extLst>
            </p:cNvPr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38">
              <a:extLst>
                <a:ext uri="{FF2B5EF4-FFF2-40B4-BE49-F238E27FC236}">
                  <a16:creationId xmlns:a16="http://schemas.microsoft.com/office/drawing/2014/main" id="{E387035D-389D-6658-E052-74120FA2AB5A}"/>
                </a:ext>
              </a:extLst>
            </p:cNvPr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38">
              <a:extLst>
                <a:ext uri="{FF2B5EF4-FFF2-40B4-BE49-F238E27FC236}">
                  <a16:creationId xmlns:a16="http://schemas.microsoft.com/office/drawing/2014/main" id="{8A9D6036-5CD3-6C10-03AB-7662D966F014}"/>
                </a:ext>
              </a:extLst>
            </p:cNvPr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38">
              <a:extLst>
                <a:ext uri="{FF2B5EF4-FFF2-40B4-BE49-F238E27FC236}">
                  <a16:creationId xmlns:a16="http://schemas.microsoft.com/office/drawing/2014/main" id="{D2625362-FE86-337D-47A0-DBF509DD1617}"/>
                </a:ext>
              </a:extLst>
            </p:cNvPr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38">
              <a:extLst>
                <a:ext uri="{FF2B5EF4-FFF2-40B4-BE49-F238E27FC236}">
                  <a16:creationId xmlns:a16="http://schemas.microsoft.com/office/drawing/2014/main" id="{57581531-6ED1-347E-712C-52B40AD099E1}"/>
                </a:ext>
              </a:extLst>
            </p:cNvPr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38">
              <a:extLst>
                <a:ext uri="{FF2B5EF4-FFF2-40B4-BE49-F238E27FC236}">
                  <a16:creationId xmlns:a16="http://schemas.microsoft.com/office/drawing/2014/main" id="{B55008AB-7D68-3B11-4E47-89B0A094A29D}"/>
                </a:ext>
              </a:extLst>
            </p:cNvPr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38">
              <a:extLst>
                <a:ext uri="{FF2B5EF4-FFF2-40B4-BE49-F238E27FC236}">
                  <a16:creationId xmlns:a16="http://schemas.microsoft.com/office/drawing/2014/main" id="{11F32E11-4520-E267-C768-72E4A92FD1BA}"/>
                </a:ext>
              </a:extLst>
            </p:cNvPr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38">
              <a:extLst>
                <a:ext uri="{FF2B5EF4-FFF2-40B4-BE49-F238E27FC236}">
                  <a16:creationId xmlns:a16="http://schemas.microsoft.com/office/drawing/2014/main" id="{7186F079-7300-24C5-95DD-E497F86A6603}"/>
                </a:ext>
              </a:extLst>
            </p:cNvPr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38">
              <a:extLst>
                <a:ext uri="{FF2B5EF4-FFF2-40B4-BE49-F238E27FC236}">
                  <a16:creationId xmlns:a16="http://schemas.microsoft.com/office/drawing/2014/main" id="{AB6089C5-8BE4-D0E8-256C-8D72EEE570BF}"/>
                </a:ext>
              </a:extLst>
            </p:cNvPr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38">
              <a:extLst>
                <a:ext uri="{FF2B5EF4-FFF2-40B4-BE49-F238E27FC236}">
                  <a16:creationId xmlns:a16="http://schemas.microsoft.com/office/drawing/2014/main" id="{E9739484-5B80-41A4-E98B-A9BDA47F4922}"/>
                </a:ext>
              </a:extLst>
            </p:cNvPr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38">
              <a:extLst>
                <a:ext uri="{FF2B5EF4-FFF2-40B4-BE49-F238E27FC236}">
                  <a16:creationId xmlns:a16="http://schemas.microsoft.com/office/drawing/2014/main" id="{7A5BCF55-1CCB-BB3E-4C95-DC8B394B8529}"/>
                </a:ext>
              </a:extLst>
            </p:cNvPr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38">
              <a:extLst>
                <a:ext uri="{FF2B5EF4-FFF2-40B4-BE49-F238E27FC236}">
                  <a16:creationId xmlns:a16="http://schemas.microsoft.com/office/drawing/2014/main" id="{719ABAFD-D30A-974A-46F2-23C649BC8264}"/>
                </a:ext>
              </a:extLst>
            </p:cNvPr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38">
              <a:extLst>
                <a:ext uri="{FF2B5EF4-FFF2-40B4-BE49-F238E27FC236}">
                  <a16:creationId xmlns:a16="http://schemas.microsoft.com/office/drawing/2014/main" id="{460F1E64-CCBF-FF91-C4C1-3E5F86560D02}"/>
                </a:ext>
              </a:extLst>
            </p:cNvPr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38">
              <a:extLst>
                <a:ext uri="{FF2B5EF4-FFF2-40B4-BE49-F238E27FC236}">
                  <a16:creationId xmlns:a16="http://schemas.microsoft.com/office/drawing/2014/main" id="{E8D2062D-7ED1-FBC0-71AE-FB98BDFF6B06}"/>
                </a:ext>
              </a:extLst>
            </p:cNvPr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38">
              <a:extLst>
                <a:ext uri="{FF2B5EF4-FFF2-40B4-BE49-F238E27FC236}">
                  <a16:creationId xmlns:a16="http://schemas.microsoft.com/office/drawing/2014/main" id="{03A119FC-D926-9145-922E-82BC7E711872}"/>
                </a:ext>
              </a:extLst>
            </p:cNvPr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38">
              <a:extLst>
                <a:ext uri="{FF2B5EF4-FFF2-40B4-BE49-F238E27FC236}">
                  <a16:creationId xmlns:a16="http://schemas.microsoft.com/office/drawing/2014/main" id="{00F3E395-A896-4862-7556-949F6454585B}"/>
                </a:ext>
              </a:extLst>
            </p:cNvPr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38">
              <a:extLst>
                <a:ext uri="{FF2B5EF4-FFF2-40B4-BE49-F238E27FC236}">
                  <a16:creationId xmlns:a16="http://schemas.microsoft.com/office/drawing/2014/main" id="{90E5F679-000F-D593-D16A-4CBCE263056F}"/>
                </a:ext>
              </a:extLst>
            </p:cNvPr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38">
              <a:extLst>
                <a:ext uri="{FF2B5EF4-FFF2-40B4-BE49-F238E27FC236}">
                  <a16:creationId xmlns:a16="http://schemas.microsoft.com/office/drawing/2014/main" id="{6E336062-04C7-7E1F-A29E-5ADD75A4BCE3}"/>
                </a:ext>
              </a:extLst>
            </p:cNvPr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38">
              <a:extLst>
                <a:ext uri="{FF2B5EF4-FFF2-40B4-BE49-F238E27FC236}">
                  <a16:creationId xmlns:a16="http://schemas.microsoft.com/office/drawing/2014/main" id="{5FAE3BD0-EF48-27CE-7A1E-1F79B54A37D1}"/>
                </a:ext>
              </a:extLst>
            </p:cNvPr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38">
              <a:extLst>
                <a:ext uri="{FF2B5EF4-FFF2-40B4-BE49-F238E27FC236}">
                  <a16:creationId xmlns:a16="http://schemas.microsoft.com/office/drawing/2014/main" id="{7C83BB0D-DDF2-8353-9F82-95113151AD4D}"/>
                </a:ext>
              </a:extLst>
            </p:cNvPr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38">
              <a:extLst>
                <a:ext uri="{FF2B5EF4-FFF2-40B4-BE49-F238E27FC236}">
                  <a16:creationId xmlns:a16="http://schemas.microsoft.com/office/drawing/2014/main" id="{41D5B490-8410-4BEE-2476-F44BEFBA4651}"/>
                </a:ext>
              </a:extLst>
            </p:cNvPr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38">
              <a:extLst>
                <a:ext uri="{FF2B5EF4-FFF2-40B4-BE49-F238E27FC236}">
                  <a16:creationId xmlns:a16="http://schemas.microsoft.com/office/drawing/2014/main" id="{78B4BCA6-FDE9-8F13-222D-416735519351}"/>
                </a:ext>
              </a:extLst>
            </p:cNvPr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38">
              <a:extLst>
                <a:ext uri="{FF2B5EF4-FFF2-40B4-BE49-F238E27FC236}">
                  <a16:creationId xmlns:a16="http://schemas.microsoft.com/office/drawing/2014/main" id="{AA4544D3-5843-FFA8-7389-A4791F76F87E}"/>
                </a:ext>
              </a:extLst>
            </p:cNvPr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38">
              <a:extLst>
                <a:ext uri="{FF2B5EF4-FFF2-40B4-BE49-F238E27FC236}">
                  <a16:creationId xmlns:a16="http://schemas.microsoft.com/office/drawing/2014/main" id="{B38D62AA-C0C3-738F-F545-16CD84BA88CA}"/>
                </a:ext>
              </a:extLst>
            </p:cNvPr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38">
              <a:extLst>
                <a:ext uri="{FF2B5EF4-FFF2-40B4-BE49-F238E27FC236}">
                  <a16:creationId xmlns:a16="http://schemas.microsoft.com/office/drawing/2014/main" id="{F0992A56-E7C6-9346-7F83-052734A87481}"/>
                </a:ext>
              </a:extLst>
            </p:cNvPr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38">
              <a:extLst>
                <a:ext uri="{FF2B5EF4-FFF2-40B4-BE49-F238E27FC236}">
                  <a16:creationId xmlns:a16="http://schemas.microsoft.com/office/drawing/2014/main" id="{22F684D6-3480-0A89-E54D-A78CC3D9DA2F}"/>
                </a:ext>
              </a:extLst>
            </p:cNvPr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38">
              <a:extLst>
                <a:ext uri="{FF2B5EF4-FFF2-40B4-BE49-F238E27FC236}">
                  <a16:creationId xmlns:a16="http://schemas.microsoft.com/office/drawing/2014/main" id="{9093A5E9-F216-215C-4EF4-7A5F6CAE732F}"/>
                </a:ext>
              </a:extLst>
            </p:cNvPr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38">
              <a:extLst>
                <a:ext uri="{FF2B5EF4-FFF2-40B4-BE49-F238E27FC236}">
                  <a16:creationId xmlns:a16="http://schemas.microsoft.com/office/drawing/2014/main" id="{51B10C1B-78FE-6F82-A1C4-255BA89CB816}"/>
                </a:ext>
              </a:extLst>
            </p:cNvPr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38">
              <a:extLst>
                <a:ext uri="{FF2B5EF4-FFF2-40B4-BE49-F238E27FC236}">
                  <a16:creationId xmlns:a16="http://schemas.microsoft.com/office/drawing/2014/main" id="{6ADFC436-5A90-180C-9D8E-5A4E136225BC}"/>
                </a:ext>
              </a:extLst>
            </p:cNvPr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38">
              <a:extLst>
                <a:ext uri="{FF2B5EF4-FFF2-40B4-BE49-F238E27FC236}">
                  <a16:creationId xmlns:a16="http://schemas.microsoft.com/office/drawing/2014/main" id="{A555A903-1E39-1D02-DDE4-28CA98FBC526}"/>
                </a:ext>
              </a:extLst>
            </p:cNvPr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38">
              <a:extLst>
                <a:ext uri="{FF2B5EF4-FFF2-40B4-BE49-F238E27FC236}">
                  <a16:creationId xmlns:a16="http://schemas.microsoft.com/office/drawing/2014/main" id="{528A0D3B-FA46-A16D-9565-BA9277B842A5}"/>
                </a:ext>
              </a:extLst>
            </p:cNvPr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38">
              <a:extLst>
                <a:ext uri="{FF2B5EF4-FFF2-40B4-BE49-F238E27FC236}">
                  <a16:creationId xmlns:a16="http://schemas.microsoft.com/office/drawing/2014/main" id="{977AD848-FB8B-4253-D160-C2659CF1AF1B}"/>
                </a:ext>
              </a:extLst>
            </p:cNvPr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38">
              <a:extLst>
                <a:ext uri="{FF2B5EF4-FFF2-40B4-BE49-F238E27FC236}">
                  <a16:creationId xmlns:a16="http://schemas.microsoft.com/office/drawing/2014/main" id="{1A1960DD-29E5-9916-AAFF-8C136A70698C}"/>
                </a:ext>
              </a:extLst>
            </p:cNvPr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38">
              <a:extLst>
                <a:ext uri="{FF2B5EF4-FFF2-40B4-BE49-F238E27FC236}">
                  <a16:creationId xmlns:a16="http://schemas.microsoft.com/office/drawing/2014/main" id="{444B6564-4FCC-ACAD-9291-44FB34FC12A9}"/>
                </a:ext>
              </a:extLst>
            </p:cNvPr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38">
              <a:extLst>
                <a:ext uri="{FF2B5EF4-FFF2-40B4-BE49-F238E27FC236}">
                  <a16:creationId xmlns:a16="http://schemas.microsoft.com/office/drawing/2014/main" id="{0ACE3C95-F2E3-E58C-2A6A-F2970337F8A5}"/>
                </a:ext>
              </a:extLst>
            </p:cNvPr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38">
              <a:extLst>
                <a:ext uri="{FF2B5EF4-FFF2-40B4-BE49-F238E27FC236}">
                  <a16:creationId xmlns:a16="http://schemas.microsoft.com/office/drawing/2014/main" id="{264AB566-5755-D0F4-5239-9829A7F6FB3F}"/>
                </a:ext>
              </a:extLst>
            </p:cNvPr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38">
              <a:extLst>
                <a:ext uri="{FF2B5EF4-FFF2-40B4-BE49-F238E27FC236}">
                  <a16:creationId xmlns:a16="http://schemas.microsoft.com/office/drawing/2014/main" id="{70D7EB24-F566-D90D-3D7D-0CA9FE621572}"/>
                </a:ext>
              </a:extLst>
            </p:cNvPr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38">
              <a:extLst>
                <a:ext uri="{FF2B5EF4-FFF2-40B4-BE49-F238E27FC236}">
                  <a16:creationId xmlns:a16="http://schemas.microsoft.com/office/drawing/2014/main" id="{F317B246-15BF-D5A4-18B6-489A0190227E}"/>
                </a:ext>
              </a:extLst>
            </p:cNvPr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38">
              <a:extLst>
                <a:ext uri="{FF2B5EF4-FFF2-40B4-BE49-F238E27FC236}">
                  <a16:creationId xmlns:a16="http://schemas.microsoft.com/office/drawing/2014/main" id="{EDEBB365-1E20-3A5F-E78F-4DF9100E88E9}"/>
                </a:ext>
              </a:extLst>
            </p:cNvPr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38">
              <a:extLst>
                <a:ext uri="{FF2B5EF4-FFF2-40B4-BE49-F238E27FC236}">
                  <a16:creationId xmlns:a16="http://schemas.microsoft.com/office/drawing/2014/main" id="{77BD25FC-23A1-D9A7-2A38-F06A5A750FC6}"/>
                </a:ext>
              </a:extLst>
            </p:cNvPr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38">
              <a:extLst>
                <a:ext uri="{FF2B5EF4-FFF2-40B4-BE49-F238E27FC236}">
                  <a16:creationId xmlns:a16="http://schemas.microsoft.com/office/drawing/2014/main" id="{167D1109-138E-7EBC-9542-D6B3CED96E85}"/>
                </a:ext>
              </a:extLst>
            </p:cNvPr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38">
              <a:extLst>
                <a:ext uri="{FF2B5EF4-FFF2-40B4-BE49-F238E27FC236}">
                  <a16:creationId xmlns:a16="http://schemas.microsoft.com/office/drawing/2014/main" id="{C627327D-551A-7F24-A553-0DBCF45A0CAA}"/>
                </a:ext>
              </a:extLst>
            </p:cNvPr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38">
              <a:extLst>
                <a:ext uri="{FF2B5EF4-FFF2-40B4-BE49-F238E27FC236}">
                  <a16:creationId xmlns:a16="http://schemas.microsoft.com/office/drawing/2014/main" id="{F52C5BA5-9F69-D477-19E1-F789C40185FB}"/>
                </a:ext>
              </a:extLst>
            </p:cNvPr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38">
              <a:extLst>
                <a:ext uri="{FF2B5EF4-FFF2-40B4-BE49-F238E27FC236}">
                  <a16:creationId xmlns:a16="http://schemas.microsoft.com/office/drawing/2014/main" id="{6FBE6D56-3F72-9C5D-4176-83477A8EA925}"/>
                </a:ext>
              </a:extLst>
            </p:cNvPr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38">
              <a:extLst>
                <a:ext uri="{FF2B5EF4-FFF2-40B4-BE49-F238E27FC236}">
                  <a16:creationId xmlns:a16="http://schemas.microsoft.com/office/drawing/2014/main" id="{72F09614-266A-70DA-90FF-C530C017DEF4}"/>
                </a:ext>
              </a:extLst>
            </p:cNvPr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38">
              <a:extLst>
                <a:ext uri="{FF2B5EF4-FFF2-40B4-BE49-F238E27FC236}">
                  <a16:creationId xmlns:a16="http://schemas.microsoft.com/office/drawing/2014/main" id="{CE1BA804-BD0E-7038-3AC8-B37E2ED72836}"/>
                </a:ext>
              </a:extLst>
            </p:cNvPr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38">
              <a:extLst>
                <a:ext uri="{FF2B5EF4-FFF2-40B4-BE49-F238E27FC236}">
                  <a16:creationId xmlns:a16="http://schemas.microsoft.com/office/drawing/2014/main" id="{169C2C29-9323-3615-6753-9970F9B152D0}"/>
                </a:ext>
              </a:extLst>
            </p:cNvPr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38">
              <a:extLst>
                <a:ext uri="{FF2B5EF4-FFF2-40B4-BE49-F238E27FC236}">
                  <a16:creationId xmlns:a16="http://schemas.microsoft.com/office/drawing/2014/main" id="{9B05F8ED-17E6-10EE-D859-9D0CFFEC3037}"/>
                </a:ext>
              </a:extLst>
            </p:cNvPr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38">
              <a:extLst>
                <a:ext uri="{FF2B5EF4-FFF2-40B4-BE49-F238E27FC236}">
                  <a16:creationId xmlns:a16="http://schemas.microsoft.com/office/drawing/2014/main" id="{D0B03DBB-34D6-A3ED-FD8A-B90CC2229118}"/>
                </a:ext>
              </a:extLst>
            </p:cNvPr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38">
              <a:extLst>
                <a:ext uri="{FF2B5EF4-FFF2-40B4-BE49-F238E27FC236}">
                  <a16:creationId xmlns:a16="http://schemas.microsoft.com/office/drawing/2014/main" id="{D7385C6C-E079-8746-FEC7-FFDB0086C61C}"/>
                </a:ext>
              </a:extLst>
            </p:cNvPr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38">
              <a:extLst>
                <a:ext uri="{FF2B5EF4-FFF2-40B4-BE49-F238E27FC236}">
                  <a16:creationId xmlns:a16="http://schemas.microsoft.com/office/drawing/2014/main" id="{6C30EDC9-75BF-AA89-2D79-C85B57B625D2}"/>
                </a:ext>
              </a:extLst>
            </p:cNvPr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38">
              <a:extLst>
                <a:ext uri="{FF2B5EF4-FFF2-40B4-BE49-F238E27FC236}">
                  <a16:creationId xmlns:a16="http://schemas.microsoft.com/office/drawing/2014/main" id="{8D6F2338-328C-0D95-6DC6-5A2BCCA83015}"/>
                </a:ext>
              </a:extLst>
            </p:cNvPr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38">
              <a:extLst>
                <a:ext uri="{FF2B5EF4-FFF2-40B4-BE49-F238E27FC236}">
                  <a16:creationId xmlns:a16="http://schemas.microsoft.com/office/drawing/2014/main" id="{5B849780-1627-6A3E-3AE9-678A976B09F8}"/>
                </a:ext>
              </a:extLst>
            </p:cNvPr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38">
              <a:extLst>
                <a:ext uri="{FF2B5EF4-FFF2-40B4-BE49-F238E27FC236}">
                  <a16:creationId xmlns:a16="http://schemas.microsoft.com/office/drawing/2014/main" id="{76FC5552-3665-849E-7765-6EB8AEE2A8B6}"/>
                </a:ext>
              </a:extLst>
            </p:cNvPr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38">
              <a:extLst>
                <a:ext uri="{FF2B5EF4-FFF2-40B4-BE49-F238E27FC236}">
                  <a16:creationId xmlns:a16="http://schemas.microsoft.com/office/drawing/2014/main" id="{A87B4279-D6AF-187C-8B7D-A625EAE64F10}"/>
                </a:ext>
              </a:extLst>
            </p:cNvPr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38">
              <a:extLst>
                <a:ext uri="{FF2B5EF4-FFF2-40B4-BE49-F238E27FC236}">
                  <a16:creationId xmlns:a16="http://schemas.microsoft.com/office/drawing/2014/main" id="{15DAC23E-13C9-94FD-3372-2B55BE0A8CFB}"/>
                </a:ext>
              </a:extLst>
            </p:cNvPr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38">
              <a:extLst>
                <a:ext uri="{FF2B5EF4-FFF2-40B4-BE49-F238E27FC236}">
                  <a16:creationId xmlns:a16="http://schemas.microsoft.com/office/drawing/2014/main" id="{64ECE844-34A3-B274-5DC6-04E197F7FEAA}"/>
                </a:ext>
              </a:extLst>
            </p:cNvPr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38">
              <a:extLst>
                <a:ext uri="{FF2B5EF4-FFF2-40B4-BE49-F238E27FC236}">
                  <a16:creationId xmlns:a16="http://schemas.microsoft.com/office/drawing/2014/main" id="{FCCFC706-6C0F-6DD0-88CA-D181EA86050C}"/>
                </a:ext>
              </a:extLst>
            </p:cNvPr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38">
              <a:extLst>
                <a:ext uri="{FF2B5EF4-FFF2-40B4-BE49-F238E27FC236}">
                  <a16:creationId xmlns:a16="http://schemas.microsoft.com/office/drawing/2014/main" id="{FFB8D594-DF87-0247-8EEE-E4738998460A}"/>
                </a:ext>
              </a:extLst>
            </p:cNvPr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38">
              <a:extLst>
                <a:ext uri="{FF2B5EF4-FFF2-40B4-BE49-F238E27FC236}">
                  <a16:creationId xmlns:a16="http://schemas.microsoft.com/office/drawing/2014/main" id="{A4AE7BFB-9025-EC29-D32A-02BBE020345F}"/>
                </a:ext>
              </a:extLst>
            </p:cNvPr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38">
              <a:extLst>
                <a:ext uri="{FF2B5EF4-FFF2-40B4-BE49-F238E27FC236}">
                  <a16:creationId xmlns:a16="http://schemas.microsoft.com/office/drawing/2014/main" id="{034F5294-63D5-92A9-C3F6-D5B0CE459614}"/>
                </a:ext>
              </a:extLst>
            </p:cNvPr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38">
              <a:extLst>
                <a:ext uri="{FF2B5EF4-FFF2-40B4-BE49-F238E27FC236}">
                  <a16:creationId xmlns:a16="http://schemas.microsoft.com/office/drawing/2014/main" id="{41475B4F-753E-0365-4AF8-54EB7DB43199}"/>
                </a:ext>
              </a:extLst>
            </p:cNvPr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38">
              <a:extLst>
                <a:ext uri="{FF2B5EF4-FFF2-40B4-BE49-F238E27FC236}">
                  <a16:creationId xmlns:a16="http://schemas.microsoft.com/office/drawing/2014/main" id="{0C9AFA11-21A8-6ACF-F2B4-8C427C680BD2}"/>
                </a:ext>
              </a:extLst>
            </p:cNvPr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38">
              <a:extLst>
                <a:ext uri="{FF2B5EF4-FFF2-40B4-BE49-F238E27FC236}">
                  <a16:creationId xmlns:a16="http://schemas.microsoft.com/office/drawing/2014/main" id="{884F6E1A-FD33-FD68-360E-3F91703F4556}"/>
                </a:ext>
              </a:extLst>
            </p:cNvPr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38">
              <a:extLst>
                <a:ext uri="{FF2B5EF4-FFF2-40B4-BE49-F238E27FC236}">
                  <a16:creationId xmlns:a16="http://schemas.microsoft.com/office/drawing/2014/main" id="{F7B98BE1-7F0C-60A6-E2D8-FD5287A7A195}"/>
                </a:ext>
              </a:extLst>
            </p:cNvPr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38">
              <a:extLst>
                <a:ext uri="{FF2B5EF4-FFF2-40B4-BE49-F238E27FC236}">
                  <a16:creationId xmlns:a16="http://schemas.microsoft.com/office/drawing/2014/main" id="{17868421-405F-D983-E79A-89820B6A03EB}"/>
                </a:ext>
              </a:extLst>
            </p:cNvPr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38">
              <a:extLst>
                <a:ext uri="{FF2B5EF4-FFF2-40B4-BE49-F238E27FC236}">
                  <a16:creationId xmlns:a16="http://schemas.microsoft.com/office/drawing/2014/main" id="{9F5BD97F-5EAA-F4D8-A2DB-EBEEE8FCCE1B}"/>
                </a:ext>
              </a:extLst>
            </p:cNvPr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38">
              <a:extLst>
                <a:ext uri="{FF2B5EF4-FFF2-40B4-BE49-F238E27FC236}">
                  <a16:creationId xmlns:a16="http://schemas.microsoft.com/office/drawing/2014/main" id="{9B1ED483-91B7-C745-2D44-0C928071F64D}"/>
                </a:ext>
              </a:extLst>
            </p:cNvPr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38">
              <a:extLst>
                <a:ext uri="{FF2B5EF4-FFF2-40B4-BE49-F238E27FC236}">
                  <a16:creationId xmlns:a16="http://schemas.microsoft.com/office/drawing/2014/main" id="{1CD058C6-CB35-9BC6-355F-6D4787E0E501}"/>
                </a:ext>
              </a:extLst>
            </p:cNvPr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38">
              <a:extLst>
                <a:ext uri="{FF2B5EF4-FFF2-40B4-BE49-F238E27FC236}">
                  <a16:creationId xmlns:a16="http://schemas.microsoft.com/office/drawing/2014/main" id="{1C809A1D-364B-EDB6-A8B8-AF9DC74A3B44}"/>
                </a:ext>
              </a:extLst>
            </p:cNvPr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38">
              <a:extLst>
                <a:ext uri="{FF2B5EF4-FFF2-40B4-BE49-F238E27FC236}">
                  <a16:creationId xmlns:a16="http://schemas.microsoft.com/office/drawing/2014/main" id="{FF632F37-6B47-6E34-F41F-9C883D45AFB2}"/>
                </a:ext>
              </a:extLst>
            </p:cNvPr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38">
              <a:extLst>
                <a:ext uri="{FF2B5EF4-FFF2-40B4-BE49-F238E27FC236}">
                  <a16:creationId xmlns:a16="http://schemas.microsoft.com/office/drawing/2014/main" id="{2BCF51B1-B77C-5229-BDF3-C675C8683E68}"/>
                </a:ext>
              </a:extLst>
            </p:cNvPr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38">
              <a:extLst>
                <a:ext uri="{FF2B5EF4-FFF2-40B4-BE49-F238E27FC236}">
                  <a16:creationId xmlns:a16="http://schemas.microsoft.com/office/drawing/2014/main" id="{A7D7F518-5F1D-0A07-35BE-426D395C30BE}"/>
                </a:ext>
              </a:extLst>
            </p:cNvPr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1" name="Google Shape;4441;p38">
            <a:extLst>
              <a:ext uri="{FF2B5EF4-FFF2-40B4-BE49-F238E27FC236}">
                <a16:creationId xmlns:a16="http://schemas.microsoft.com/office/drawing/2014/main" id="{C5319AC5-D18D-E12D-38C5-B1D0F48DE800}"/>
              </a:ext>
            </a:extLst>
          </p:cNvPr>
          <p:cNvSpPr txBox="1"/>
          <p:nvPr/>
        </p:nvSpPr>
        <p:spPr>
          <a:xfrm>
            <a:off x="5178034" y="476986"/>
            <a:ext cx="2321697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latin typeface="Bodoni MT Black" panose="02070A03080606020203" pitchFamily="18" charset="0"/>
                <a:ea typeface="Fira Sans Medium"/>
                <a:cs typeface="Fira Sans Medium"/>
                <a:sym typeface="Fira Sans Medium"/>
              </a:rPr>
              <a:t>DATASETS</a:t>
            </a:r>
            <a:endParaRPr sz="2500" dirty="0">
              <a:latin typeface="Bodoni MT Black" panose="02070A03080606020203" pitchFamily="18" charset="0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4443" name="Google Shape;4443;p38">
            <a:extLst>
              <a:ext uri="{FF2B5EF4-FFF2-40B4-BE49-F238E27FC236}">
                <a16:creationId xmlns:a16="http://schemas.microsoft.com/office/drawing/2014/main" id="{E527C7DF-2097-080C-2480-A2F043791580}"/>
              </a:ext>
            </a:extLst>
          </p:cNvPr>
          <p:cNvSpPr txBox="1"/>
          <p:nvPr/>
        </p:nvSpPr>
        <p:spPr>
          <a:xfrm>
            <a:off x="1503934" y="640594"/>
            <a:ext cx="36741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 Heart Disease Dataset</a:t>
            </a:r>
            <a:endParaRPr sz="12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E9908A-7CD0-67DB-B6FE-EDDCB42C320A}"/>
              </a:ext>
            </a:extLst>
          </p:cNvPr>
          <p:cNvSpPr txBox="1"/>
          <p:nvPr/>
        </p:nvSpPr>
        <p:spPr>
          <a:xfrm>
            <a:off x="925438" y="1222518"/>
            <a:ext cx="27573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600" dirty="0">
                <a:latin typeface="Bahnschrift" panose="020B0502040204020203" pitchFamily="34" charset="0"/>
              </a:rPr>
              <a:t>It combines five famous heart datasets: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>
                <a:latin typeface="Bahnschrift" panose="020B0502040204020203" pitchFamily="34" charset="0"/>
              </a:rPr>
              <a:t>Cleveland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>
                <a:latin typeface="Bahnschrift" panose="020B0502040204020203" pitchFamily="34" charset="0"/>
              </a:rPr>
              <a:t>Hungarian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>
                <a:latin typeface="Bahnschrift" panose="020B0502040204020203" pitchFamily="34" charset="0"/>
              </a:rPr>
              <a:t>Switzerland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>
                <a:latin typeface="Bahnschrift" panose="020B0502040204020203" pitchFamily="34" charset="0"/>
              </a:rPr>
              <a:t>Long Beach VA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 err="1">
                <a:latin typeface="Bahnschrift" panose="020B0502040204020203" pitchFamily="34" charset="0"/>
              </a:rPr>
              <a:t>Statlog</a:t>
            </a:r>
            <a:r>
              <a:rPr lang="en-US" sz="1600" dirty="0">
                <a:latin typeface="Bahnschrift" panose="020B0502040204020203" pitchFamily="34" charset="0"/>
              </a:rPr>
              <a:t> Heart Dataset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D221B-8503-B8DC-28D2-F40454CC2818}"/>
              </a:ext>
            </a:extLst>
          </p:cNvPr>
          <p:cNvSpPr txBox="1"/>
          <p:nvPr/>
        </p:nvSpPr>
        <p:spPr>
          <a:xfrm>
            <a:off x="939160" y="3283817"/>
            <a:ext cx="240182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ahnschrift" panose="020B0502040204020203" pitchFamily="34" charset="0"/>
              </a:rPr>
              <a:t>Total: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>
                <a:latin typeface="Bahnschrift" panose="020B0502040204020203" pitchFamily="34" charset="0"/>
              </a:rPr>
              <a:t>1190 patients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>
                <a:latin typeface="Bahnschrift" panose="020B0502040204020203" pitchFamily="34" charset="0"/>
              </a:rPr>
              <a:t>11 features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1600" dirty="0">
                <a:latin typeface="Bahnschrift" panose="020B0502040204020203" pitchFamily="34" charset="0"/>
              </a:rPr>
              <a:t>Binary classification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06BDF0-891B-5409-A018-42EDEE8D5BDD}"/>
              </a:ext>
            </a:extLst>
          </p:cNvPr>
          <p:cNvSpPr txBox="1"/>
          <p:nvPr/>
        </p:nvSpPr>
        <p:spPr>
          <a:xfrm>
            <a:off x="6153322" y="1222518"/>
            <a:ext cx="25350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ahnschrift" panose="020B0502040204020203" pitchFamily="34" charset="0"/>
              </a:rPr>
              <a:t>Features</a:t>
            </a:r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The 11 features include: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Age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Sex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Chest Pain Type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Blood Pressure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Cholesterol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Fasting Blood Sugar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ECG Results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Maximum Heart Rate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Exercise Angina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 err="1">
                <a:latin typeface="Bahnschrift" panose="020B0502040204020203" pitchFamily="34" charset="0"/>
              </a:rPr>
              <a:t>Oldpeak</a:t>
            </a:r>
            <a:r>
              <a:rPr lang="en-US" dirty="0">
                <a:latin typeface="Bahnschrift" panose="020B0502040204020203" pitchFamily="34" charset="0"/>
              </a:rPr>
              <a:t> (ST depression)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ST Slope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Target:</a:t>
            </a:r>
          </a:p>
          <a:p>
            <a:r>
              <a:rPr lang="en-US" dirty="0">
                <a:latin typeface="Bahnschrift" panose="020B0502040204020203" pitchFamily="34" charset="0"/>
              </a:rPr>
              <a:t>Heart Disease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5B661-92CF-847C-4BBA-E5808922FDC2}"/>
              </a:ext>
            </a:extLst>
          </p:cNvPr>
          <p:cNvSpPr txBox="1"/>
          <p:nvPr/>
        </p:nvSpPr>
        <p:spPr>
          <a:xfrm>
            <a:off x="8508206" y="4693444"/>
            <a:ext cx="514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18330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6">
          <a:extLst>
            <a:ext uri="{FF2B5EF4-FFF2-40B4-BE49-F238E27FC236}">
              <a16:creationId xmlns:a16="http://schemas.microsoft.com/office/drawing/2014/main" id="{71AEB842-9579-A65B-CC14-671BE04E5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9" name="Google Shape;3929;p38">
            <a:extLst>
              <a:ext uri="{FF2B5EF4-FFF2-40B4-BE49-F238E27FC236}">
                <a16:creationId xmlns:a16="http://schemas.microsoft.com/office/drawing/2014/main" id="{85CEDBDB-FB2C-28A4-5341-F29E2CC4D9C7}"/>
              </a:ext>
            </a:extLst>
          </p:cNvPr>
          <p:cNvSpPr/>
          <p:nvPr/>
        </p:nvSpPr>
        <p:spPr>
          <a:xfrm>
            <a:off x="3976265" y="926844"/>
            <a:ext cx="645674" cy="646719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0" name="Google Shape;3930;p38">
            <a:extLst>
              <a:ext uri="{FF2B5EF4-FFF2-40B4-BE49-F238E27FC236}">
                <a16:creationId xmlns:a16="http://schemas.microsoft.com/office/drawing/2014/main" id="{9E71F515-C44A-3E6E-2480-689A9CEE83A9}"/>
              </a:ext>
            </a:extLst>
          </p:cNvPr>
          <p:cNvSpPr/>
          <p:nvPr/>
        </p:nvSpPr>
        <p:spPr>
          <a:xfrm>
            <a:off x="1087878" y="672094"/>
            <a:ext cx="3345198" cy="878991"/>
          </a:xfrm>
          <a:custGeom>
            <a:avLst/>
            <a:gdLst/>
            <a:ahLst/>
            <a:cxnLst/>
            <a:rect l="l" t="t" r="r" b="b"/>
            <a:pathLst>
              <a:path w="143652" h="19066" extrusionOk="0">
                <a:moveTo>
                  <a:pt x="9533" y="1"/>
                </a:moveTo>
                <a:cubicBezTo>
                  <a:pt x="4276" y="1"/>
                  <a:pt x="1" y="4276"/>
                  <a:pt x="1" y="9533"/>
                </a:cubicBezTo>
                <a:cubicBezTo>
                  <a:pt x="1" y="14758"/>
                  <a:pt x="4276" y="19065"/>
                  <a:pt x="9533" y="19065"/>
                </a:cubicBezTo>
                <a:lnTo>
                  <a:pt x="134119" y="19065"/>
                </a:lnTo>
                <a:cubicBezTo>
                  <a:pt x="139345" y="19065"/>
                  <a:pt x="143652" y="14758"/>
                  <a:pt x="143652" y="9533"/>
                </a:cubicBezTo>
                <a:cubicBezTo>
                  <a:pt x="143652" y="4276"/>
                  <a:pt x="139345" y="1"/>
                  <a:pt x="134119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1" name="Google Shape;3931;p38">
            <a:extLst>
              <a:ext uri="{FF2B5EF4-FFF2-40B4-BE49-F238E27FC236}">
                <a16:creationId xmlns:a16="http://schemas.microsoft.com/office/drawing/2014/main" id="{61274EF6-60C7-3E28-AD56-E28144E46B4B}"/>
              </a:ext>
            </a:extLst>
          </p:cNvPr>
          <p:cNvSpPr/>
          <p:nvPr/>
        </p:nvSpPr>
        <p:spPr>
          <a:xfrm>
            <a:off x="834441" y="689784"/>
            <a:ext cx="888220" cy="880158"/>
          </a:xfrm>
          <a:custGeom>
            <a:avLst/>
            <a:gdLst/>
            <a:ahLst/>
            <a:cxnLst/>
            <a:rect l="l" t="t" r="r" b="b"/>
            <a:pathLst>
              <a:path w="19066" h="19066" extrusionOk="0">
                <a:moveTo>
                  <a:pt x="9533" y="1"/>
                </a:moveTo>
                <a:cubicBezTo>
                  <a:pt x="4276" y="1"/>
                  <a:pt x="1" y="4244"/>
                  <a:pt x="1" y="9533"/>
                </a:cubicBezTo>
                <a:cubicBezTo>
                  <a:pt x="1" y="14790"/>
                  <a:pt x="4276" y="19065"/>
                  <a:pt x="9533" y="19065"/>
                </a:cubicBezTo>
                <a:cubicBezTo>
                  <a:pt x="14790" y="19065"/>
                  <a:pt x="19065" y="14790"/>
                  <a:pt x="19065" y="9533"/>
                </a:cubicBezTo>
                <a:cubicBezTo>
                  <a:pt x="19065" y="4244"/>
                  <a:pt x="14790" y="1"/>
                  <a:pt x="9533" y="1"/>
                </a:cubicBez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sz="25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2" name="Google Shape;3932;p38">
            <a:extLst>
              <a:ext uri="{FF2B5EF4-FFF2-40B4-BE49-F238E27FC236}">
                <a16:creationId xmlns:a16="http://schemas.microsoft.com/office/drawing/2014/main" id="{DFE7D1E9-C7FE-E62E-C7C3-326C922BD5D5}"/>
              </a:ext>
            </a:extLst>
          </p:cNvPr>
          <p:cNvSpPr/>
          <p:nvPr/>
        </p:nvSpPr>
        <p:spPr>
          <a:xfrm>
            <a:off x="834442" y="672094"/>
            <a:ext cx="905610" cy="913765"/>
          </a:xfrm>
          <a:custGeom>
            <a:avLst/>
            <a:gdLst/>
            <a:ahLst/>
            <a:cxnLst/>
            <a:rect l="l" t="t" r="r" b="b"/>
            <a:pathLst>
              <a:path w="19762" h="19794" extrusionOk="0">
                <a:moveTo>
                  <a:pt x="9881" y="697"/>
                </a:moveTo>
                <a:cubicBezTo>
                  <a:pt x="14948" y="697"/>
                  <a:pt x="19065" y="4846"/>
                  <a:pt x="19065" y="9913"/>
                </a:cubicBezTo>
                <a:cubicBezTo>
                  <a:pt x="19065" y="14980"/>
                  <a:pt x="14948" y="19097"/>
                  <a:pt x="9881" y="19097"/>
                </a:cubicBezTo>
                <a:cubicBezTo>
                  <a:pt x="4814" y="19097"/>
                  <a:pt x="697" y="14980"/>
                  <a:pt x="697" y="9913"/>
                </a:cubicBezTo>
                <a:cubicBezTo>
                  <a:pt x="697" y="4846"/>
                  <a:pt x="4814" y="697"/>
                  <a:pt x="9881" y="697"/>
                </a:cubicBezTo>
                <a:close/>
                <a:moveTo>
                  <a:pt x="9881" y="1"/>
                </a:moveTo>
                <a:cubicBezTo>
                  <a:pt x="7252" y="1"/>
                  <a:pt x="4751" y="1046"/>
                  <a:pt x="2882" y="2914"/>
                </a:cubicBezTo>
                <a:cubicBezTo>
                  <a:pt x="1014" y="4783"/>
                  <a:pt x="0" y="7253"/>
                  <a:pt x="0" y="9913"/>
                </a:cubicBezTo>
                <a:cubicBezTo>
                  <a:pt x="0" y="12541"/>
                  <a:pt x="1014" y="15043"/>
                  <a:pt x="2882" y="16912"/>
                </a:cubicBezTo>
                <a:cubicBezTo>
                  <a:pt x="4751" y="18780"/>
                  <a:pt x="7252" y="19794"/>
                  <a:pt x="9881" y="19794"/>
                </a:cubicBezTo>
                <a:cubicBezTo>
                  <a:pt x="12541" y="19794"/>
                  <a:pt x="15011" y="18780"/>
                  <a:pt x="16880" y="16912"/>
                </a:cubicBezTo>
                <a:cubicBezTo>
                  <a:pt x="18748" y="15043"/>
                  <a:pt x="19762" y="12541"/>
                  <a:pt x="19762" y="9913"/>
                </a:cubicBezTo>
                <a:cubicBezTo>
                  <a:pt x="19762" y="7253"/>
                  <a:pt x="18748" y="4783"/>
                  <a:pt x="16880" y="2914"/>
                </a:cubicBezTo>
                <a:cubicBezTo>
                  <a:pt x="15011" y="1046"/>
                  <a:pt x="12541" y="1"/>
                  <a:pt x="9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6" name="Google Shape;3946;p38">
            <a:extLst>
              <a:ext uri="{FF2B5EF4-FFF2-40B4-BE49-F238E27FC236}">
                <a16:creationId xmlns:a16="http://schemas.microsoft.com/office/drawing/2014/main" id="{08602817-635E-9A40-CFA1-986FAA2BB19E}"/>
              </a:ext>
            </a:extLst>
          </p:cNvPr>
          <p:cNvSpPr/>
          <p:nvPr/>
        </p:nvSpPr>
        <p:spPr>
          <a:xfrm>
            <a:off x="6363438" y="1737657"/>
            <a:ext cx="133500" cy="133533"/>
          </a:xfrm>
          <a:custGeom>
            <a:avLst/>
            <a:gdLst/>
            <a:ahLst/>
            <a:cxnLst/>
            <a:rect l="l" t="t" r="r" b="b"/>
            <a:pathLst>
              <a:path w="4086" h="4087" extrusionOk="0">
                <a:moveTo>
                  <a:pt x="2027" y="1"/>
                </a:moveTo>
                <a:cubicBezTo>
                  <a:pt x="919" y="1"/>
                  <a:pt x="0" y="919"/>
                  <a:pt x="0" y="2028"/>
                </a:cubicBezTo>
                <a:cubicBezTo>
                  <a:pt x="0" y="3168"/>
                  <a:pt x="919" y="4086"/>
                  <a:pt x="2027" y="4086"/>
                </a:cubicBezTo>
                <a:cubicBezTo>
                  <a:pt x="3167" y="4086"/>
                  <a:pt x="4086" y="3168"/>
                  <a:pt x="4086" y="2028"/>
                </a:cubicBezTo>
                <a:cubicBezTo>
                  <a:pt x="4086" y="919"/>
                  <a:pt x="3167" y="1"/>
                  <a:pt x="2027" y="1"/>
                </a:cubicBezTo>
                <a:close/>
              </a:path>
            </a:pathLst>
          </a:cu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9" name="Google Shape;3949;p38">
            <a:extLst>
              <a:ext uri="{FF2B5EF4-FFF2-40B4-BE49-F238E27FC236}">
                <a16:creationId xmlns:a16="http://schemas.microsoft.com/office/drawing/2014/main" id="{6C84EFB7-6EC6-68AA-FEF3-CF1DB3C0D08D}"/>
              </a:ext>
            </a:extLst>
          </p:cNvPr>
          <p:cNvSpPr/>
          <p:nvPr/>
        </p:nvSpPr>
        <p:spPr>
          <a:xfrm>
            <a:off x="4522062" y="1049449"/>
            <a:ext cx="1974876" cy="765005"/>
          </a:xfrm>
          <a:custGeom>
            <a:avLst/>
            <a:gdLst/>
            <a:ahLst/>
            <a:cxnLst/>
            <a:rect l="l" t="t" r="r" b="b"/>
            <a:pathLst>
              <a:path w="28883" h="26856" extrusionOk="0">
                <a:moveTo>
                  <a:pt x="0" y="0"/>
                </a:moveTo>
                <a:lnTo>
                  <a:pt x="0" y="349"/>
                </a:lnTo>
                <a:lnTo>
                  <a:pt x="10514" y="349"/>
                </a:lnTo>
                <a:lnTo>
                  <a:pt x="28661" y="26856"/>
                </a:lnTo>
                <a:lnTo>
                  <a:pt x="28882" y="26539"/>
                </a:lnTo>
                <a:lnTo>
                  <a:pt x="10673" y="32"/>
                </a:lnTo>
                <a:lnTo>
                  <a:pt x="10609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2" name="Google Shape;3952;p38">
            <a:extLst>
              <a:ext uri="{FF2B5EF4-FFF2-40B4-BE49-F238E27FC236}">
                <a16:creationId xmlns:a16="http://schemas.microsoft.com/office/drawing/2014/main" id="{C248B4EB-4813-283E-CF43-064BE39EA3C9}"/>
              </a:ext>
            </a:extLst>
          </p:cNvPr>
          <p:cNvGrpSpPr/>
          <p:nvPr/>
        </p:nvGrpSpPr>
        <p:grpSpPr>
          <a:xfrm>
            <a:off x="6116173" y="1556666"/>
            <a:ext cx="2561509" cy="2860289"/>
            <a:chOff x="457208" y="1168980"/>
            <a:chExt cx="2230878" cy="3186908"/>
          </a:xfrm>
        </p:grpSpPr>
        <p:sp>
          <p:nvSpPr>
            <p:cNvPr id="3953" name="Google Shape;3953;p38">
              <a:extLst>
                <a:ext uri="{FF2B5EF4-FFF2-40B4-BE49-F238E27FC236}">
                  <a16:creationId xmlns:a16="http://schemas.microsoft.com/office/drawing/2014/main" id="{696B5647-1D58-F243-655F-4DFFD5F302BC}"/>
                </a:ext>
              </a:extLst>
            </p:cNvPr>
            <p:cNvSpPr/>
            <p:nvPr/>
          </p:nvSpPr>
          <p:spPr>
            <a:xfrm>
              <a:off x="1574706" y="1500083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79"/>
                  </a:lnTo>
                  <a:lnTo>
                    <a:pt x="0" y="67233"/>
                  </a:lnTo>
                  <a:lnTo>
                    <a:pt x="16025" y="57986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38">
              <a:extLst>
                <a:ext uri="{FF2B5EF4-FFF2-40B4-BE49-F238E27FC236}">
                  <a16:creationId xmlns:a16="http://schemas.microsoft.com/office/drawing/2014/main" id="{4C2462A5-CDD1-2268-163B-45B5D664D0E3}"/>
                </a:ext>
              </a:extLst>
            </p:cNvPr>
            <p:cNvSpPr/>
            <p:nvPr/>
          </p:nvSpPr>
          <p:spPr>
            <a:xfrm>
              <a:off x="1006661" y="1475252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6" y="67993"/>
                  </a:lnTo>
                  <a:lnTo>
                    <a:pt x="17386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38">
              <a:extLst>
                <a:ext uri="{FF2B5EF4-FFF2-40B4-BE49-F238E27FC236}">
                  <a16:creationId xmlns:a16="http://schemas.microsoft.com/office/drawing/2014/main" id="{5209CEC6-0143-13ED-D74C-38FCC42633DB}"/>
                </a:ext>
              </a:extLst>
            </p:cNvPr>
            <p:cNvSpPr/>
            <p:nvPr/>
          </p:nvSpPr>
          <p:spPr>
            <a:xfrm>
              <a:off x="1031493" y="1579151"/>
              <a:ext cx="519427" cy="2103129"/>
            </a:xfrm>
            <a:custGeom>
              <a:avLst/>
              <a:gdLst/>
              <a:ahLst/>
              <a:cxnLst/>
              <a:rect l="l" t="t" r="r" b="b"/>
              <a:pathLst>
                <a:path w="15898" h="64370" extrusionOk="0">
                  <a:moveTo>
                    <a:pt x="302" y="1"/>
                  </a:moveTo>
                  <a:cubicBezTo>
                    <a:pt x="127" y="1"/>
                    <a:pt x="0" y="152"/>
                    <a:pt x="0" y="399"/>
                  </a:cubicBezTo>
                  <a:lnTo>
                    <a:pt x="0" y="55218"/>
                  </a:lnTo>
                  <a:lnTo>
                    <a:pt x="15898" y="64370"/>
                  </a:lnTo>
                  <a:lnTo>
                    <a:pt x="15898" y="9583"/>
                  </a:lnTo>
                  <a:cubicBezTo>
                    <a:pt x="15898" y="9234"/>
                    <a:pt x="15645" y="8791"/>
                    <a:pt x="15360" y="8633"/>
                  </a:cubicBezTo>
                  <a:lnTo>
                    <a:pt x="538" y="82"/>
                  </a:lnTo>
                  <a:cubicBezTo>
                    <a:pt x="455" y="26"/>
                    <a:pt x="375" y="1"/>
                    <a:pt x="30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38">
              <a:extLst>
                <a:ext uri="{FF2B5EF4-FFF2-40B4-BE49-F238E27FC236}">
                  <a16:creationId xmlns:a16="http://schemas.microsoft.com/office/drawing/2014/main" id="{B068A4C8-4DD8-97AF-DB02-A5938FE31BA5}"/>
                </a:ext>
              </a:extLst>
            </p:cNvPr>
            <p:cNvSpPr/>
            <p:nvPr/>
          </p:nvSpPr>
          <p:spPr>
            <a:xfrm>
              <a:off x="1047012" y="1606073"/>
              <a:ext cx="488389" cy="388182"/>
            </a:xfrm>
            <a:custGeom>
              <a:avLst/>
              <a:gdLst/>
              <a:ahLst/>
              <a:cxnLst/>
              <a:rect l="l" t="t" r="r" b="b"/>
              <a:pathLst>
                <a:path w="14948" h="11881" extrusionOk="0">
                  <a:moveTo>
                    <a:pt x="256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3"/>
                    <a:pt x="444" y="3692"/>
                  </a:cubicBezTo>
                  <a:lnTo>
                    <a:pt x="14505" y="11831"/>
                  </a:lnTo>
                  <a:cubicBezTo>
                    <a:pt x="14572" y="11864"/>
                    <a:pt x="14636" y="11880"/>
                    <a:pt x="14692" y="11880"/>
                  </a:cubicBezTo>
                  <a:cubicBezTo>
                    <a:pt x="14846" y="11880"/>
                    <a:pt x="14948" y="11763"/>
                    <a:pt x="14948" y="11577"/>
                  </a:cubicBezTo>
                  <a:lnTo>
                    <a:pt x="14948" y="8949"/>
                  </a:lnTo>
                  <a:cubicBezTo>
                    <a:pt x="14948" y="8664"/>
                    <a:pt x="14758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0"/>
                    <a:pt x="256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38">
              <a:extLst>
                <a:ext uri="{FF2B5EF4-FFF2-40B4-BE49-F238E27FC236}">
                  <a16:creationId xmlns:a16="http://schemas.microsoft.com/office/drawing/2014/main" id="{3F245753-4992-1270-2A99-4E8EA491FF89}"/>
                </a:ext>
              </a:extLst>
            </p:cNvPr>
            <p:cNvSpPr/>
            <p:nvPr/>
          </p:nvSpPr>
          <p:spPr>
            <a:xfrm>
              <a:off x="1071843" y="164286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38">
              <a:extLst>
                <a:ext uri="{FF2B5EF4-FFF2-40B4-BE49-F238E27FC236}">
                  <a16:creationId xmlns:a16="http://schemas.microsoft.com/office/drawing/2014/main" id="{BD640A12-88E8-0EC8-0232-6A8E258AA19C}"/>
                </a:ext>
              </a:extLst>
            </p:cNvPr>
            <p:cNvSpPr/>
            <p:nvPr/>
          </p:nvSpPr>
          <p:spPr>
            <a:xfrm>
              <a:off x="1071843" y="166975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38">
              <a:extLst>
                <a:ext uri="{FF2B5EF4-FFF2-40B4-BE49-F238E27FC236}">
                  <a16:creationId xmlns:a16="http://schemas.microsoft.com/office/drawing/2014/main" id="{72031571-830B-D660-E744-ACD01C59C266}"/>
                </a:ext>
              </a:extLst>
            </p:cNvPr>
            <p:cNvSpPr/>
            <p:nvPr/>
          </p:nvSpPr>
          <p:spPr>
            <a:xfrm>
              <a:off x="1071843" y="169562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38">
              <a:extLst>
                <a:ext uri="{FF2B5EF4-FFF2-40B4-BE49-F238E27FC236}">
                  <a16:creationId xmlns:a16="http://schemas.microsoft.com/office/drawing/2014/main" id="{C5602EAF-C2E3-0ADE-5F08-AEF5A874EE1F}"/>
                </a:ext>
              </a:extLst>
            </p:cNvPr>
            <p:cNvSpPr/>
            <p:nvPr/>
          </p:nvSpPr>
          <p:spPr>
            <a:xfrm>
              <a:off x="1380173" y="1844452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38">
              <a:extLst>
                <a:ext uri="{FF2B5EF4-FFF2-40B4-BE49-F238E27FC236}">
                  <a16:creationId xmlns:a16="http://schemas.microsoft.com/office/drawing/2014/main" id="{23695C00-8239-3CE1-29D8-4466264E0310}"/>
                </a:ext>
              </a:extLst>
            </p:cNvPr>
            <p:cNvSpPr/>
            <p:nvPr/>
          </p:nvSpPr>
          <p:spPr>
            <a:xfrm>
              <a:off x="1427777" y="1872386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38">
              <a:extLst>
                <a:ext uri="{FF2B5EF4-FFF2-40B4-BE49-F238E27FC236}">
                  <a16:creationId xmlns:a16="http://schemas.microsoft.com/office/drawing/2014/main" id="{D805E1F1-D32D-EA9C-E3D6-CDDAE34DB497}"/>
                </a:ext>
              </a:extLst>
            </p:cNvPr>
            <p:cNvSpPr/>
            <p:nvPr/>
          </p:nvSpPr>
          <p:spPr>
            <a:xfrm>
              <a:off x="1476394" y="1900125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70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38">
              <a:extLst>
                <a:ext uri="{FF2B5EF4-FFF2-40B4-BE49-F238E27FC236}">
                  <a16:creationId xmlns:a16="http://schemas.microsoft.com/office/drawing/2014/main" id="{9A5793E6-C2A6-F1E9-63A6-F4C53A5E3474}"/>
                </a:ext>
              </a:extLst>
            </p:cNvPr>
            <p:cNvSpPr/>
            <p:nvPr/>
          </p:nvSpPr>
          <p:spPr>
            <a:xfrm>
              <a:off x="1047012" y="174453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2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3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38">
              <a:extLst>
                <a:ext uri="{FF2B5EF4-FFF2-40B4-BE49-F238E27FC236}">
                  <a16:creationId xmlns:a16="http://schemas.microsoft.com/office/drawing/2014/main" id="{03470FB3-DA81-402F-EBCE-44BDC58AB8C4}"/>
                </a:ext>
              </a:extLst>
            </p:cNvPr>
            <p:cNvSpPr/>
            <p:nvPr/>
          </p:nvSpPr>
          <p:spPr>
            <a:xfrm>
              <a:off x="1071843" y="17815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38">
              <a:extLst>
                <a:ext uri="{FF2B5EF4-FFF2-40B4-BE49-F238E27FC236}">
                  <a16:creationId xmlns:a16="http://schemas.microsoft.com/office/drawing/2014/main" id="{2825E9D8-8CFB-5ECC-8CBE-E8DBD1755BF5}"/>
                </a:ext>
              </a:extLst>
            </p:cNvPr>
            <p:cNvSpPr/>
            <p:nvPr/>
          </p:nvSpPr>
          <p:spPr>
            <a:xfrm>
              <a:off x="1071843" y="180736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38">
              <a:extLst>
                <a:ext uri="{FF2B5EF4-FFF2-40B4-BE49-F238E27FC236}">
                  <a16:creationId xmlns:a16="http://schemas.microsoft.com/office/drawing/2014/main" id="{BEA3FF20-89D1-A294-E446-1F036ED736B5}"/>
                </a:ext>
              </a:extLst>
            </p:cNvPr>
            <p:cNvSpPr/>
            <p:nvPr/>
          </p:nvSpPr>
          <p:spPr>
            <a:xfrm>
              <a:off x="1071843" y="18342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38">
              <a:extLst>
                <a:ext uri="{FF2B5EF4-FFF2-40B4-BE49-F238E27FC236}">
                  <a16:creationId xmlns:a16="http://schemas.microsoft.com/office/drawing/2014/main" id="{128D0C13-7633-5AAC-42D4-298FF5C155A5}"/>
                </a:ext>
              </a:extLst>
            </p:cNvPr>
            <p:cNvSpPr/>
            <p:nvPr/>
          </p:nvSpPr>
          <p:spPr>
            <a:xfrm>
              <a:off x="1380173" y="198308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38">
              <a:extLst>
                <a:ext uri="{FF2B5EF4-FFF2-40B4-BE49-F238E27FC236}">
                  <a16:creationId xmlns:a16="http://schemas.microsoft.com/office/drawing/2014/main" id="{309A3996-A598-0AD0-0D96-6F8DD5728473}"/>
                </a:ext>
              </a:extLst>
            </p:cNvPr>
            <p:cNvSpPr/>
            <p:nvPr/>
          </p:nvSpPr>
          <p:spPr>
            <a:xfrm>
              <a:off x="1427777" y="201085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4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38">
              <a:extLst>
                <a:ext uri="{FF2B5EF4-FFF2-40B4-BE49-F238E27FC236}">
                  <a16:creationId xmlns:a16="http://schemas.microsoft.com/office/drawing/2014/main" id="{01AD6298-5361-12D9-1287-E58AD689F4AF}"/>
                </a:ext>
              </a:extLst>
            </p:cNvPr>
            <p:cNvSpPr/>
            <p:nvPr/>
          </p:nvSpPr>
          <p:spPr>
            <a:xfrm>
              <a:off x="1475381" y="203852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1" y="1"/>
                    <a:pt x="152" y="7"/>
                    <a:pt x="127" y="20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5"/>
                  </a:cubicBezTo>
                  <a:cubicBezTo>
                    <a:pt x="501" y="102"/>
                    <a:pt x="338" y="1"/>
                    <a:pt x="21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38">
              <a:extLst>
                <a:ext uri="{FF2B5EF4-FFF2-40B4-BE49-F238E27FC236}">
                  <a16:creationId xmlns:a16="http://schemas.microsoft.com/office/drawing/2014/main" id="{171A0FC1-C3C3-9EFB-D92E-2B9CE1CB93A4}"/>
                </a:ext>
              </a:extLst>
            </p:cNvPr>
            <p:cNvSpPr/>
            <p:nvPr/>
          </p:nvSpPr>
          <p:spPr>
            <a:xfrm>
              <a:off x="1047012" y="1883168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40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4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38">
              <a:extLst>
                <a:ext uri="{FF2B5EF4-FFF2-40B4-BE49-F238E27FC236}">
                  <a16:creationId xmlns:a16="http://schemas.microsoft.com/office/drawing/2014/main" id="{A15080F7-CB8C-C44D-E7DA-C35D42A2C8A4}"/>
                </a:ext>
              </a:extLst>
            </p:cNvPr>
            <p:cNvSpPr/>
            <p:nvPr/>
          </p:nvSpPr>
          <p:spPr>
            <a:xfrm>
              <a:off x="1071843" y="192015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38">
              <a:extLst>
                <a:ext uri="{FF2B5EF4-FFF2-40B4-BE49-F238E27FC236}">
                  <a16:creationId xmlns:a16="http://schemas.microsoft.com/office/drawing/2014/main" id="{806EC6AC-A5D1-7CD9-05DB-E3A7B4208448}"/>
                </a:ext>
              </a:extLst>
            </p:cNvPr>
            <p:cNvSpPr/>
            <p:nvPr/>
          </p:nvSpPr>
          <p:spPr>
            <a:xfrm>
              <a:off x="1071843" y="194603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38">
              <a:extLst>
                <a:ext uri="{FF2B5EF4-FFF2-40B4-BE49-F238E27FC236}">
                  <a16:creationId xmlns:a16="http://schemas.microsoft.com/office/drawing/2014/main" id="{98FCA0D2-B816-9767-4133-A23CDE1BEFD7}"/>
                </a:ext>
              </a:extLst>
            </p:cNvPr>
            <p:cNvSpPr/>
            <p:nvPr/>
          </p:nvSpPr>
          <p:spPr>
            <a:xfrm>
              <a:off x="1071843" y="197292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38">
              <a:extLst>
                <a:ext uri="{FF2B5EF4-FFF2-40B4-BE49-F238E27FC236}">
                  <a16:creationId xmlns:a16="http://schemas.microsoft.com/office/drawing/2014/main" id="{C597C15D-1586-A239-B2F7-7EA484CF70B2}"/>
                </a:ext>
              </a:extLst>
            </p:cNvPr>
            <p:cNvSpPr/>
            <p:nvPr/>
          </p:nvSpPr>
          <p:spPr>
            <a:xfrm>
              <a:off x="1379128" y="212138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6"/>
                  </a:cubicBezTo>
                  <a:cubicBezTo>
                    <a:pt x="229" y="758"/>
                    <a:pt x="391" y="860"/>
                    <a:pt x="517" y="860"/>
                  </a:cubicBezTo>
                  <a:cubicBezTo>
                    <a:pt x="548" y="860"/>
                    <a:pt x="577" y="853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38">
              <a:extLst>
                <a:ext uri="{FF2B5EF4-FFF2-40B4-BE49-F238E27FC236}">
                  <a16:creationId xmlns:a16="http://schemas.microsoft.com/office/drawing/2014/main" id="{B11ACE88-DB29-6317-7AB7-F9440131F8FF}"/>
                </a:ext>
              </a:extLst>
            </p:cNvPr>
            <p:cNvSpPr/>
            <p:nvPr/>
          </p:nvSpPr>
          <p:spPr>
            <a:xfrm>
              <a:off x="1427777" y="2149057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87" y="0"/>
                  </a:moveTo>
                  <a:cubicBezTo>
                    <a:pt x="77" y="0"/>
                    <a:pt x="0" y="93"/>
                    <a:pt x="0" y="247"/>
                  </a:cubicBezTo>
                  <a:cubicBezTo>
                    <a:pt x="0" y="469"/>
                    <a:pt x="159" y="722"/>
                    <a:pt x="349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5"/>
                    <a:pt x="539" y="152"/>
                    <a:pt x="349" y="57"/>
                  </a:cubicBezTo>
                  <a:cubicBezTo>
                    <a:pt x="291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38">
              <a:extLst>
                <a:ext uri="{FF2B5EF4-FFF2-40B4-BE49-F238E27FC236}">
                  <a16:creationId xmlns:a16="http://schemas.microsoft.com/office/drawing/2014/main" id="{7D03A6FE-F4DE-A9D8-A438-DE10AA3BCB29}"/>
                </a:ext>
              </a:extLst>
            </p:cNvPr>
            <p:cNvSpPr/>
            <p:nvPr/>
          </p:nvSpPr>
          <p:spPr>
            <a:xfrm>
              <a:off x="1475381" y="217676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38">
              <a:extLst>
                <a:ext uri="{FF2B5EF4-FFF2-40B4-BE49-F238E27FC236}">
                  <a16:creationId xmlns:a16="http://schemas.microsoft.com/office/drawing/2014/main" id="{0DB6EDBC-6E5F-A4AC-6BB8-C344C6B17955}"/>
                </a:ext>
              </a:extLst>
            </p:cNvPr>
            <p:cNvSpPr/>
            <p:nvPr/>
          </p:nvSpPr>
          <p:spPr>
            <a:xfrm>
              <a:off x="1047012" y="202137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70"/>
                  </a:lnTo>
                  <a:cubicBezTo>
                    <a:pt x="368" y="22"/>
                    <a:pt x="298" y="1"/>
                    <a:pt x="238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38">
              <a:extLst>
                <a:ext uri="{FF2B5EF4-FFF2-40B4-BE49-F238E27FC236}">
                  <a16:creationId xmlns:a16="http://schemas.microsoft.com/office/drawing/2014/main" id="{6EA10338-9F9A-CDB5-19C2-3315535C5DEA}"/>
                </a:ext>
              </a:extLst>
            </p:cNvPr>
            <p:cNvSpPr/>
            <p:nvPr/>
          </p:nvSpPr>
          <p:spPr>
            <a:xfrm>
              <a:off x="1071843" y="205777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38">
              <a:extLst>
                <a:ext uri="{FF2B5EF4-FFF2-40B4-BE49-F238E27FC236}">
                  <a16:creationId xmlns:a16="http://schemas.microsoft.com/office/drawing/2014/main" id="{95EBA272-4F89-ACFB-CBF4-D59782D6AEB2}"/>
                </a:ext>
              </a:extLst>
            </p:cNvPr>
            <p:cNvSpPr/>
            <p:nvPr/>
          </p:nvSpPr>
          <p:spPr>
            <a:xfrm>
              <a:off x="1071843" y="20846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38">
              <a:extLst>
                <a:ext uri="{FF2B5EF4-FFF2-40B4-BE49-F238E27FC236}">
                  <a16:creationId xmlns:a16="http://schemas.microsoft.com/office/drawing/2014/main" id="{AB75D24C-6D8B-D0A1-5BAF-94348B048F2A}"/>
                </a:ext>
              </a:extLst>
            </p:cNvPr>
            <p:cNvSpPr/>
            <p:nvPr/>
          </p:nvSpPr>
          <p:spPr>
            <a:xfrm>
              <a:off x="1071843" y="2110536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38">
              <a:extLst>
                <a:ext uri="{FF2B5EF4-FFF2-40B4-BE49-F238E27FC236}">
                  <a16:creationId xmlns:a16="http://schemas.microsoft.com/office/drawing/2014/main" id="{8F4AA97A-DA5D-CF9E-35D9-06234819588B}"/>
                </a:ext>
              </a:extLst>
            </p:cNvPr>
            <p:cNvSpPr/>
            <p:nvPr/>
          </p:nvSpPr>
          <p:spPr>
            <a:xfrm>
              <a:off x="1379128" y="225955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38">
              <a:extLst>
                <a:ext uri="{FF2B5EF4-FFF2-40B4-BE49-F238E27FC236}">
                  <a16:creationId xmlns:a16="http://schemas.microsoft.com/office/drawing/2014/main" id="{3413B207-DDA9-E196-F3CA-7E35E277108F}"/>
                </a:ext>
              </a:extLst>
            </p:cNvPr>
            <p:cNvSpPr/>
            <p:nvPr/>
          </p:nvSpPr>
          <p:spPr>
            <a:xfrm>
              <a:off x="1426732" y="228745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50"/>
                    <a:pt x="127" y="571"/>
                  </a:cubicBezTo>
                  <a:cubicBezTo>
                    <a:pt x="232" y="754"/>
                    <a:pt x="401" y="873"/>
                    <a:pt x="529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9" y="761"/>
                    <a:pt x="729" y="540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38">
              <a:extLst>
                <a:ext uri="{FF2B5EF4-FFF2-40B4-BE49-F238E27FC236}">
                  <a16:creationId xmlns:a16="http://schemas.microsoft.com/office/drawing/2014/main" id="{4B48CF78-5869-E423-4F2F-918BC20FE421}"/>
                </a:ext>
              </a:extLst>
            </p:cNvPr>
            <p:cNvSpPr/>
            <p:nvPr/>
          </p:nvSpPr>
          <p:spPr>
            <a:xfrm>
              <a:off x="1475381" y="231487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4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38">
              <a:extLst>
                <a:ext uri="{FF2B5EF4-FFF2-40B4-BE49-F238E27FC236}">
                  <a16:creationId xmlns:a16="http://schemas.microsoft.com/office/drawing/2014/main" id="{0A1CBF34-699B-2BC0-9944-2DC71621FD3E}"/>
                </a:ext>
              </a:extLst>
            </p:cNvPr>
            <p:cNvSpPr/>
            <p:nvPr/>
          </p:nvSpPr>
          <p:spPr>
            <a:xfrm>
              <a:off x="1047012" y="2159610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70"/>
                    <a:pt x="14714" y="11870"/>
                  </a:cubicBezTo>
                  <a:cubicBezTo>
                    <a:pt x="14856" y="11870"/>
                    <a:pt x="14948" y="11755"/>
                    <a:pt x="14948" y="11578"/>
                  </a:cubicBezTo>
                  <a:lnTo>
                    <a:pt x="14948" y="8950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1"/>
                  </a:lnTo>
                  <a:cubicBezTo>
                    <a:pt x="376" y="17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38">
              <a:extLst>
                <a:ext uri="{FF2B5EF4-FFF2-40B4-BE49-F238E27FC236}">
                  <a16:creationId xmlns:a16="http://schemas.microsoft.com/office/drawing/2014/main" id="{5A3087BE-7C38-C551-3A96-C9FAE32433F4}"/>
                </a:ext>
              </a:extLst>
            </p:cNvPr>
            <p:cNvSpPr/>
            <p:nvPr/>
          </p:nvSpPr>
          <p:spPr>
            <a:xfrm>
              <a:off x="1071843" y="21964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38">
              <a:extLst>
                <a:ext uri="{FF2B5EF4-FFF2-40B4-BE49-F238E27FC236}">
                  <a16:creationId xmlns:a16="http://schemas.microsoft.com/office/drawing/2014/main" id="{6293A2F5-1EF8-5A54-D8C2-B5744E6AD7E2}"/>
                </a:ext>
              </a:extLst>
            </p:cNvPr>
            <p:cNvSpPr/>
            <p:nvPr/>
          </p:nvSpPr>
          <p:spPr>
            <a:xfrm>
              <a:off x="1071843" y="222332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38">
              <a:extLst>
                <a:ext uri="{FF2B5EF4-FFF2-40B4-BE49-F238E27FC236}">
                  <a16:creationId xmlns:a16="http://schemas.microsoft.com/office/drawing/2014/main" id="{ABFAF657-A37C-45B3-2267-098C2E3D169A}"/>
                </a:ext>
              </a:extLst>
            </p:cNvPr>
            <p:cNvSpPr/>
            <p:nvPr/>
          </p:nvSpPr>
          <p:spPr>
            <a:xfrm>
              <a:off x="1071843" y="224919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38">
              <a:extLst>
                <a:ext uri="{FF2B5EF4-FFF2-40B4-BE49-F238E27FC236}">
                  <a16:creationId xmlns:a16="http://schemas.microsoft.com/office/drawing/2014/main" id="{132A4AD2-8003-6D4A-5911-D6AE1B04AA31}"/>
                </a:ext>
              </a:extLst>
            </p:cNvPr>
            <p:cNvSpPr/>
            <p:nvPr/>
          </p:nvSpPr>
          <p:spPr>
            <a:xfrm>
              <a:off x="1380173" y="239802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8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3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38">
              <a:extLst>
                <a:ext uri="{FF2B5EF4-FFF2-40B4-BE49-F238E27FC236}">
                  <a16:creationId xmlns:a16="http://schemas.microsoft.com/office/drawing/2014/main" id="{C9013DFE-D35E-3596-462C-6DF7A97972DE}"/>
                </a:ext>
              </a:extLst>
            </p:cNvPr>
            <p:cNvSpPr/>
            <p:nvPr/>
          </p:nvSpPr>
          <p:spPr>
            <a:xfrm>
              <a:off x="1427777" y="242595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38">
              <a:extLst>
                <a:ext uri="{FF2B5EF4-FFF2-40B4-BE49-F238E27FC236}">
                  <a16:creationId xmlns:a16="http://schemas.microsoft.com/office/drawing/2014/main" id="{F4AB5BC9-3239-A514-C664-C54AF33CC32F}"/>
                </a:ext>
              </a:extLst>
            </p:cNvPr>
            <p:cNvSpPr/>
            <p:nvPr/>
          </p:nvSpPr>
          <p:spPr>
            <a:xfrm>
              <a:off x="1476394" y="245369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4"/>
                  </a:cubicBezTo>
                  <a:cubicBezTo>
                    <a:pt x="1" y="455"/>
                    <a:pt x="127" y="709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4"/>
                  </a:cubicBezTo>
                  <a:cubicBezTo>
                    <a:pt x="666" y="424"/>
                    <a:pt x="508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38">
              <a:extLst>
                <a:ext uri="{FF2B5EF4-FFF2-40B4-BE49-F238E27FC236}">
                  <a16:creationId xmlns:a16="http://schemas.microsoft.com/office/drawing/2014/main" id="{84B7D358-BE27-BF51-33EF-3A673E563BEF}"/>
                </a:ext>
              </a:extLst>
            </p:cNvPr>
            <p:cNvSpPr/>
            <p:nvPr/>
          </p:nvSpPr>
          <p:spPr>
            <a:xfrm>
              <a:off x="1047012" y="2298109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41" y="0"/>
                  </a:moveTo>
                  <a:cubicBezTo>
                    <a:pt x="95" y="0"/>
                    <a:pt x="0" y="107"/>
                    <a:pt x="0" y="309"/>
                  </a:cubicBezTo>
                  <a:lnTo>
                    <a:pt x="0" y="2937"/>
                  </a:lnTo>
                  <a:cubicBezTo>
                    <a:pt x="0" y="3222"/>
                    <a:pt x="190" y="3539"/>
                    <a:pt x="444" y="3697"/>
                  </a:cubicBezTo>
                  <a:lnTo>
                    <a:pt x="14505" y="11804"/>
                  </a:lnTo>
                  <a:cubicBezTo>
                    <a:pt x="14580" y="11851"/>
                    <a:pt x="14650" y="11873"/>
                    <a:pt x="14711" y="11873"/>
                  </a:cubicBezTo>
                  <a:cubicBezTo>
                    <a:pt x="14854" y="11873"/>
                    <a:pt x="14948" y="11751"/>
                    <a:pt x="14948" y="11551"/>
                  </a:cubicBezTo>
                  <a:lnTo>
                    <a:pt x="14948" y="8922"/>
                  </a:lnTo>
                  <a:cubicBezTo>
                    <a:pt x="14948" y="8669"/>
                    <a:pt x="14758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1" y="0"/>
                    <a:pt x="241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38">
              <a:extLst>
                <a:ext uri="{FF2B5EF4-FFF2-40B4-BE49-F238E27FC236}">
                  <a16:creationId xmlns:a16="http://schemas.microsoft.com/office/drawing/2014/main" id="{1A489C80-D67B-29C1-5E1F-15F641356838}"/>
                </a:ext>
              </a:extLst>
            </p:cNvPr>
            <p:cNvSpPr/>
            <p:nvPr/>
          </p:nvSpPr>
          <p:spPr>
            <a:xfrm>
              <a:off x="1071843" y="2335062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38">
              <a:extLst>
                <a:ext uri="{FF2B5EF4-FFF2-40B4-BE49-F238E27FC236}">
                  <a16:creationId xmlns:a16="http://schemas.microsoft.com/office/drawing/2014/main" id="{2FF16749-ED09-2DC7-5D46-7AB51BCC2A39}"/>
                </a:ext>
              </a:extLst>
            </p:cNvPr>
            <p:cNvSpPr/>
            <p:nvPr/>
          </p:nvSpPr>
          <p:spPr>
            <a:xfrm>
              <a:off x="1071843" y="2360938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38">
              <a:extLst>
                <a:ext uri="{FF2B5EF4-FFF2-40B4-BE49-F238E27FC236}">
                  <a16:creationId xmlns:a16="http://schemas.microsoft.com/office/drawing/2014/main" id="{4A891B70-A039-2927-763B-CBD39561014B}"/>
                </a:ext>
              </a:extLst>
            </p:cNvPr>
            <p:cNvSpPr/>
            <p:nvPr/>
          </p:nvSpPr>
          <p:spPr>
            <a:xfrm>
              <a:off x="1071843" y="238786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38">
              <a:extLst>
                <a:ext uri="{FF2B5EF4-FFF2-40B4-BE49-F238E27FC236}">
                  <a16:creationId xmlns:a16="http://schemas.microsoft.com/office/drawing/2014/main" id="{923AC505-BA35-A863-D52E-B2DA5FE87FCA}"/>
                </a:ext>
              </a:extLst>
            </p:cNvPr>
            <p:cNvSpPr/>
            <p:nvPr/>
          </p:nvSpPr>
          <p:spPr>
            <a:xfrm>
              <a:off x="1380173" y="2536651"/>
              <a:ext cx="21760" cy="28360"/>
            </a:xfrm>
            <a:custGeom>
              <a:avLst/>
              <a:gdLst/>
              <a:ahLst/>
              <a:cxnLst/>
              <a:rect l="l" t="t" r="r" b="b"/>
              <a:pathLst>
                <a:path w="666" h="868" extrusionOk="0">
                  <a:moveTo>
                    <a:pt x="179" y="1"/>
                  </a:moveTo>
                  <a:cubicBezTo>
                    <a:pt x="68" y="1"/>
                    <a:pt x="1" y="89"/>
                    <a:pt x="1" y="228"/>
                  </a:cubicBezTo>
                  <a:cubicBezTo>
                    <a:pt x="1" y="450"/>
                    <a:pt x="127" y="703"/>
                    <a:pt x="317" y="830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9"/>
                    <a:pt x="666" y="640"/>
                  </a:cubicBezTo>
                  <a:cubicBezTo>
                    <a:pt x="666" y="418"/>
                    <a:pt x="507" y="165"/>
                    <a:pt x="317" y="38"/>
                  </a:cubicBezTo>
                  <a:cubicBezTo>
                    <a:pt x="266" y="13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38">
              <a:extLst>
                <a:ext uri="{FF2B5EF4-FFF2-40B4-BE49-F238E27FC236}">
                  <a16:creationId xmlns:a16="http://schemas.microsoft.com/office/drawing/2014/main" id="{55ACCF69-0125-F3C4-0FB5-ACAEACCB4E3A}"/>
                </a:ext>
              </a:extLst>
            </p:cNvPr>
            <p:cNvSpPr/>
            <p:nvPr/>
          </p:nvSpPr>
          <p:spPr>
            <a:xfrm>
              <a:off x="1427777" y="256442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4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38">
              <a:extLst>
                <a:ext uri="{FF2B5EF4-FFF2-40B4-BE49-F238E27FC236}">
                  <a16:creationId xmlns:a16="http://schemas.microsoft.com/office/drawing/2014/main" id="{BEDD4A63-2164-145D-C709-55969BEC68C2}"/>
                </a:ext>
              </a:extLst>
            </p:cNvPr>
            <p:cNvSpPr/>
            <p:nvPr/>
          </p:nvSpPr>
          <p:spPr>
            <a:xfrm>
              <a:off x="1475381" y="259209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80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38">
              <a:extLst>
                <a:ext uri="{FF2B5EF4-FFF2-40B4-BE49-F238E27FC236}">
                  <a16:creationId xmlns:a16="http://schemas.microsoft.com/office/drawing/2014/main" id="{2A3E74AD-44F3-6564-C48D-7F01A44C9725}"/>
                </a:ext>
              </a:extLst>
            </p:cNvPr>
            <p:cNvSpPr/>
            <p:nvPr/>
          </p:nvSpPr>
          <p:spPr>
            <a:xfrm>
              <a:off x="1047012" y="2436739"/>
              <a:ext cx="488389" cy="387529"/>
            </a:xfrm>
            <a:custGeom>
              <a:avLst/>
              <a:gdLst/>
              <a:ahLst/>
              <a:cxnLst/>
              <a:rect l="l" t="t" r="r" b="b"/>
              <a:pathLst>
                <a:path w="14948" h="11861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38">
              <a:extLst>
                <a:ext uri="{FF2B5EF4-FFF2-40B4-BE49-F238E27FC236}">
                  <a16:creationId xmlns:a16="http://schemas.microsoft.com/office/drawing/2014/main" id="{AE8014A1-4F18-0336-7CF7-29C6F78003E2}"/>
                </a:ext>
              </a:extLst>
            </p:cNvPr>
            <p:cNvSpPr/>
            <p:nvPr/>
          </p:nvSpPr>
          <p:spPr>
            <a:xfrm>
              <a:off x="1071843" y="247372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38">
              <a:extLst>
                <a:ext uri="{FF2B5EF4-FFF2-40B4-BE49-F238E27FC236}">
                  <a16:creationId xmlns:a16="http://schemas.microsoft.com/office/drawing/2014/main" id="{D156169A-43FF-6901-E552-19902ADA9BCB}"/>
                </a:ext>
              </a:extLst>
            </p:cNvPr>
            <p:cNvSpPr/>
            <p:nvPr/>
          </p:nvSpPr>
          <p:spPr>
            <a:xfrm>
              <a:off x="1071843" y="24996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38">
              <a:extLst>
                <a:ext uri="{FF2B5EF4-FFF2-40B4-BE49-F238E27FC236}">
                  <a16:creationId xmlns:a16="http://schemas.microsoft.com/office/drawing/2014/main" id="{4660B446-5318-3EE1-61CD-E5F7522A5AE1}"/>
                </a:ext>
              </a:extLst>
            </p:cNvPr>
            <p:cNvSpPr/>
            <p:nvPr/>
          </p:nvSpPr>
          <p:spPr>
            <a:xfrm>
              <a:off x="1071843" y="252649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38">
              <a:extLst>
                <a:ext uri="{FF2B5EF4-FFF2-40B4-BE49-F238E27FC236}">
                  <a16:creationId xmlns:a16="http://schemas.microsoft.com/office/drawing/2014/main" id="{D8791934-9FE2-D2AF-B47D-EE2AB2550EA9}"/>
                </a:ext>
              </a:extLst>
            </p:cNvPr>
            <p:cNvSpPr/>
            <p:nvPr/>
          </p:nvSpPr>
          <p:spPr>
            <a:xfrm>
              <a:off x="1379128" y="267495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38">
              <a:extLst>
                <a:ext uri="{FF2B5EF4-FFF2-40B4-BE49-F238E27FC236}">
                  <a16:creationId xmlns:a16="http://schemas.microsoft.com/office/drawing/2014/main" id="{C5470586-3731-BAEA-18EF-6601E1B99B9F}"/>
                </a:ext>
              </a:extLst>
            </p:cNvPr>
            <p:cNvSpPr/>
            <p:nvPr/>
          </p:nvSpPr>
          <p:spPr>
            <a:xfrm>
              <a:off x="1427777" y="2702595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6" y="846"/>
                    <a:pt x="457" y="861"/>
                    <a:pt x="501" y="861"/>
                  </a:cubicBezTo>
                  <a:cubicBezTo>
                    <a:pt x="603" y="861"/>
                    <a:pt x="665" y="783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38">
              <a:extLst>
                <a:ext uri="{FF2B5EF4-FFF2-40B4-BE49-F238E27FC236}">
                  <a16:creationId xmlns:a16="http://schemas.microsoft.com/office/drawing/2014/main" id="{698FBAE9-A382-6639-CCA7-3E84C3BBFD9A}"/>
                </a:ext>
              </a:extLst>
            </p:cNvPr>
            <p:cNvSpPr/>
            <p:nvPr/>
          </p:nvSpPr>
          <p:spPr>
            <a:xfrm>
              <a:off x="1475381" y="273033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38">
              <a:extLst>
                <a:ext uri="{FF2B5EF4-FFF2-40B4-BE49-F238E27FC236}">
                  <a16:creationId xmlns:a16="http://schemas.microsoft.com/office/drawing/2014/main" id="{7E7A56CB-BA12-F952-BAE8-4C02B7654E3B}"/>
                </a:ext>
              </a:extLst>
            </p:cNvPr>
            <p:cNvSpPr/>
            <p:nvPr/>
          </p:nvSpPr>
          <p:spPr>
            <a:xfrm>
              <a:off x="1047012" y="2574943"/>
              <a:ext cx="488389" cy="387953"/>
            </a:xfrm>
            <a:custGeom>
              <a:avLst/>
              <a:gdLst/>
              <a:ahLst/>
              <a:cxnLst/>
              <a:rect l="l" t="t" r="r" b="b"/>
              <a:pathLst>
                <a:path w="14948" h="11874" extrusionOk="0">
                  <a:moveTo>
                    <a:pt x="238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9"/>
                  </a:lnTo>
                  <a:cubicBezTo>
                    <a:pt x="14579" y="11856"/>
                    <a:pt x="14647" y="11874"/>
                    <a:pt x="14707" y="11874"/>
                  </a:cubicBezTo>
                  <a:cubicBezTo>
                    <a:pt x="14853" y="11874"/>
                    <a:pt x="14948" y="11767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38">
              <a:extLst>
                <a:ext uri="{FF2B5EF4-FFF2-40B4-BE49-F238E27FC236}">
                  <a16:creationId xmlns:a16="http://schemas.microsoft.com/office/drawing/2014/main" id="{904F401F-CF2D-227C-511A-7A9F421A6F64}"/>
                </a:ext>
              </a:extLst>
            </p:cNvPr>
            <p:cNvSpPr/>
            <p:nvPr/>
          </p:nvSpPr>
          <p:spPr>
            <a:xfrm>
              <a:off x="1071843" y="261134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38">
              <a:extLst>
                <a:ext uri="{FF2B5EF4-FFF2-40B4-BE49-F238E27FC236}">
                  <a16:creationId xmlns:a16="http://schemas.microsoft.com/office/drawing/2014/main" id="{8E0CB196-E109-D4DA-8D1E-5CC1DB7FEBC3}"/>
                </a:ext>
              </a:extLst>
            </p:cNvPr>
            <p:cNvSpPr/>
            <p:nvPr/>
          </p:nvSpPr>
          <p:spPr>
            <a:xfrm>
              <a:off x="1071843" y="2638230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38">
              <a:extLst>
                <a:ext uri="{FF2B5EF4-FFF2-40B4-BE49-F238E27FC236}">
                  <a16:creationId xmlns:a16="http://schemas.microsoft.com/office/drawing/2014/main" id="{8EE49376-0435-5208-0355-B1A9854B744E}"/>
                </a:ext>
              </a:extLst>
            </p:cNvPr>
            <p:cNvSpPr/>
            <p:nvPr/>
          </p:nvSpPr>
          <p:spPr>
            <a:xfrm>
              <a:off x="1071843" y="266410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38">
              <a:extLst>
                <a:ext uri="{FF2B5EF4-FFF2-40B4-BE49-F238E27FC236}">
                  <a16:creationId xmlns:a16="http://schemas.microsoft.com/office/drawing/2014/main" id="{2C39F3BE-2175-C09E-48EF-F09C0EA5C219}"/>
                </a:ext>
              </a:extLst>
            </p:cNvPr>
            <p:cNvSpPr/>
            <p:nvPr/>
          </p:nvSpPr>
          <p:spPr>
            <a:xfrm>
              <a:off x="1379128" y="2813126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25" y="0"/>
                  </a:moveTo>
                  <a:cubicBezTo>
                    <a:pt x="189" y="0"/>
                    <a:pt x="156" y="10"/>
                    <a:pt x="128" y="32"/>
                  </a:cubicBezTo>
                  <a:cubicBezTo>
                    <a:pt x="1" y="95"/>
                    <a:pt x="1" y="348"/>
                    <a:pt x="128" y="570"/>
                  </a:cubicBezTo>
                  <a:cubicBezTo>
                    <a:pt x="232" y="753"/>
                    <a:pt x="402" y="871"/>
                    <a:pt x="529" y="871"/>
                  </a:cubicBezTo>
                  <a:cubicBezTo>
                    <a:pt x="556" y="871"/>
                    <a:pt x="581" y="866"/>
                    <a:pt x="603" y="855"/>
                  </a:cubicBezTo>
                  <a:cubicBezTo>
                    <a:pt x="729" y="760"/>
                    <a:pt x="729" y="538"/>
                    <a:pt x="603" y="317"/>
                  </a:cubicBezTo>
                  <a:cubicBezTo>
                    <a:pt x="504" y="120"/>
                    <a:pt x="349" y="0"/>
                    <a:pt x="2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38">
              <a:extLst>
                <a:ext uri="{FF2B5EF4-FFF2-40B4-BE49-F238E27FC236}">
                  <a16:creationId xmlns:a16="http://schemas.microsoft.com/office/drawing/2014/main" id="{BEF6D282-0941-1537-1605-E30BFB2EE751}"/>
                </a:ext>
              </a:extLst>
            </p:cNvPr>
            <p:cNvSpPr/>
            <p:nvPr/>
          </p:nvSpPr>
          <p:spPr>
            <a:xfrm>
              <a:off x="1426732" y="28410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8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38">
              <a:extLst>
                <a:ext uri="{FF2B5EF4-FFF2-40B4-BE49-F238E27FC236}">
                  <a16:creationId xmlns:a16="http://schemas.microsoft.com/office/drawing/2014/main" id="{9F5B76C4-38D5-BE40-57EC-A7DFD71E11EF}"/>
                </a:ext>
              </a:extLst>
            </p:cNvPr>
            <p:cNvSpPr/>
            <p:nvPr/>
          </p:nvSpPr>
          <p:spPr>
            <a:xfrm>
              <a:off x="1475381" y="286844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38">
              <a:extLst>
                <a:ext uri="{FF2B5EF4-FFF2-40B4-BE49-F238E27FC236}">
                  <a16:creationId xmlns:a16="http://schemas.microsoft.com/office/drawing/2014/main" id="{9264CAA5-547B-AAFB-E188-3B672749101F}"/>
                </a:ext>
              </a:extLst>
            </p:cNvPr>
            <p:cNvSpPr/>
            <p:nvPr/>
          </p:nvSpPr>
          <p:spPr>
            <a:xfrm>
              <a:off x="1047012" y="2713181"/>
              <a:ext cx="488389" cy="387823"/>
            </a:xfrm>
            <a:custGeom>
              <a:avLst/>
              <a:gdLst/>
              <a:ahLst/>
              <a:cxnLst/>
              <a:rect l="l" t="t" r="r" b="b"/>
              <a:pathLst>
                <a:path w="14948" h="11870" extrusionOk="0">
                  <a:moveTo>
                    <a:pt x="256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44" y="3692"/>
                  </a:cubicBezTo>
                  <a:lnTo>
                    <a:pt x="14505" y="11800"/>
                  </a:lnTo>
                  <a:cubicBezTo>
                    <a:pt x="14581" y="11848"/>
                    <a:pt x="14652" y="11869"/>
                    <a:pt x="14714" y="11869"/>
                  </a:cubicBezTo>
                  <a:cubicBezTo>
                    <a:pt x="14856" y="11869"/>
                    <a:pt x="14948" y="11754"/>
                    <a:pt x="14948" y="11578"/>
                  </a:cubicBezTo>
                  <a:lnTo>
                    <a:pt x="14948" y="8949"/>
                  </a:lnTo>
                  <a:cubicBezTo>
                    <a:pt x="14948" y="8664"/>
                    <a:pt x="14758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2" y="1"/>
                    <a:pt x="256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38">
              <a:extLst>
                <a:ext uri="{FF2B5EF4-FFF2-40B4-BE49-F238E27FC236}">
                  <a16:creationId xmlns:a16="http://schemas.microsoft.com/office/drawing/2014/main" id="{EC2F07DA-911D-9452-3CD4-DE17F9E97436}"/>
                </a:ext>
              </a:extLst>
            </p:cNvPr>
            <p:cNvSpPr/>
            <p:nvPr/>
          </p:nvSpPr>
          <p:spPr>
            <a:xfrm>
              <a:off x="1071843" y="2750003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38">
              <a:extLst>
                <a:ext uri="{FF2B5EF4-FFF2-40B4-BE49-F238E27FC236}">
                  <a16:creationId xmlns:a16="http://schemas.microsoft.com/office/drawing/2014/main" id="{42ED0CDB-C349-1ADB-ECE9-F8419D869411}"/>
                </a:ext>
              </a:extLst>
            </p:cNvPr>
            <p:cNvSpPr/>
            <p:nvPr/>
          </p:nvSpPr>
          <p:spPr>
            <a:xfrm>
              <a:off x="1071843" y="277689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38">
              <a:extLst>
                <a:ext uri="{FF2B5EF4-FFF2-40B4-BE49-F238E27FC236}">
                  <a16:creationId xmlns:a16="http://schemas.microsoft.com/office/drawing/2014/main" id="{BD8714AB-DFF2-923F-FEF5-7E58AA4EB296}"/>
                </a:ext>
              </a:extLst>
            </p:cNvPr>
            <p:cNvSpPr/>
            <p:nvPr/>
          </p:nvSpPr>
          <p:spPr>
            <a:xfrm>
              <a:off x="1071843" y="280276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38">
              <a:extLst>
                <a:ext uri="{FF2B5EF4-FFF2-40B4-BE49-F238E27FC236}">
                  <a16:creationId xmlns:a16="http://schemas.microsoft.com/office/drawing/2014/main" id="{E3681072-D212-4EA6-374F-0F83D7B3CBB0}"/>
                </a:ext>
              </a:extLst>
            </p:cNvPr>
            <p:cNvSpPr/>
            <p:nvPr/>
          </p:nvSpPr>
          <p:spPr>
            <a:xfrm>
              <a:off x="1380173" y="295159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82" y="1"/>
                  </a:moveTo>
                  <a:cubicBezTo>
                    <a:pt x="70" y="1"/>
                    <a:pt x="1" y="95"/>
                    <a:pt x="1" y="259"/>
                  </a:cubicBezTo>
                  <a:cubicBezTo>
                    <a:pt x="1" y="449"/>
                    <a:pt x="127" y="734"/>
                    <a:pt x="317" y="829"/>
                  </a:cubicBezTo>
                  <a:cubicBezTo>
                    <a:pt x="374" y="857"/>
                    <a:pt x="428" y="872"/>
                    <a:pt x="476" y="872"/>
                  </a:cubicBezTo>
                  <a:cubicBezTo>
                    <a:pt x="588" y="872"/>
                    <a:pt x="666" y="794"/>
                    <a:pt x="666" y="639"/>
                  </a:cubicBezTo>
                  <a:cubicBezTo>
                    <a:pt x="666" y="417"/>
                    <a:pt x="507" y="164"/>
                    <a:pt x="317" y="37"/>
                  </a:cubicBezTo>
                  <a:cubicBezTo>
                    <a:pt x="268" y="12"/>
                    <a:pt x="222" y="1"/>
                    <a:pt x="1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38">
              <a:extLst>
                <a:ext uri="{FF2B5EF4-FFF2-40B4-BE49-F238E27FC236}">
                  <a16:creationId xmlns:a16="http://schemas.microsoft.com/office/drawing/2014/main" id="{1A7EB96C-1C48-E10F-4405-5BDCCF6A93C1}"/>
                </a:ext>
              </a:extLst>
            </p:cNvPr>
            <p:cNvSpPr/>
            <p:nvPr/>
          </p:nvSpPr>
          <p:spPr>
            <a:xfrm>
              <a:off x="1427777" y="297952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4"/>
                    <a:pt x="446" y="866"/>
                    <a:pt x="487" y="866"/>
                  </a:cubicBezTo>
                  <a:cubicBezTo>
                    <a:pt x="598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38">
              <a:extLst>
                <a:ext uri="{FF2B5EF4-FFF2-40B4-BE49-F238E27FC236}">
                  <a16:creationId xmlns:a16="http://schemas.microsoft.com/office/drawing/2014/main" id="{41F6CD56-7D63-FEB7-1D98-B4D9C81A0518}"/>
                </a:ext>
              </a:extLst>
            </p:cNvPr>
            <p:cNvSpPr/>
            <p:nvPr/>
          </p:nvSpPr>
          <p:spPr>
            <a:xfrm>
              <a:off x="1476394" y="300726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3" y="1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8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38">
              <a:extLst>
                <a:ext uri="{FF2B5EF4-FFF2-40B4-BE49-F238E27FC236}">
                  <a16:creationId xmlns:a16="http://schemas.microsoft.com/office/drawing/2014/main" id="{6D41EDC4-00F5-7B85-7101-36AD1549DC4A}"/>
                </a:ext>
              </a:extLst>
            </p:cNvPr>
            <p:cNvSpPr/>
            <p:nvPr/>
          </p:nvSpPr>
          <p:spPr>
            <a:xfrm>
              <a:off x="1047012" y="2851647"/>
              <a:ext cx="488389" cy="387986"/>
            </a:xfrm>
            <a:custGeom>
              <a:avLst/>
              <a:gdLst/>
              <a:ahLst/>
              <a:cxnLst/>
              <a:rect l="l" t="t" r="r" b="b"/>
              <a:pathLst>
                <a:path w="14948" h="11875" extrusionOk="0">
                  <a:moveTo>
                    <a:pt x="241" y="1"/>
                  </a:moveTo>
                  <a:cubicBezTo>
                    <a:pt x="95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44" y="3698"/>
                  </a:cubicBezTo>
                  <a:lnTo>
                    <a:pt x="14505" y="11805"/>
                  </a:lnTo>
                  <a:cubicBezTo>
                    <a:pt x="14580" y="11852"/>
                    <a:pt x="14650" y="11874"/>
                    <a:pt x="14711" y="11874"/>
                  </a:cubicBezTo>
                  <a:cubicBezTo>
                    <a:pt x="14854" y="11874"/>
                    <a:pt x="14948" y="11752"/>
                    <a:pt x="14948" y="11552"/>
                  </a:cubicBezTo>
                  <a:lnTo>
                    <a:pt x="14948" y="8923"/>
                  </a:lnTo>
                  <a:cubicBezTo>
                    <a:pt x="14948" y="8670"/>
                    <a:pt x="14758" y="8322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38">
              <a:extLst>
                <a:ext uri="{FF2B5EF4-FFF2-40B4-BE49-F238E27FC236}">
                  <a16:creationId xmlns:a16="http://schemas.microsoft.com/office/drawing/2014/main" id="{75D1BEF5-2FAB-92A2-448E-0D6E7B5BC48E}"/>
                </a:ext>
              </a:extLst>
            </p:cNvPr>
            <p:cNvSpPr/>
            <p:nvPr/>
          </p:nvSpPr>
          <p:spPr>
            <a:xfrm>
              <a:off x="1071843" y="2888632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38">
              <a:extLst>
                <a:ext uri="{FF2B5EF4-FFF2-40B4-BE49-F238E27FC236}">
                  <a16:creationId xmlns:a16="http://schemas.microsoft.com/office/drawing/2014/main" id="{54F077F0-2045-6B29-36B1-F9766AD0C360}"/>
                </a:ext>
              </a:extLst>
            </p:cNvPr>
            <p:cNvSpPr/>
            <p:nvPr/>
          </p:nvSpPr>
          <p:spPr>
            <a:xfrm>
              <a:off x="1071843" y="2914509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38">
              <a:extLst>
                <a:ext uri="{FF2B5EF4-FFF2-40B4-BE49-F238E27FC236}">
                  <a16:creationId xmlns:a16="http://schemas.microsoft.com/office/drawing/2014/main" id="{EA2C0C46-C6A2-9307-0137-3588E4640C5B}"/>
                </a:ext>
              </a:extLst>
            </p:cNvPr>
            <p:cNvSpPr/>
            <p:nvPr/>
          </p:nvSpPr>
          <p:spPr>
            <a:xfrm>
              <a:off x="1071843" y="2941398"/>
              <a:ext cx="163493" cy="102494"/>
            </a:xfrm>
            <a:custGeom>
              <a:avLst/>
              <a:gdLst/>
              <a:ahLst/>
              <a:cxnLst/>
              <a:rect l="l" t="t" r="r" b="b"/>
              <a:pathLst>
                <a:path w="5004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38">
              <a:extLst>
                <a:ext uri="{FF2B5EF4-FFF2-40B4-BE49-F238E27FC236}">
                  <a16:creationId xmlns:a16="http://schemas.microsoft.com/office/drawing/2014/main" id="{D6C03DE1-C43C-2A88-D7D7-56966EC48E4E}"/>
                </a:ext>
              </a:extLst>
            </p:cNvPr>
            <p:cNvSpPr/>
            <p:nvPr/>
          </p:nvSpPr>
          <p:spPr>
            <a:xfrm>
              <a:off x="1379128" y="3089862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112"/>
                    <a:pt x="1" y="334"/>
                    <a:pt x="128" y="587"/>
                  </a:cubicBezTo>
                  <a:cubicBezTo>
                    <a:pt x="225" y="758"/>
                    <a:pt x="379" y="873"/>
                    <a:pt x="503" y="873"/>
                  </a:cubicBezTo>
                  <a:cubicBezTo>
                    <a:pt x="540" y="873"/>
                    <a:pt x="574" y="862"/>
                    <a:pt x="603" y="841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38">
              <a:extLst>
                <a:ext uri="{FF2B5EF4-FFF2-40B4-BE49-F238E27FC236}">
                  <a16:creationId xmlns:a16="http://schemas.microsoft.com/office/drawing/2014/main" id="{CA876587-B507-659A-411B-6D72B1360E52}"/>
                </a:ext>
              </a:extLst>
            </p:cNvPr>
            <p:cNvSpPr/>
            <p:nvPr/>
          </p:nvSpPr>
          <p:spPr>
            <a:xfrm>
              <a:off x="1427777" y="311799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03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38">
              <a:extLst>
                <a:ext uri="{FF2B5EF4-FFF2-40B4-BE49-F238E27FC236}">
                  <a16:creationId xmlns:a16="http://schemas.microsoft.com/office/drawing/2014/main" id="{70462023-D1FA-9B86-C269-A2E5D7BBE7D4}"/>
                </a:ext>
              </a:extLst>
            </p:cNvPr>
            <p:cNvSpPr/>
            <p:nvPr/>
          </p:nvSpPr>
          <p:spPr>
            <a:xfrm>
              <a:off x="1475381" y="3145666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0"/>
                  </a:moveTo>
                  <a:cubicBezTo>
                    <a:pt x="181" y="0"/>
                    <a:pt x="152" y="7"/>
                    <a:pt x="127" y="19"/>
                  </a:cubicBezTo>
                  <a:cubicBezTo>
                    <a:pt x="0" y="83"/>
                    <a:pt x="0" y="336"/>
                    <a:pt x="127" y="558"/>
                  </a:cubicBezTo>
                  <a:cubicBezTo>
                    <a:pt x="231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48"/>
                    <a:pt x="729" y="526"/>
                    <a:pt x="602" y="304"/>
                  </a:cubicBezTo>
                  <a:cubicBezTo>
                    <a:pt x="501" y="102"/>
                    <a:pt x="338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38">
              <a:extLst>
                <a:ext uri="{FF2B5EF4-FFF2-40B4-BE49-F238E27FC236}">
                  <a16:creationId xmlns:a16="http://schemas.microsoft.com/office/drawing/2014/main" id="{69718992-8A4C-6E6A-7452-62EFAECE73D3}"/>
                </a:ext>
              </a:extLst>
            </p:cNvPr>
            <p:cNvSpPr/>
            <p:nvPr/>
          </p:nvSpPr>
          <p:spPr>
            <a:xfrm>
              <a:off x="1047012" y="2990309"/>
              <a:ext cx="488389" cy="387496"/>
            </a:xfrm>
            <a:custGeom>
              <a:avLst/>
              <a:gdLst/>
              <a:ahLst/>
              <a:cxnLst/>
              <a:rect l="l" t="t" r="r" b="b"/>
              <a:pathLst>
                <a:path w="14948" h="11860" extrusionOk="0">
                  <a:moveTo>
                    <a:pt x="241" y="1"/>
                  </a:moveTo>
                  <a:cubicBezTo>
                    <a:pt x="95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7" y="11860"/>
                    <a:pt x="14707" y="11860"/>
                  </a:cubicBezTo>
                  <a:cubicBezTo>
                    <a:pt x="14853" y="11860"/>
                    <a:pt x="14948" y="11753"/>
                    <a:pt x="14948" y="11551"/>
                  </a:cubicBezTo>
                  <a:lnTo>
                    <a:pt x="14948" y="8923"/>
                  </a:lnTo>
                  <a:cubicBezTo>
                    <a:pt x="14948" y="8638"/>
                    <a:pt x="14758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1" y="1"/>
                    <a:pt x="241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38">
              <a:extLst>
                <a:ext uri="{FF2B5EF4-FFF2-40B4-BE49-F238E27FC236}">
                  <a16:creationId xmlns:a16="http://schemas.microsoft.com/office/drawing/2014/main" id="{F2A05089-955D-C5E8-226A-0E128B700829}"/>
                </a:ext>
              </a:extLst>
            </p:cNvPr>
            <p:cNvSpPr/>
            <p:nvPr/>
          </p:nvSpPr>
          <p:spPr>
            <a:xfrm>
              <a:off x="1071843" y="3027294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38">
              <a:extLst>
                <a:ext uri="{FF2B5EF4-FFF2-40B4-BE49-F238E27FC236}">
                  <a16:creationId xmlns:a16="http://schemas.microsoft.com/office/drawing/2014/main" id="{B92EB4FF-6153-154C-FA3D-871C8C91DCB7}"/>
                </a:ext>
              </a:extLst>
            </p:cNvPr>
            <p:cNvSpPr/>
            <p:nvPr/>
          </p:nvSpPr>
          <p:spPr>
            <a:xfrm>
              <a:off x="1071843" y="305317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04" y="3135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38">
              <a:extLst>
                <a:ext uri="{FF2B5EF4-FFF2-40B4-BE49-F238E27FC236}">
                  <a16:creationId xmlns:a16="http://schemas.microsoft.com/office/drawing/2014/main" id="{E6830CA5-A34C-486E-9947-1B243776FA68}"/>
                </a:ext>
              </a:extLst>
            </p:cNvPr>
            <p:cNvSpPr/>
            <p:nvPr/>
          </p:nvSpPr>
          <p:spPr>
            <a:xfrm>
              <a:off x="1071843" y="308006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38">
              <a:extLst>
                <a:ext uri="{FF2B5EF4-FFF2-40B4-BE49-F238E27FC236}">
                  <a16:creationId xmlns:a16="http://schemas.microsoft.com/office/drawing/2014/main" id="{2E71DDFC-93BF-FFD5-1483-1DD72647702E}"/>
                </a:ext>
              </a:extLst>
            </p:cNvPr>
            <p:cNvSpPr/>
            <p:nvPr/>
          </p:nvSpPr>
          <p:spPr>
            <a:xfrm>
              <a:off x="1379128" y="3228524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38">
              <a:extLst>
                <a:ext uri="{FF2B5EF4-FFF2-40B4-BE49-F238E27FC236}">
                  <a16:creationId xmlns:a16="http://schemas.microsoft.com/office/drawing/2014/main" id="{68C6E638-8FCD-3223-424D-58086C869782}"/>
                </a:ext>
              </a:extLst>
            </p:cNvPr>
            <p:cNvSpPr/>
            <p:nvPr/>
          </p:nvSpPr>
          <p:spPr>
            <a:xfrm>
              <a:off x="1427777" y="325616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69"/>
                    <a:pt x="159" y="723"/>
                    <a:pt x="349" y="818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2"/>
                    <a:pt x="665" y="628"/>
                  </a:cubicBezTo>
                  <a:cubicBezTo>
                    <a:pt x="665" y="406"/>
                    <a:pt x="539" y="153"/>
                    <a:pt x="349" y="58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38">
              <a:extLst>
                <a:ext uri="{FF2B5EF4-FFF2-40B4-BE49-F238E27FC236}">
                  <a16:creationId xmlns:a16="http://schemas.microsoft.com/office/drawing/2014/main" id="{45F61838-6609-DE44-00DE-8A97394EB41A}"/>
                </a:ext>
              </a:extLst>
            </p:cNvPr>
            <p:cNvSpPr/>
            <p:nvPr/>
          </p:nvSpPr>
          <p:spPr>
            <a:xfrm>
              <a:off x="1475381" y="328390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38">
              <a:extLst>
                <a:ext uri="{FF2B5EF4-FFF2-40B4-BE49-F238E27FC236}">
                  <a16:creationId xmlns:a16="http://schemas.microsoft.com/office/drawing/2014/main" id="{EAB77E4B-0D91-899B-A1E0-47FBAB595F57}"/>
                </a:ext>
              </a:extLst>
            </p:cNvPr>
            <p:cNvSpPr/>
            <p:nvPr/>
          </p:nvSpPr>
          <p:spPr>
            <a:xfrm>
              <a:off x="1047012" y="3128513"/>
              <a:ext cx="488389" cy="387790"/>
            </a:xfrm>
            <a:custGeom>
              <a:avLst/>
              <a:gdLst/>
              <a:ahLst/>
              <a:cxnLst/>
              <a:rect l="l" t="t" r="r" b="b"/>
              <a:pathLst>
                <a:path w="14948" h="11869" extrusionOk="0">
                  <a:moveTo>
                    <a:pt x="238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20"/>
                  </a:lnTo>
                  <a:cubicBezTo>
                    <a:pt x="0" y="3205"/>
                    <a:pt x="190" y="3553"/>
                    <a:pt x="444" y="3680"/>
                  </a:cubicBezTo>
                  <a:lnTo>
                    <a:pt x="14505" y="11818"/>
                  </a:lnTo>
                  <a:cubicBezTo>
                    <a:pt x="14572" y="11852"/>
                    <a:pt x="14636" y="11868"/>
                    <a:pt x="14692" y="11868"/>
                  </a:cubicBezTo>
                  <a:cubicBezTo>
                    <a:pt x="14846" y="11868"/>
                    <a:pt x="14948" y="11751"/>
                    <a:pt x="14948" y="11565"/>
                  </a:cubicBezTo>
                  <a:lnTo>
                    <a:pt x="14948" y="8937"/>
                  </a:lnTo>
                  <a:cubicBezTo>
                    <a:pt x="14948" y="8652"/>
                    <a:pt x="14758" y="8335"/>
                    <a:pt x="14505" y="8177"/>
                  </a:cubicBezTo>
                  <a:lnTo>
                    <a:pt x="444" y="69"/>
                  </a:lnTo>
                  <a:cubicBezTo>
                    <a:pt x="368" y="22"/>
                    <a:pt x="298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38">
              <a:extLst>
                <a:ext uri="{FF2B5EF4-FFF2-40B4-BE49-F238E27FC236}">
                  <a16:creationId xmlns:a16="http://schemas.microsoft.com/office/drawing/2014/main" id="{5F8779CA-6D54-F758-3E85-EA8879FDBB9F}"/>
                </a:ext>
              </a:extLst>
            </p:cNvPr>
            <p:cNvSpPr/>
            <p:nvPr/>
          </p:nvSpPr>
          <p:spPr>
            <a:xfrm>
              <a:off x="1071843" y="3164911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38">
              <a:extLst>
                <a:ext uri="{FF2B5EF4-FFF2-40B4-BE49-F238E27FC236}">
                  <a16:creationId xmlns:a16="http://schemas.microsoft.com/office/drawing/2014/main" id="{2B8BED4E-B7ED-E2E2-6EB9-8FCA118604CE}"/>
                </a:ext>
              </a:extLst>
            </p:cNvPr>
            <p:cNvSpPr/>
            <p:nvPr/>
          </p:nvSpPr>
          <p:spPr>
            <a:xfrm>
              <a:off x="1071843" y="3191800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38">
              <a:extLst>
                <a:ext uri="{FF2B5EF4-FFF2-40B4-BE49-F238E27FC236}">
                  <a16:creationId xmlns:a16="http://schemas.microsoft.com/office/drawing/2014/main" id="{4E9201E1-BD32-F4E6-497B-743468857466}"/>
                </a:ext>
              </a:extLst>
            </p:cNvPr>
            <p:cNvSpPr/>
            <p:nvPr/>
          </p:nvSpPr>
          <p:spPr>
            <a:xfrm>
              <a:off x="1071843" y="3217677"/>
              <a:ext cx="163493" cy="102461"/>
            </a:xfrm>
            <a:custGeom>
              <a:avLst/>
              <a:gdLst/>
              <a:ahLst/>
              <a:cxnLst/>
              <a:rect l="l" t="t" r="r" b="b"/>
              <a:pathLst>
                <a:path w="5004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04" y="3136"/>
                  </a:lnTo>
                  <a:lnTo>
                    <a:pt x="5004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38">
              <a:extLst>
                <a:ext uri="{FF2B5EF4-FFF2-40B4-BE49-F238E27FC236}">
                  <a16:creationId xmlns:a16="http://schemas.microsoft.com/office/drawing/2014/main" id="{546A283F-EAC1-9ADB-E96D-57B7B228D3FB}"/>
                </a:ext>
              </a:extLst>
            </p:cNvPr>
            <p:cNvSpPr/>
            <p:nvPr/>
          </p:nvSpPr>
          <p:spPr>
            <a:xfrm>
              <a:off x="1379128" y="3366663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5" y="1"/>
                  </a:moveTo>
                  <a:cubicBezTo>
                    <a:pt x="189" y="1"/>
                    <a:pt x="156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2" y="872"/>
                    <a:pt x="529" y="872"/>
                  </a:cubicBezTo>
                  <a:cubicBezTo>
                    <a:pt x="556" y="872"/>
                    <a:pt x="581" y="867"/>
                    <a:pt x="603" y="856"/>
                  </a:cubicBezTo>
                  <a:cubicBezTo>
                    <a:pt x="729" y="761"/>
                    <a:pt x="729" y="539"/>
                    <a:pt x="603" y="317"/>
                  </a:cubicBezTo>
                  <a:cubicBezTo>
                    <a:pt x="504" y="121"/>
                    <a:pt x="349" y="1"/>
                    <a:pt x="2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38">
              <a:extLst>
                <a:ext uri="{FF2B5EF4-FFF2-40B4-BE49-F238E27FC236}">
                  <a16:creationId xmlns:a16="http://schemas.microsoft.com/office/drawing/2014/main" id="{64AF6F4C-19B6-7836-7752-AE2C1F03DE25}"/>
                </a:ext>
              </a:extLst>
            </p:cNvPr>
            <p:cNvSpPr/>
            <p:nvPr/>
          </p:nvSpPr>
          <p:spPr>
            <a:xfrm>
              <a:off x="1427777" y="339443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38">
              <a:extLst>
                <a:ext uri="{FF2B5EF4-FFF2-40B4-BE49-F238E27FC236}">
                  <a16:creationId xmlns:a16="http://schemas.microsoft.com/office/drawing/2014/main" id="{AFD913D8-318C-3A82-9507-FB6AE61FD8CC}"/>
                </a:ext>
              </a:extLst>
            </p:cNvPr>
            <p:cNvSpPr/>
            <p:nvPr/>
          </p:nvSpPr>
          <p:spPr>
            <a:xfrm>
              <a:off x="1476394" y="3422370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80" y="0"/>
                  </a:moveTo>
                  <a:cubicBezTo>
                    <a:pt x="69" y="0"/>
                    <a:pt x="1" y="89"/>
                    <a:pt x="1" y="228"/>
                  </a:cubicBezTo>
                  <a:cubicBezTo>
                    <a:pt x="1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8" y="164"/>
                    <a:pt x="317" y="38"/>
                  </a:cubicBezTo>
                  <a:cubicBezTo>
                    <a:pt x="267" y="12"/>
                    <a:pt x="220" y="0"/>
                    <a:pt x="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38">
              <a:extLst>
                <a:ext uri="{FF2B5EF4-FFF2-40B4-BE49-F238E27FC236}">
                  <a16:creationId xmlns:a16="http://schemas.microsoft.com/office/drawing/2014/main" id="{6985BE9A-8749-71AE-6EE1-B3BE4F6D7E6C}"/>
                </a:ext>
              </a:extLst>
            </p:cNvPr>
            <p:cNvSpPr/>
            <p:nvPr/>
          </p:nvSpPr>
          <p:spPr>
            <a:xfrm>
              <a:off x="1602641" y="1602969"/>
              <a:ext cx="473915" cy="2077252"/>
            </a:xfrm>
            <a:custGeom>
              <a:avLst/>
              <a:gdLst/>
              <a:ahLst/>
              <a:cxnLst/>
              <a:rect l="l" t="t" r="r" b="b"/>
              <a:pathLst>
                <a:path w="14505" h="63578" extrusionOk="0">
                  <a:moveTo>
                    <a:pt x="14203" y="0"/>
                  </a:moveTo>
                  <a:cubicBezTo>
                    <a:pt x="14130" y="0"/>
                    <a:pt x="14050" y="26"/>
                    <a:pt x="13966" y="81"/>
                  </a:cubicBezTo>
                  <a:lnTo>
                    <a:pt x="570" y="7809"/>
                  </a:lnTo>
                  <a:cubicBezTo>
                    <a:pt x="254" y="7967"/>
                    <a:pt x="0" y="8410"/>
                    <a:pt x="0" y="8759"/>
                  </a:cubicBezTo>
                  <a:lnTo>
                    <a:pt x="0" y="63577"/>
                  </a:lnTo>
                  <a:lnTo>
                    <a:pt x="14505" y="55217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20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38">
              <a:extLst>
                <a:ext uri="{FF2B5EF4-FFF2-40B4-BE49-F238E27FC236}">
                  <a16:creationId xmlns:a16="http://schemas.microsoft.com/office/drawing/2014/main" id="{5935887F-4CC3-179F-5E3D-CD6BC4DCECB9}"/>
                </a:ext>
              </a:extLst>
            </p:cNvPr>
            <p:cNvSpPr/>
            <p:nvPr/>
          </p:nvSpPr>
          <p:spPr>
            <a:xfrm>
              <a:off x="1618160" y="162985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6"/>
                  </a:lnTo>
                  <a:cubicBezTo>
                    <a:pt x="190" y="7524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40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8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38">
              <a:extLst>
                <a:ext uri="{FF2B5EF4-FFF2-40B4-BE49-F238E27FC236}">
                  <a16:creationId xmlns:a16="http://schemas.microsoft.com/office/drawing/2014/main" id="{31E74116-2A96-F75C-27C8-AF5F3C44F215}"/>
                </a:ext>
              </a:extLst>
            </p:cNvPr>
            <p:cNvSpPr/>
            <p:nvPr/>
          </p:nvSpPr>
          <p:spPr>
            <a:xfrm>
              <a:off x="1618160" y="17683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9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38">
              <a:extLst>
                <a:ext uri="{FF2B5EF4-FFF2-40B4-BE49-F238E27FC236}">
                  <a16:creationId xmlns:a16="http://schemas.microsoft.com/office/drawing/2014/main" id="{19D7D26F-3BC0-6715-5328-581C8C03114A}"/>
                </a:ext>
              </a:extLst>
            </p:cNvPr>
            <p:cNvSpPr/>
            <p:nvPr/>
          </p:nvSpPr>
          <p:spPr>
            <a:xfrm>
              <a:off x="1618160" y="190698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30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6"/>
                  </a:lnTo>
                  <a:cubicBezTo>
                    <a:pt x="13365" y="3539"/>
                    <a:pt x="13555" y="3191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38">
              <a:extLst>
                <a:ext uri="{FF2B5EF4-FFF2-40B4-BE49-F238E27FC236}">
                  <a16:creationId xmlns:a16="http://schemas.microsoft.com/office/drawing/2014/main" id="{EDB6BCB1-2CA7-939E-663D-FFA1E14C1258}"/>
                </a:ext>
              </a:extLst>
            </p:cNvPr>
            <p:cNvSpPr/>
            <p:nvPr/>
          </p:nvSpPr>
          <p:spPr>
            <a:xfrm>
              <a:off x="1618160" y="204515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4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38">
              <a:extLst>
                <a:ext uri="{FF2B5EF4-FFF2-40B4-BE49-F238E27FC236}">
                  <a16:creationId xmlns:a16="http://schemas.microsoft.com/office/drawing/2014/main" id="{46F644EC-8D6C-951B-DFC1-E6505EC71C0C}"/>
                </a:ext>
              </a:extLst>
            </p:cNvPr>
            <p:cNvSpPr/>
            <p:nvPr/>
          </p:nvSpPr>
          <p:spPr>
            <a:xfrm>
              <a:off x="1618160" y="2183429"/>
              <a:ext cx="442876" cy="361293"/>
            </a:xfrm>
            <a:custGeom>
              <a:avLst/>
              <a:gdLst/>
              <a:ahLst/>
              <a:cxnLst/>
              <a:rect l="l" t="t" r="r" b="b"/>
              <a:pathLst>
                <a:path w="13555" h="11058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6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38">
              <a:extLst>
                <a:ext uri="{FF2B5EF4-FFF2-40B4-BE49-F238E27FC236}">
                  <a16:creationId xmlns:a16="http://schemas.microsoft.com/office/drawing/2014/main" id="{901F4D4B-4020-F7CC-4DD7-80B413299137}"/>
                </a:ext>
              </a:extLst>
            </p:cNvPr>
            <p:cNvSpPr/>
            <p:nvPr/>
          </p:nvSpPr>
          <p:spPr>
            <a:xfrm>
              <a:off x="1618160" y="23218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1"/>
                  </a:moveTo>
                  <a:cubicBezTo>
                    <a:pt x="13254" y="1"/>
                    <a:pt x="13185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1"/>
                    <a:pt x="1331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38">
              <a:extLst>
                <a:ext uri="{FF2B5EF4-FFF2-40B4-BE49-F238E27FC236}">
                  <a16:creationId xmlns:a16="http://schemas.microsoft.com/office/drawing/2014/main" id="{75A22F28-FFB1-9C40-0C11-563D39770983}"/>
                </a:ext>
              </a:extLst>
            </p:cNvPr>
            <p:cNvSpPr/>
            <p:nvPr/>
          </p:nvSpPr>
          <p:spPr>
            <a:xfrm>
              <a:off x="1618160" y="2460557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38">
              <a:extLst>
                <a:ext uri="{FF2B5EF4-FFF2-40B4-BE49-F238E27FC236}">
                  <a16:creationId xmlns:a16="http://schemas.microsoft.com/office/drawing/2014/main" id="{E0C00E7E-AA26-6149-0776-E777A5714803}"/>
                </a:ext>
              </a:extLst>
            </p:cNvPr>
            <p:cNvSpPr/>
            <p:nvPr/>
          </p:nvSpPr>
          <p:spPr>
            <a:xfrm>
              <a:off x="1618160" y="259872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38">
              <a:extLst>
                <a:ext uri="{FF2B5EF4-FFF2-40B4-BE49-F238E27FC236}">
                  <a16:creationId xmlns:a16="http://schemas.microsoft.com/office/drawing/2014/main" id="{C7A963C8-288B-704C-5CE8-9B8BE0013C60}"/>
                </a:ext>
              </a:extLst>
            </p:cNvPr>
            <p:cNvSpPr/>
            <p:nvPr/>
          </p:nvSpPr>
          <p:spPr>
            <a:xfrm>
              <a:off x="1618160" y="2736999"/>
              <a:ext cx="442876" cy="361260"/>
            </a:xfrm>
            <a:custGeom>
              <a:avLst/>
              <a:gdLst/>
              <a:ahLst/>
              <a:cxnLst/>
              <a:rect l="l" t="t" r="r" b="b"/>
              <a:pathLst>
                <a:path w="13555" h="11057" extrusionOk="0">
                  <a:moveTo>
                    <a:pt x="13299" y="0"/>
                  </a:moveTo>
                  <a:cubicBezTo>
                    <a:pt x="13243" y="0"/>
                    <a:pt x="13179" y="16"/>
                    <a:pt x="13111" y="50"/>
                  </a:cubicBezTo>
                  <a:lnTo>
                    <a:pt x="444" y="7365"/>
                  </a:lnTo>
                  <a:cubicBezTo>
                    <a:pt x="190" y="7524"/>
                    <a:pt x="0" y="7840"/>
                    <a:pt x="0" y="8125"/>
                  </a:cubicBezTo>
                  <a:lnTo>
                    <a:pt x="0" y="10754"/>
                  </a:lnTo>
                  <a:cubicBezTo>
                    <a:pt x="0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1" y="3692"/>
                  </a:lnTo>
                  <a:cubicBezTo>
                    <a:pt x="13365" y="3533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53" y="0"/>
                    <a:pt x="13299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38">
              <a:extLst>
                <a:ext uri="{FF2B5EF4-FFF2-40B4-BE49-F238E27FC236}">
                  <a16:creationId xmlns:a16="http://schemas.microsoft.com/office/drawing/2014/main" id="{AFC8810A-EF4A-0758-DD76-971DA522E2B8}"/>
                </a:ext>
              </a:extLst>
            </p:cNvPr>
            <p:cNvSpPr/>
            <p:nvPr/>
          </p:nvSpPr>
          <p:spPr>
            <a:xfrm>
              <a:off x="1618160" y="287546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31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9" y="11050"/>
                    <a:pt x="368" y="11028"/>
                    <a:pt x="444" y="10981"/>
                  </a:cubicBezTo>
                  <a:lnTo>
                    <a:pt x="13111" y="3697"/>
                  </a:lnTo>
                  <a:cubicBezTo>
                    <a:pt x="13365" y="3539"/>
                    <a:pt x="13555" y="3222"/>
                    <a:pt x="13555" y="2937"/>
                  </a:cubicBezTo>
                  <a:lnTo>
                    <a:pt x="13555" y="309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38">
              <a:extLst>
                <a:ext uri="{FF2B5EF4-FFF2-40B4-BE49-F238E27FC236}">
                  <a16:creationId xmlns:a16="http://schemas.microsoft.com/office/drawing/2014/main" id="{B486C194-A4B7-C48B-3135-C57D5F8F1233}"/>
                </a:ext>
              </a:extLst>
            </p:cNvPr>
            <p:cNvSpPr/>
            <p:nvPr/>
          </p:nvSpPr>
          <p:spPr>
            <a:xfrm>
              <a:off x="1618160" y="3014127"/>
              <a:ext cx="442876" cy="360574"/>
            </a:xfrm>
            <a:custGeom>
              <a:avLst/>
              <a:gdLst/>
              <a:ahLst/>
              <a:cxnLst/>
              <a:rect l="l" t="t" r="r" b="b"/>
              <a:pathLst>
                <a:path w="13555" h="11036" extrusionOk="0">
                  <a:moveTo>
                    <a:pt x="13314" y="0"/>
                  </a:moveTo>
                  <a:cubicBezTo>
                    <a:pt x="13254" y="0"/>
                    <a:pt x="13185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7"/>
                  </a:lnTo>
                  <a:cubicBezTo>
                    <a:pt x="0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1" y="3665"/>
                  </a:lnTo>
                  <a:cubicBezTo>
                    <a:pt x="13365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60" y="0"/>
                    <a:pt x="1331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38">
              <a:extLst>
                <a:ext uri="{FF2B5EF4-FFF2-40B4-BE49-F238E27FC236}">
                  <a16:creationId xmlns:a16="http://schemas.microsoft.com/office/drawing/2014/main" id="{DBE2E2F5-6D3A-E118-640D-E871E16B8ADE}"/>
                </a:ext>
              </a:extLst>
            </p:cNvPr>
            <p:cNvSpPr/>
            <p:nvPr/>
          </p:nvSpPr>
          <p:spPr>
            <a:xfrm>
              <a:off x="1618160" y="3152299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17" y="1"/>
                  </a:moveTo>
                  <a:cubicBezTo>
                    <a:pt x="13257" y="1"/>
                    <a:pt x="13187" y="23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6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65" y="3553"/>
                    <a:pt x="13555" y="3205"/>
                    <a:pt x="13555" y="2920"/>
                  </a:cubicBezTo>
                  <a:lnTo>
                    <a:pt x="13555" y="323"/>
                  </a:lnTo>
                  <a:cubicBezTo>
                    <a:pt x="13555" y="123"/>
                    <a:pt x="13461" y="1"/>
                    <a:pt x="1331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38">
              <a:extLst>
                <a:ext uri="{FF2B5EF4-FFF2-40B4-BE49-F238E27FC236}">
                  <a16:creationId xmlns:a16="http://schemas.microsoft.com/office/drawing/2014/main" id="{4C5514D8-B6BC-0DE6-C43F-518A11971507}"/>
                </a:ext>
              </a:extLst>
            </p:cNvPr>
            <p:cNvSpPr/>
            <p:nvPr/>
          </p:nvSpPr>
          <p:spPr>
            <a:xfrm>
              <a:off x="1006661" y="1168980"/>
              <a:ext cx="1091621" cy="634304"/>
            </a:xfrm>
            <a:custGeom>
              <a:avLst/>
              <a:gdLst/>
              <a:ahLst/>
              <a:cxnLst/>
              <a:rect l="l" t="t" r="r" b="b"/>
              <a:pathLst>
                <a:path w="33411" h="19414" extrusionOk="0">
                  <a:moveTo>
                    <a:pt x="16183" y="0"/>
                  </a:moveTo>
                  <a:lnTo>
                    <a:pt x="0" y="9374"/>
                  </a:lnTo>
                  <a:lnTo>
                    <a:pt x="17386" y="19413"/>
                  </a:lnTo>
                  <a:lnTo>
                    <a:pt x="33411" y="10134"/>
                  </a:lnTo>
                  <a:lnTo>
                    <a:pt x="161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38">
              <a:extLst>
                <a:ext uri="{FF2B5EF4-FFF2-40B4-BE49-F238E27FC236}">
                  <a16:creationId xmlns:a16="http://schemas.microsoft.com/office/drawing/2014/main" id="{87D16C70-7D44-7F5F-7502-49A3CBBD99AE}"/>
                </a:ext>
              </a:extLst>
            </p:cNvPr>
            <p:cNvSpPr/>
            <p:nvPr/>
          </p:nvSpPr>
          <p:spPr>
            <a:xfrm>
              <a:off x="1180479" y="1290032"/>
              <a:ext cx="533934" cy="430460"/>
            </a:xfrm>
            <a:custGeom>
              <a:avLst/>
              <a:gdLst/>
              <a:ahLst/>
              <a:cxnLst/>
              <a:rect l="l" t="t" r="r" b="b"/>
              <a:pathLst>
                <a:path w="16342" h="13175" extrusionOk="0">
                  <a:moveTo>
                    <a:pt x="10230" y="0"/>
                  </a:moveTo>
                  <a:lnTo>
                    <a:pt x="0" y="5922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38">
              <a:extLst>
                <a:ext uri="{FF2B5EF4-FFF2-40B4-BE49-F238E27FC236}">
                  <a16:creationId xmlns:a16="http://schemas.microsoft.com/office/drawing/2014/main" id="{2DC90961-0C26-79CA-B930-5F003A9AC1E9}"/>
                </a:ext>
              </a:extLst>
            </p:cNvPr>
            <p:cNvSpPr/>
            <p:nvPr/>
          </p:nvSpPr>
          <p:spPr>
            <a:xfrm>
              <a:off x="1180479" y="1440064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0" y="0"/>
                  </a:moveTo>
                  <a:lnTo>
                    <a:pt x="0" y="1330"/>
                  </a:lnTo>
                  <a:lnTo>
                    <a:pt x="2091" y="1995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38">
              <a:extLst>
                <a:ext uri="{FF2B5EF4-FFF2-40B4-BE49-F238E27FC236}">
                  <a16:creationId xmlns:a16="http://schemas.microsoft.com/office/drawing/2014/main" id="{997B331E-BCFD-285E-E483-8583EFEE8BE2}"/>
                </a:ext>
              </a:extLst>
            </p:cNvPr>
            <p:cNvSpPr/>
            <p:nvPr/>
          </p:nvSpPr>
          <p:spPr>
            <a:xfrm>
              <a:off x="1589179" y="1405921"/>
              <a:ext cx="335285" cy="314571"/>
            </a:xfrm>
            <a:custGeom>
              <a:avLst/>
              <a:gdLst/>
              <a:ahLst/>
              <a:cxnLst/>
              <a:rect l="l" t="t" r="r" b="b"/>
              <a:pathLst>
                <a:path w="10262" h="9628" extrusionOk="0">
                  <a:moveTo>
                    <a:pt x="3833" y="0"/>
                  </a:moveTo>
                  <a:lnTo>
                    <a:pt x="1" y="8298"/>
                  </a:lnTo>
                  <a:lnTo>
                    <a:pt x="1" y="9628"/>
                  </a:lnTo>
                  <a:lnTo>
                    <a:pt x="10262" y="3737"/>
                  </a:lnTo>
                  <a:lnTo>
                    <a:pt x="8678" y="2819"/>
                  </a:lnTo>
                  <a:lnTo>
                    <a:pt x="383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38">
              <a:extLst>
                <a:ext uri="{FF2B5EF4-FFF2-40B4-BE49-F238E27FC236}">
                  <a16:creationId xmlns:a16="http://schemas.microsoft.com/office/drawing/2014/main" id="{C52DFFF8-09D8-719A-DBBD-A6E8527CF48A}"/>
                </a:ext>
              </a:extLst>
            </p:cNvPr>
            <p:cNvSpPr/>
            <p:nvPr/>
          </p:nvSpPr>
          <p:spPr>
            <a:xfrm>
              <a:off x="1763030" y="1482473"/>
              <a:ext cx="161435" cy="110760"/>
            </a:xfrm>
            <a:custGeom>
              <a:avLst/>
              <a:gdLst/>
              <a:ahLst/>
              <a:cxnLst/>
              <a:rect l="l" t="t" r="r" b="b"/>
              <a:pathLst>
                <a:path w="4941" h="3390" extrusionOk="0">
                  <a:moveTo>
                    <a:pt x="1204" y="1"/>
                  </a:moveTo>
                  <a:lnTo>
                    <a:pt x="0" y="3389"/>
                  </a:lnTo>
                  <a:lnTo>
                    <a:pt x="4941" y="1394"/>
                  </a:lnTo>
                  <a:lnTo>
                    <a:pt x="4941" y="64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38">
              <a:extLst>
                <a:ext uri="{FF2B5EF4-FFF2-40B4-BE49-F238E27FC236}">
                  <a16:creationId xmlns:a16="http://schemas.microsoft.com/office/drawing/2014/main" id="{F5F86A47-3D7E-7845-207E-FDA01AE27E35}"/>
                </a:ext>
              </a:extLst>
            </p:cNvPr>
            <p:cNvSpPr/>
            <p:nvPr/>
          </p:nvSpPr>
          <p:spPr>
            <a:xfrm>
              <a:off x="1180479" y="1247590"/>
              <a:ext cx="743985" cy="429447"/>
            </a:xfrm>
            <a:custGeom>
              <a:avLst/>
              <a:gdLst/>
              <a:ahLst/>
              <a:cxnLst/>
              <a:rect l="l" t="t" r="r" b="b"/>
              <a:pathLst>
                <a:path w="22771" h="13144" extrusionOk="0">
                  <a:moveTo>
                    <a:pt x="10230" y="1"/>
                  </a:moveTo>
                  <a:lnTo>
                    <a:pt x="0" y="5891"/>
                  </a:lnTo>
                  <a:lnTo>
                    <a:pt x="12510" y="13144"/>
                  </a:lnTo>
                  <a:lnTo>
                    <a:pt x="22771" y="7253"/>
                  </a:lnTo>
                  <a:lnTo>
                    <a:pt x="10230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38">
              <a:extLst>
                <a:ext uri="{FF2B5EF4-FFF2-40B4-BE49-F238E27FC236}">
                  <a16:creationId xmlns:a16="http://schemas.microsoft.com/office/drawing/2014/main" id="{79DF876A-6181-40D5-A18D-9241FFC8A88C}"/>
                </a:ext>
              </a:extLst>
            </p:cNvPr>
            <p:cNvSpPr/>
            <p:nvPr/>
          </p:nvSpPr>
          <p:spPr>
            <a:xfrm>
              <a:off x="1370862" y="1355998"/>
              <a:ext cx="182149" cy="56164"/>
            </a:xfrm>
            <a:custGeom>
              <a:avLst/>
              <a:gdLst/>
              <a:ahLst/>
              <a:cxnLst/>
              <a:rect l="l" t="t" r="r" b="b"/>
              <a:pathLst>
                <a:path w="5575" h="1719" extrusionOk="0">
                  <a:moveTo>
                    <a:pt x="2787" y="0"/>
                  </a:moveTo>
                  <a:cubicBezTo>
                    <a:pt x="2091" y="0"/>
                    <a:pt x="1394" y="151"/>
                    <a:pt x="856" y="452"/>
                  </a:cubicBezTo>
                  <a:cubicBezTo>
                    <a:pt x="254" y="800"/>
                    <a:pt x="1" y="1275"/>
                    <a:pt x="64" y="1718"/>
                  </a:cubicBezTo>
                  <a:cubicBezTo>
                    <a:pt x="127" y="1370"/>
                    <a:pt x="412" y="1053"/>
                    <a:pt x="856" y="768"/>
                  </a:cubicBezTo>
                  <a:cubicBezTo>
                    <a:pt x="1394" y="467"/>
                    <a:pt x="2091" y="317"/>
                    <a:pt x="2787" y="317"/>
                  </a:cubicBezTo>
                  <a:cubicBezTo>
                    <a:pt x="3484" y="317"/>
                    <a:pt x="4181" y="467"/>
                    <a:pt x="4719" y="768"/>
                  </a:cubicBezTo>
                  <a:cubicBezTo>
                    <a:pt x="5163" y="1053"/>
                    <a:pt x="5416" y="1370"/>
                    <a:pt x="5479" y="1718"/>
                  </a:cubicBezTo>
                  <a:cubicBezTo>
                    <a:pt x="5574" y="1275"/>
                    <a:pt x="5321" y="800"/>
                    <a:pt x="4719" y="452"/>
                  </a:cubicBezTo>
                  <a:cubicBezTo>
                    <a:pt x="4181" y="151"/>
                    <a:pt x="3484" y="0"/>
                    <a:pt x="278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38">
              <a:extLst>
                <a:ext uri="{FF2B5EF4-FFF2-40B4-BE49-F238E27FC236}">
                  <a16:creationId xmlns:a16="http://schemas.microsoft.com/office/drawing/2014/main" id="{664B306A-5F92-1380-D581-287B67229C0E}"/>
                </a:ext>
              </a:extLst>
            </p:cNvPr>
            <p:cNvSpPr/>
            <p:nvPr/>
          </p:nvSpPr>
          <p:spPr>
            <a:xfrm>
              <a:off x="1372920" y="1366322"/>
              <a:ext cx="176987" cy="92398"/>
            </a:xfrm>
            <a:custGeom>
              <a:avLst/>
              <a:gdLst/>
              <a:ahLst/>
              <a:cxnLst/>
              <a:rect l="l" t="t" r="r" b="b"/>
              <a:pathLst>
                <a:path w="5417" h="2828" extrusionOk="0">
                  <a:moveTo>
                    <a:pt x="2724" y="1"/>
                  </a:moveTo>
                  <a:cubicBezTo>
                    <a:pt x="2028" y="1"/>
                    <a:pt x="1331" y="151"/>
                    <a:pt x="793" y="452"/>
                  </a:cubicBezTo>
                  <a:cubicBezTo>
                    <a:pt x="318" y="737"/>
                    <a:pt x="64" y="1054"/>
                    <a:pt x="1" y="1402"/>
                  </a:cubicBezTo>
                  <a:cubicBezTo>
                    <a:pt x="64" y="1751"/>
                    <a:pt x="349" y="2099"/>
                    <a:pt x="793" y="2352"/>
                  </a:cubicBezTo>
                  <a:cubicBezTo>
                    <a:pt x="1331" y="2669"/>
                    <a:pt x="2028" y="2827"/>
                    <a:pt x="2724" y="2827"/>
                  </a:cubicBezTo>
                  <a:cubicBezTo>
                    <a:pt x="3421" y="2827"/>
                    <a:pt x="4118" y="2669"/>
                    <a:pt x="4656" y="2352"/>
                  </a:cubicBezTo>
                  <a:cubicBezTo>
                    <a:pt x="5100" y="2099"/>
                    <a:pt x="5353" y="1751"/>
                    <a:pt x="5416" y="1402"/>
                  </a:cubicBezTo>
                  <a:cubicBezTo>
                    <a:pt x="5353" y="1054"/>
                    <a:pt x="5100" y="737"/>
                    <a:pt x="4656" y="452"/>
                  </a:cubicBezTo>
                  <a:cubicBezTo>
                    <a:pt x="4118" y="151"/>
                    <a:pt x="3421" y="1"/>
                    <a:pt x="2724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38">
              <a:extLst>
                <a:ext uri="{FF2B5EF4-FFF2-40B4-BE49-F238E27FC236}">
                  <a16:creationId xmlns:a16="http://schemas.microsoft.com/office/drawing/2014/main" id="{9966E4E1-6F89-B568-5D71-2D6BCDBDC052}"/>
                </a:ext>
              </a:extLst>
            </p:cNvPr>
            <p:cNvSpPr/>
            <p:nvPr/>
          </p:nvSpPr>
          <p:spPr>
            <a:xfrm>
              <a:off x="1307739" y="1415233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38">
              <a:extLst>
                <a:ext uri="{FF2B5EF4-FFF2-40B4-BE49-F238E27FC236}">
                  <a16:creationId xmlns:a16="http://schemas.microsoft.com/office/drawing/2014/main" id="{690FB568-1D2C-50E6-EDA0-84AA62384C13}"/>
                </a:ext>
              </a:extLst>
            </p:cNvPr>
            <p:cNvSpPr/>
            <p:nvPr/>
          </p:nvSpPr>
          <p:spPr>
            <a:xfrm>
              <a:off x="1284998" y="1428661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03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38">
              <a:extLst>
                <a:ext uri="{FF2B5EF4-FFF2-40B4-BE49-F238E27FC236}">
                  <a16:creationId xmlns:a16="http://schemas.microsoft.com/office/drawing/2014/main" id="{BF18DFA4-F2A6-3993-1D93-7059E6A9ED92}"/>
                </a:ext>
              </a:extLst>
            </p:cNvPr>
            <p:cNvSpPr/>
            <p:nvPr/>
          </p:nvSpPr>
          <p:spPr>
            <a:xfrm>
              <a:off x="1262226" y="144212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38">
              <a:extLst>
                <a:ext uri="{FF2B5EF4-FFF2-40B4-BE49-F238E27FC236}">
                  <a16:creationId xmlns:a16="http://schemas.microsoft.com/office/drawing/2014/main" id="{11155C81-6A42-32EF-CB5E-38A300FA654D}"/>
                </a:ext>
              </a:extLst>
            </p:cNvPr>
            <p:cNvSpPr/>
            <p:nvPr/>
          </p:nvSpPr>
          <p:spPr>
            <a:xfrm>
              <a:off x="1516745" y="1290032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38">
              <a:extLst>
                <a:ext uri="{FF2B5EF4-FFF2-40B4-BE49-F238E27FC236}">
                  <a16:creationId xmlns:a16="http://schemas.microsoft.com/office/drawing/2014/main" id="{E3C2AE26-A3BC-9EB9-8011-69D5270F7E89}"/>
                </a:ext>
              </a:extLst>
            </p:cNvPr>
            <p:cNvSpPr/>
            <p:nvPr/>
          </p:nvSpPr>
          <p:spPr>
            <a:xfrm>
              <a:off x="1494004" y="1303493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38">
              <a:extLst>
                <a:ext uri="{FF2B5EF4-FFF2-40B4-BE49-F238E27FC236}">
                  <a16:creationId xmlns:a16="http://schemas.microsoft.com/office/drawing/2014/main" id="{35E6BDD7-96E4-4D14-F4C7-12BB5D3654D6}"/>
                </a:ext>
              </a:extLst>
            </p:cNvPr>
            <p:cNvSpPr/>
            <p:nvPr/>
          </p:nvSpPr>
          <p:spPr>
            <a:xfrm>
              <a:off x="1471232" y="1316921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38">
              <a:extLst>
                <a:ext uri="{FF2B5EF4-FFF2-40B4-BE49-F238E27FC236}">
                  <a16:creationId xmlns:a16="http://schemas.microsoft.com/office/drawing/2014/main" id="{324DCA98-2D31-F4F5-4588-D6517EF82288}"/>
                </a:ext>
              </a:extLst>
            </p:cNvPr>
            <p:cNvSpPr/>
            <p:nvPr/>
          </p:nvSpPr>
          <p:spPr>
            <a:xfrm>
              <a:off x="1558141" y="1464634"/>
              <a:ext cx="183195" cy="56164"/>
            </a:xfrm>
            <a:custGeom>
              <a:avLst/>
              <a:gdLst/>
              <a:ahLst/>
              <a:cxnLst/>
              <a:rect l="l" t="t" r="r" b="b"/>
              <a:pathLst>
                <a:path w="5607" h="1719" extrusionOk="0">
                  <a:moveTo>
                    <a:pt x="2803" y="0"/>
                  </a:moveTo>
                  <a:cubicBezTo>
                    <a:pt x="2107" y="0"/>
                    <a:pt x="1410" y="151"/>
                    <a:pt x="887" y="452"/>
                  </a:cubicBezTo>
                  <a:cubicBezTo>
                    <a:pt x="286" y="800"/>
                    <a:pt x="1" y="1275"/>
                    <a:pt x="96" y="1719"/>
                  </a:cubicBezTo>
                  <a:cubicBezTo>
                    <a:pt x="159" y="1370"/>
                    <a:pt x="412" y="1053"/>
                    <a:pt x="887" y="768"/>
                  </a:cubicBezTo>
                  <a:cubicBezTo>
                    <a:pt x="1410" y="468"/>
                    <a:pt x="2107" y="317"/>
                    <a:pt x="2803" y="317"/>
                  </a:cubicBezTo>
                  <a:cubicBezTo>
                    <a:pt x="3500" y="317"/>
                    <a:pt x="4197" y="468"/>
                    <a:pt x="4719" y="768"/>
                  </a:cubicBezTo>
                  <a:cubicBezTo>
                    <a:pt x="5194" y="1053"/>
                    <a:pt x="5448" y="1370"/>
                    <a:pt x="5511" y="1719"/>
                  </a:cubicBezTo>
                  <a:cubicBezTo>
                    <a:pt x="5606" y="1275"/>
                    <a:pt x="5321" y="800"/>
                    <a:pt x="4719" y="452"/>
                  </a:cubicBezTo>
                  <a:cubicBezTo>
                    <a:pt x="4197" y="151"/>
                    <a:pt x="3500" y="0"/>
                    <a:pt x="2803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38">
              <a:extLst>
                <a:ext uri="{FF2B5EF4-FFF2-40B4-BE49-F238E27FC236}">
                  <a16:creationId xmlns:a16="http://schemas.microsoft.com/office/drawing/2014/main" id="{8E5F6299-4DA8-4CC6-1AE1-0CBC05CC8846}"/>
                </a:ext>
              </a:extLst>
            </p:cNvPr>
            <p:cNvSpPr/>
            <p:nvPr/>
          </p:nvSpPr>
          <p:spPr>
            <a:xfrm>
              <a:off x="1561244" y="1474991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708" y="0"/>
                  </a:moveTo>
                  <a:cubicBezTo>
                    <a:pt x="2012" y="0"/>
                    <a:pt x="1315" y="151"/>
                    <a:pt x="792" y="451"/>
                  </a:cubicBezTo>
                  <a:cubicBezTo>
                    <a:pt x="317" y="736"/>
                    <a:pt x="64" y="1053"/>
                    <a:pt x="1" y="1402"/>
                  </a:cubicBezTo>
                  <a:cubicBezTo>
                    <a:pt x="64" y="1750"/>
                    <a:pt x="317" y="2098"/>
                    <a:pt x="792" y="2352"/>
                  </a:cubicBezTo>
                  <a:cubicBezTo>
                    <a:pt x="1315" y="2652"/>
                    <a:pt x="2012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98"/>
                    <a:pt x="5353" y="1750"/>
                    <a:pt x="5416" y="1402"/>
                  </a:cubicBezTo>
                  <a:cubicBezTo>
                    <a:pt x="5353" y="1053"/>
                    <a:pt x="5099" y="736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38">
              <a:extLst>
                <a:ext uri="{FF2B5EF4-FFF2-40B4-BE49-F238E27FC236}">
                  <a16:creationId xmlns:a16="http://schemas.microsoft.com/office/drawing/2014/main" id="{E0D1E076-66D2-87EB-102F-C726F93C0E90}"/>
                </a:ext>
              </a:extLst>
            </p:cNvPr>
            <p:cNvSpPr/>
            <p:nvPr/>
          </p:nvSpPr>
          <p:spPr>
            <a:xfrm>
              <a:off x="1496063" y="1523869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1" y="1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38">
              <a:extLst>
                <a:ext uri="{FF2B5EF4-FFF2-40B4-BE49-F238E27FC236}">
                  <a16:creationId xmlns:a16="http://schemas.microsoft.com/office/drawing/2014/main" id="{135E72F9-4E90-0129-AEFB-DA6EEC3831CC}"/>
                </a:ext>
              </a:extLst>
            </p:cNvPr>
            <p:cNvSpPr/>
            <p:nvPr/>
          </p:nvSpPr>
          <p:spPr>
            <a:xfrm>
              <a:off x="1473290" y="1537330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38">
              <a:extLst>
                <a:ext uri="{FF2B5EF4-FFF2-40B4-BE49-F238E27FC236}">
                  <a16:creationId xmlns:a16="http://schemas.microsoft.com/office/drawing/2014/main" id="{4AA071D7-8E96-CC32-76C0-04FD6E61659E}"/>
                </a:ext>
              </a:extLst>
            </p:cNvPr>
            <p:cNvSpPr/>
            <p:nvPr/>
          </p:nvSpPr>
          <p:spPr>
            <a:xfrm>
              <a:off x="1450550" y="1550758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8" y="1"/>
                  </a:moveTo>
                  <a:lnTo>
                    <a:pt x="0" y="191"/>
                  </a:lnTo>
                  <a:lnTo>
                    <a:pt x="3990" y="2503"/>
                  </a:lnTo>
                  <a:lnTo>
                    <a:pt x="4339" y="2281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38">
              <a:extLst>
                <a:ext uri="{FF2B5EF4-FFF2-40B4-BE49-F238E27FC236}">
                  <a16:creationId xmlns:a16="http://schemas.microsoft.com/office/drawing/2014/main" id="{685ED77C-6D7B-3208-E2E5-D445C49B79AE}"/>
                </a:ext>
              </a:extLst>
            </p:cNvPr>
            <p:cNvSpPr/>
            <p:nvPr/>
          </p:nvSpPr>
          <p:spPr>
            <a:xfrm>
              <a:off x="1704056" y="1398668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02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38">
              <a:extLst>
                <a:ext uri="{FF2B5EF4-FFF2-40B4-BE49-F238E27FC236}">
                  <a16:creationId xmlns:a16="http://schemas.microsoft.com/office/drawing/2014/main" id="{6BF4CD08-55C4-2317-FB7B-BEC031F8325A}"/>
                </a:ext>
              </a:extLst>
            </p:cNvPr>
            <p:cNvSpPr/>
            <p:nvPr/>
          </p:nvSpPr>
          <p:spPr>
            <a:xfrm>
              <a:off x="1681283" y="1412129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38">
              <a:extLst>
                <a:ext uri="{FF2B5EF4-FFF2-40B4-BE49-F238E27FC236}">
                  <a16:creationId xmlns:a16="http://schemas.microsoft.com/office/drawing/2014/main" id="{68FA9CBD-AAEE-8F97-0A84-1556AE191AF6}"/>
                </a:ext>
              </a:extLst>
            </p:cNvPr>
            <p:cNvSpPr/>
            <p:nvPr/>
          </p:nvSpPr>
          <p:spPr>
            <a:xfrm>
              <a:off x="1658511" y="1424545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38">
              <a:extLst>
                <a:ext uri="{FF2B5EF4-FFF2-40B4-BE49-F238E27FC236}">
                  <a16:creationId xmlns:a16="http://schemas.microsoft.com/office/drawing/2014/main" id="{775E527B-5658-073F-5704-80CCACF13F72}"/>
                </a:ext>
              </a:extLst>
            </p:cNvPr>
            <p:cNvSpPr/>
            <p:nvPr/>
          </p:nvSpPr>
          <p:spPr>
            <a:xfrm>
              <a:off x="2164477" y="1840498"/>
              <a:ext cx="523609" cy="2196703"/>
            </a:xfrm>
            <a:custGeom>
              <a:avLst/>
              <a:gdLst/>
              <a:ahLst/>
              <a:cxnLst/>
              <a:rect l="l" t="t" r="r" b="b"/>
              <a:pathLst>
                <a:path w="16026" h="67234" extrusionOk="0">
                  <a:moveTo>
                    <a:pt x="16025" y="0"/>
                  </a:moveTo>
                  <a:lnTo>
                    <a:pt x="1" y="9279"/>
                  </a:lnTo>
                  <a:lnTo>
                    <a:pt x="1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38">
              <a:extLst>
                <a:ext uri="{FF2B5EF4-FFF2-40B4-BE49-F238E27FC236}">
                  <a16:creationId xmlns:a16="http://schemas.microsoft.com/office/drawing/2014/main" id="{A545B348-38A7-8388-4358-136502CD7C6F}"/>
                </a:ext>
              </a:extLst>
            </p:cNvPr>
            <p:cNvSpPr/>
            <p:nvPr/>
          </p:nvSpPr>
          <p:spPr>
            <a:xfrm>
              <a:off x="1596433" y="1815667"/>
              <a:ext cx="568077" cy="2221534"/>
            </a:xfrm>
            <a:custGeom>
              <a:avLst/>
              <a:gdLst/>
              <a:ahLst/>
              <a:cxnLst/>
              <a:rect l="l" t="t" r="r" b="b"/>
              <a:pathLst>
                <a:path w="17387" h="67994" extrusionOk="0">
                  <a:moveTo>
                    <a:pt x="0" y="0"/>
                  </a:moveTo>
                  <a:lnTo>
                    <a:pt x="0" y="57954"/>
                  </a:lnTo>
                  <a:lnTo>
                    <a:pt x="17387" y="67993"/>
                  </a:lnTo>
                  <a:lnTo>
                    <a:pt x="17387" y="10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38">
              <a:extLst>
                <a:ext uri="{FF2B5EF4-FFF2-40B4-BE49-F238E27FC236}">
                  <a16:creationId xmlns:a16="http://schemas.microsoft.com/office/drawing/2014/main" id="{F930A0A9-9413-D435-6ABD-8AFB2C7DA843}"/>
                </a:ext>
              </a:extLst>
            </p:cNvPr>
            <p:cNvSpPr/>
            <p:nvPr/>
          </p:nvSpPr>
          <p:spPr>
            <a:xfrm>
              <a:off x="1621264" y="1920023"/>
              <a:ext cx="518415" cy="2102671"/>
            </a:xfrm>
            <a:custGeom>
              <a:avLst/>
              <a:gdLst/>
              <a:ahLst/>
              <a:cxnLst/>
              <a:rect l="l" t="t" r="r" b="b"/>
              <a:pathLst>
                <a:path w="15867" h="64356" extrusionOk="0">
                  <a:moveTo>
                    <a:pt x="293" y="1"/>
                  </a:moveTo>
                  <a:cubicBezTo>
                    <a:pt x="113" y="1"/>
                    <a:pt x="0" y="136"/>
                    <a:pt x="0" y="385"/>
                  </a:cubicBezTo>
                  <a:lnTo>
                    <a:pt x="0" y="55204"/>
                  </a:lnTo>
                  <a:lnTo>
                    <a:pt x="15867" y="64356"/>
                  </a:lnTo>
                  <a:lnTo>
                    <a:pt x="15867" y="9569"/>
                  </a:lnTo>
                  <a:cubicBezTo>
                    <a:pt x="15867" y="9220"/>
                    <a:pt x="15645" y="8777"/>
                    <a:pt x="15328" y="8619"/>
                  </a:cubicBezTo>
                  <a:lnTo>
                    <a:pt x="539" y="68"/>
                  </a:lnTo>
                  <a:cubicBezTo>
                    <a:pt x="448" y="23"/>
                    <a:pt x="365" y="1"/>
                    <a:pt x="29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38">
              <a:extLst>
                <a:ext uri="{FF2B5EF4-FFF2-40B4-BE49-F238E27FC236}">
                  <a16:creationId xmlns:a16="http://schemas.microsoft.com/office/drawing/2014/main" id="{48EC930D-530E-B5CC-90C2-D5B68A0EF186}"/>
                </a:ext>
              </a:extLst>
            </p:cNvPr>
            <p:cNvSpPr/>
            <p:nvPr/>
          </p:nvSpPr>
          <p:spPr>
            <a:xfrm>
              <a:off x="1636783" y="19464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12" y="3692"/>
                  </a:cubicBezTo>
                  <a:lnTo>
                    <a:pt x="14505" y="11799"/>
                  </a:lnTo>
                  <a:cubicBezTo>
                    <a:pt x="14572" y="11847"/>
                    <a:pt x="14637" y="11869"/>
                    <a:pt x="14694" y="11869"/>
                  </a:cubicBezTo>
                  <a:cubicBezTo>
                    <a:pt x="14824" y="11869"/>
                    <a:pt x="14917" y="11754"/>
                    <a:pt x="14917" y="11577"/>
                  </a:cubicBezTo>
                  <a:lnTo>
                    <a:pt x="14917" y="8949"/>
                  </a:lnTo>
                  <a:cubicBezTo>
                    <a:pt x="14917" y="8664"/>
                    <a:pt x="14727" y="8315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6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38">
              <a:extLst>
                <a:ext uri="{FF2B5EF4-FFF2-40B4-BE49-F238E27FC236}">
                  <a16:creationId xmlns:a16="http://schemas.microsoft.com/office/drawing/2014/main" id="{B6DBD2D2-4165-8150-F39A-846C18D2A533}"/>
                </a:ext>
              </a:extLst>
            </p:cNvPr>
            <p:cNvSpPr/>
            <p:nvPr/>
          </p:nvSpPr>
          <p:spPr>
            <a:xfrm>
              <a:off x="1660569" y="198327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38">
              <a:extLst>
                <a:ext uri="{FF2B5EF4-FFF2-40B4-BE49-F238E27FC236}">
                  <a16:creationId xmlns:a16="http://schemas.microsoft.com/office/drawing/2014/main" id="{99D0FBCB-9EDE-7851-E60C-D62DF7F41DD3}"/>
                </a:ext>
              </a:extLst>
            </p:cNvPr>
            <p:cNvSpPr/>
            <p:nvPr/>
          </p:nvSpPr>
          <p:spPr>
            <a:xfrm>
              <a:off x="1660569" y="2010166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38">
              <a:extLst>
                <a:ext uri="{FF2B5EF4-FFF2-40B4-BE49-F238E27FC236}">
                  <a16:creationId xmlns:a16="http://schemas.microsoft.com/office/drawing/2014/main" id="{2D1896FB-6B7A-365C-81AE-2B3477F751EE}"/>
                </a:ext>
              </a:extLst>
            </p:cNvPr>
            <p:cNvSpPr/>
            <p:nvPr/>
          </p:nvSpPr>
          <p:spPr>
            <a:xfrm>
              <a:off x="1660569" y="20360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38">
              <a:extLst>
                <a:ext uri="{FF2B5EF4-FFF2-40B4-BE49-F238E27FC236}">
                  <a16:creationId xmlns:a16="http://schemas.microsoft.com/office/drawing/2014/main" id="{A13C58E6-B4B7-D164-76DD-BE6620B59879}"/>
                </a:ext>
              </a:extLst>
            </p:cNvPr>
            <p:cNvSpPr/>
            <p:nvPr/>
          </p:nvSpPr>
          <p:spPr>
            <a:xfrm>
              <a:off x="1968932" y="2184866"/>
              <a:ext cx="22773" cy="28327"/>
            </a:xfrm>
            <a:custGeom>
              <a:avLst/>
              <a:gdLst/>
              <a:ahLst/>
              <a:cxnLst/>
              <a:rect l="l" t="t" r="r" b="b"/>
              <a:pathLst>
                <a:path w="697" h="867" extrusionOk="0">
                  <a:moveTo>
                    <a:pt x="205" y="0"/>
                  </a:moveTo>
                  <a:cubicBezTo>
                    <a:pt x="85" y="0"/>
                    <a:pt x="0" y="89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8" y="867"/>
                    <a:pt x="492" y="867"/>
                  </a:cubicBezTo>
                  <a:cubicBezTo>
                    <a:pt x="612" y="867"/>
                    <a:pt x="697" y="778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38">
              <a:extLst>
                <a:ext uri="{FF2B5EF4-FFF2-40B4-BE49-F238E27FC236}">
                  <a16:creationId xmlns:a16="http://schemas.microsoft.com/office/drawing/2014/main" id="{21F565C5-47E4-1E32-21BC-BA228E5CFCE6}"/>
                </a:ext>
              </a:extLst>
            </p:cNvPr>
            <p:cNvSpPr/>
            <p:nvPr/>
          </p:nvSpPr>
          <p:spPr>
            <a:xfrm>
              <a:off x="2016536" y="221244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38">
              <a:extLst>
                <a:ext uri="{FF2B5EF4-FFF2-40B4-BE49-F238E27FC236}">
                  <a16:creationId xmlns:a16="http://schemas.microsoft.com/office/drawing/2014/main" id="{1F6C14A9-0B38-EB8E-19B2-40D1CA6E3DFA}"/>
                </a:ext>
              </a:extLst>
            </p:cNvPr>
            <p:cNvSpPr/>
            <p:nvPr/>
          </p:nvSpPr>
          <p:spPr>
            <a:xfrm>
              <a:off x="2064107" y="224037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38">
              <a:extLst>
                <a:ext uri="{FF2B5EF4-FFF2-40B4-BE49-F238E27FC236}">
                  <a16:creationId xmlns:a16="http://schemas.microsoft.com/office/drawing/2014/main" id="{8283CC4D-DDA7-8B92-8179-ABEEFFE0558B}"/>
                </a:ext>
              </a:extLst>
            </p:cNvPr>
            <p:cNvSpPr/>
            <p:nvPr/>
          </p:nvSpPr>
          <p:spPr>
            <a:xfrm>
              <a:off x="1636783" y="208495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222"/>
                    <a:pt x="191" y="3539"/>
                    <a:pt x="412" y="3697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38">
              <a:extLst>
                <a:ext uri="{FF2B5EF4-FFF2-40B4-BE49-F238E27FC236}">
                  <a16:creationId xmlns:a16="http://schemas.microsoft.com/office/drawing/2014/main" id="{5AAEC036-CD2D-20BC-BEF2-A6C4B8E75950}"/>
                </a:ext>
              </a:extLst>
            </p:cNvPr>
            <p:cNvSpPr/>
            <p:nvPr/>
          </p:nvSpPr>
          <p:spPr>
            <a:xfrm>
              <a:off x="1660569" y="21219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38">
              <a:extLst>
                <a:ext uri="{FF2B5EF4-FFF2-40B4-BE49-F238E27FC236}">
                  <a16:creationId xmlns:a16="http://schemas.microsoft.com/office/drawing/2014/main" id="{6FD4D7D1-BB3B-15A2-5E4F-3E083A538163}"/>
                </a:ext>
              </a:extLst>
            </p:cNvPr>
            <p:cNvSpPr/>
            <p:nvPr/>
          </p:nvSpPr>
          <p:spPr>
            <a:xfrm>
              <a:off x="1660569" y="214778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38">
              <a:extLst>
                <a:ext uri="{FF2B5EF4-FFF2-40B4-BE49-F238E27FC236}">
                  <a16:creationId xmlns:a16="http://schemas.microsoft.com/office/drawing/2014/main" id="{ACB547C2-F2E8-6EEC-1719-0F59C310875F}"/>
                </a:ext>
              </a:extLst>
            </p:cNvPr>
            <p:cNvSpPr/>
            <p:nvPr/>
          </p:nvSpPr>
          <p:spPr>
            <a:xfrm>
              <a:off x="1660569" y="21747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38">
              <a:extLst>
                <a:ext uri="{FF2B5EF4-FFF2-40B4-BE49-F238E27FC236}">
                  <a16:creationId xmlns:a16="http://schemas.microsoft.com/office/drawing/2014/main" id="{FE6A52B2-0303-7428-BE5A-930B06A780AC}"/>
                </a:ext>
              </a:extLst>
            </p:cNvPr>
            <p:cNvSpPr/>
            <p:nvPr/>
          </p:nvSpPr>
          <p:spPr>
            <a:xfrm>
              <a:off x="1967886" y="232316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33"/>
                    <a:pt x="127" y="587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38">
              <a:extLst>
                <a:ext uri="{FF2B5EF4-FFF2-40B4-BE49-F238E27FC236}">
                  <a16:creationId xmlns:a16="http://schemas.microsoft.com/office/drawing/2014/main" id="{FE04D7C2-0221-C357-079C-9E4C1B0491D9}"/>
                </a:ext>
              </a:extLst>
            </p:cNvPr>
            <p:cNvSpPr/>
            <p:nvPr/>
          </p:nvSpPr>
          <p:spPr>
            <a:xfrm>
              <a:off x="2017549" y="235126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38">
              <a:extLst>
                <a:ext uri="{FF2B5EF4-FFF2-40B4-BE49-F238E27FC236}">
                  <a16:creationId xmlns:a16="http://schemas.microsoft.com/office/drawing/2014/main" id="{746A3F31-5D29-618C-D4DA-735E532CBC56}"/>
                </a:ext>
              </a:extLst>
            </p:cNvPr>
            <p:cNvSpPr/>
            <p:nvPr/>
          </p:nvSpPr>
          <p:spPr>
            <a:xfrm>
              <a:off x="2064107" y="237851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38">
              <a:extLst>
                <a:ext uri="{FF2B5EF4-FFF2-40B4-BE49-F238E27FC236}">
                  <a16:creationId xmlns:a16="http://schemas.microsoft.com/office/drawing/2014/main" id="{3C136DDB-7397-F50E-CFB4-4FDDFC9E943D}"/>
                </a:ext>
              </a:extLst>
            </p:cNvPr>
            <p:cNvSpPr/>
            <p:nvPr/>
          </p:nvSpPr>
          <p:spPr>
            <a:xfrm>
              <a:off x="1636783" y="2223583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1" y="108"/>
                    <a:pt x="1" y="309"/>
                  </a:cubicBezTo>
                  <a:lnTo>
                    <a:pt x="1" y="2938"/>
                  </a:lnTo>
                  <a:cubicBezTo>
                    <a:pt x="1" y="3191"/>
                    <a:pt x="191" y="3540"/>
                    <a:pt x="412" y="3666"/>
                  </a:cubicBezTo>
                  <a:lnTo>
                    <a:pt x="14505" y="11805"/>
                  </a:lnTo>
                  <a:cubicBezTo>
                    <a:pt x="14570" y="11842"/>
                    <a:pt x="14632" y="11860"/>
                    <a:pt x="14687" y="11860"/>
                  </a:cubicBezTo>
                  <a:cubicBezTo>
                    <a:pt x="14821" y="11860"/>
                    <a:pt x="14917" y="11754"/>
                    <a:pt x="14917" y="11552"/>
                  </a:cubicBezTo>
                  <a:lnTo>
                    <a:pt x="14917" y="8923"/>
                  </a:lnTo>
                  <a:cubicBezTo>
                    <a:pt x="14917" y="8670"/>
                    <a:pt x="14727" y="8322"/>
                    <a:pt x="14505" y="8195"/>
                  </a:cubicBezTo>
                  <a:lnTo>
                    <a:pt x="412" y="56"/>
                  </a:lnTo>
                  <a:cubicBezTo>
                    <a:pt x="348" y="19"/>
                    <a:pt x="286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38">
              <a:extLst>
                <a:ext uri="{FF2B5EF4-FFF2-40B4-BE49-F238E27FC236}">
                  <a16:creationId xmlns:a16="http://schemas.microsoft.com/office/drawing/2014/main" id="{6F87B8DB-0E29-E103-5ED6-A8D49BDF3BD4}"/>
                </a:ext>
              </a:extLst>
            </p:cNvPr>
            <p:cNvSpPr/>
            <p:nvPr/>
          </p:nvSpPr>
          <p:spPr>
            <a:xfrm>
              <a:off x="1660569" y="226056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38">
              <a:extLst>
                <a:ext uri="{FF2B5EF4-FFF2-40B4-BE49-F238E27FC236}">
                  <a16:creationId xmlns:a16="http://schemas.microsoft.com/office/drawing/2014/main" id="{2F975E4D-50E5-DA5F-00A4-A66648D85B1E}"/>
                </a:ext>
              </a:extLst>
            </p:cNvPr>
            <p:cNvSpPr/>
            <p:nvPr/>
          </p:nvSpPr>
          <p:spPr>
            <a:xfrm>
              <a:off x="1660569" y="228644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38">
              <a:extLst>
                <a:ext uri="{FF2B5EF4-FFF2-40B4-BE49-F238E27FC236}">
                  <a16:creationId xmlns:a16="http://schemas.microsoft.com/office/drawing/2014/main" id="{68A66315-4BF2-286C-B322-60CC37475118}"/>
                </a:ext>
              </a:extLst>
            </p:cNvPr>
            <p:cNvSpPr/>
            <p:nvPr/>
          </p:nvSpPr>
          <p:spPr>
            <a:xfrm>
              <a:off x="1660569" y="231333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38">
              <a:extLst>
                <a:ext uri="{FF2B5EF4-FFF2-40B4-BE49-F238E27FC236}">
                  <a16:creationId xmlns:a16="http://schemas.microsoft.com/office/drawing/2014/main" id="{036C05C6-EB1B-017A-8A83-C5C16072FD27}"/>
                </a:ext>
              </a:extLst>
            </p:cNvPr>
            <p:cNvSpPr/>
            <p:nvPr/>
          </p:nvSpPr>
          <p:spPr>
            <a:xfrm>
              <a:off x="1967886" y="2461798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81"/>
                    <a:pt x="1" y="334"/>
                    <a:pt x="127" y="556"/>
                  </a:cubicBezTo>
                  <a:cubicBezTo>
                    <a:pt x="232" y="739"/>
                    <a:pt x="401" y="857"/>
                    <a:pt x="528" y="857"/>
                  </a:cubicBezTo>
                  <a:cubicBezTo>
                    <a:pt x="555" y="857"/>
                    <a:pt x="580" y="85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38">
              <a:extLst>
                <a:ext uri="{FF2B5EF4-FFF2-40B4-BE49-F238E27FC236}">
                  <a16:creationId xmlns:a16="http://schemas.microsoft.com/office/drawing/2014/main" id="{F2497288-F4E8-BC26-991E-33C2987BC00A}"/>
                </a:ext>
              </a:extLst>
            </p:cNvPr>
            <p:cNvSpPr/>
            <p:nvPr/>
          </p:nvSpPr>
          <p:spPr>
            <a:xfrm>
              <a:off x="2016536" y="248924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39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38">
              <a:extLst>
                <a:ext uri="{FF2B5EF4-FFF2-40B4-BE49-F238E27FC236}">
                  <a16:creationId xmlns:a16="http://schemas.microsoft.com/office/drawing/2014/main" id="{9A511649-30DA-C8A5-4DB9-37B00ACB21EB}"/>
                </a:ext>
              </a:extLst>
            </p:cNvPr>
            <p:cNvSpPr/>
            <p:nvPr/>
          </p:nvSpPr>
          <p:spPr>
            <a:xfrm>
              <a:off x="2064107" y="251717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07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38">
              <a:extLst>
                <a:ext uri="{FF2B5EF4-FFF2-40B4-BE49-F238E27FC236}">
                  <a16:creationId xmlns:a16="http://schemas.microsoft.com/office/drawing/2014/main" id="{0CF7E2D1-22E7-D8C7-B940-228B025514FC}"/>
                </a:ext>
              </a:extLst>
            </p:cNvPr>
            <p:cNvSpPr/>
            <p:nvPr/>
          </p:nvSpPr>
          <p:spPr>
            <a:xfrm>
              <a:off x="1636783" y="2361788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20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1"/>
                    <a:pt x="14917" y="11565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38">
              <a:extLst>
                <a:ext uri="{FF2B5EF4-FFF2-40B4-BE49-F238E27FC236}">
                  <a16:creationId xmlns:a16="http://schemas.microsoft.com/office/drawing/2014/main" id="{77B25492-970D-B227-57FE-2C0082194A0E}"/>
                </a:ext>
              </a:extLst>
            </p:cNvPr>
            <p:cNvSpPr/>
            <p:nvPr/>
          </p:nvSpPr>
          <p:spPr>
            <a:xfrm>
              <a:off x="1660569" y="23981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38">
              <a:extLst>
                <a:ext uri="{FF2B5EF4-FFF2-40B4-BE49-F238E27FC236}">
                  <a16:creationId xmlns:a16="http://schemas.microsoft.com/office/drawing/2014/main" id="{64DDFC64-AA78-A8BD-FF83-438CAF844777}"/>
                </a:ext>
              </a:extLst>
            </p:cNvPr>
            <p:cNvSpPr/>
            <p:nvPr/>
          </p:nvSpPr>
          <p:spPr>
            <a:xfrm>
              <a:off x="1660569" y="24251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38">
              <a:extLst>
                <a:ext uri="{FF2B5EF4-FFF2-40B4-BE49-F238E27FC236}">
                  <a16:creationId xmlns:a16="http://schemas.microsoft.com/office/drawing/2014/main" id="{FE5A1AD5-67F6-0473-DEBE-CBB541CDDB69}"/>
                </a:ext>
              </a:extLst>
            </p:cNvPr>
            <p:cNvSpPr/>
            <p:nvPr/>
          </p:nvSpPr>
          <p:spPr>
            <a:xfrm>
              <a:off x="1660569" y="24509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38">
              <a:extLst>
                <a:ext uri="{FF2B5EF4-FFF2-40B4-BE49-F238E27FC236}">
                  <a16:creationId xmlns:a16="http://schemas.microsoft.com/office/drawing/2014/main" id="{B8D60DB0-DAB4-18AA-3273-9C40B0A9118D}"/>
                </a:ext>
              </a:extLst>
            </p:cNvPr>
            <p:cNvSpPr/>
            <p:nvPr/>
          </p:nvSpPr>
          <p:spPr>
            <a:xfrm>
              <a:off x="1968932" y="2600166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4"/>
                    <a:pt x="0" y="248"/>
                  </a:cubicBezTo>
                  <a:cubicBezTo>
                    <a:pt x="0" y="438"/>
                    <a:pt x="159" y="723"/>
                    <a:pt x="349" y="818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8"/>
                  </a:cubicBezTo>
                  <a:cubicBezTo>
                    <a:pt x="697" y="406"/>
                    <a:pt x="539" y="153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38">
              <a:extLst>
                <a:ext uri="{FF2B5EF4-FFF2-40B4-BE49-F238E27FC236}">
                  <a16:creationId xmlns:a16="http://schemas.microsoft.com/office/drawing/2014/main" id="{58A24B65-14AB-A804-268B-CB632CD474B5}"/>
                </a:ext>
              </a:extLst>
            </p:cNvPr>
            <p:cNvSpPr/>
            <p:nvPr/>
          </p:nvSpPr>
          <p:spPr>
            <a:xfrm>
              <a:off x="2016536" y="26278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50"/>
                    <a:pt x="127" y="571"/>
                  </a:cubicBezTo>
                  <a:cubicBezTo>
                    <a:pt x="231" y="754"/>
                    <a:pt x="401" y="873"/>
                    <a:pt x="528" y="873"/>
                  </a:cubicBezTo>
                  <a:cubicBezTo>
                    <a:pt x="555" y="873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38">
              <a:extLst>
                <a:ext uri="{FF2B5EF4-FFF2-40B4-BE49-F238E27FC236}">
                  <a16:creationId xmlns:a16="http://schemas.microsoft.com/office/drawing/2014/main" id="{5602CA1C-25F5-8C59-88EF-19E676362CCD}"/>
                </a:ext>
              </a:extLst>
            </p:cNvPr>
            <p:cNvSpPr/>
            <p:nvPr/>
          </p:nvSpPr>
          <p:spPr>
            <a:xfrm>
              <a:off x="2065152" y="2655644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03"/>
                    <a:pt x="349" y="830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9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2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38">
              <a:extLst>
                <a:ext uri="{FF2B5EF4-FFF2-40B4-BE49-F238E27FC236}">
                  <a16:creationId xmlns:a16="http://schemas.microsoft.com/office/drawing/2014/main" id="{D0A42755-6613-6576-6C26-5E61F53259A8}"/>
                </a:ext>
              </a:extLst>
            </p:cNvPr>
            <p:cNvSpPr/>
            <p:nvPr/>
          </p:nvSpPr>
          <p:spPr>
            <a:xfrm>
              <a:off x="1636783" y="250002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9"/>
                    <a:pt x="1" y="304"/>
                  </a:cubicBezTo>
                  <a:lnTo>
                    <a:pt x="1" y="2932"/>
                  </a:lnTo>
                  <a:cubicBezTo>
                    <a:pt x="1" y="3218"/>
                    <a:pt x="191" y="3534"/>
                    <a:pt x="412" y="3693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50"/>
                  </a:lnTo>
                  <a:cubicBezTo>
                    <a:pt x="14917" y="8665"/>
                    <a:pt x="14727" y="8316"/>
                    <a:pt x="14505" y="8190"/>
                  </a:cubicBezTo>
                  <a:lnTo>
                    <a:pt x="412" y="51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38">
              <a:extLst>
                <a:ext uri="{FF2B5EF4-FFF2-40B4-BE49-F238E27FC236}">
                  <a16:creationId xmlns:a16="http://schemas.microsoft.com/office/drawing/2014/main" id="{0FB30609-F06D-1551-8903-83078D50AC09}"/>
                </a:ext>
              </a:extLst>
            </p:cNvPr>
            <p:cNvSpPr/>
            <p:nvPr/>
          </p:nvSpPr>
          <p:spPr>
            <a:xfrm>
              <a:off x="1660569" y="25368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38">
              <a:extLst>
                <a:ext uri="{FF2B5EF4-FFF2-40B4-BE49-F238E27FC236}">
                  <a16:creationId xmlns:a16="http://schemas.microsoft.com/office/drawing/2014/main" id="{B4D624CC-D336-2C34-96ED-8C9B695C7E88}"/>
                </a:ext>
              </a:extLst>
            </p:cNvPr>
            <p:cNvSpPr/>
            <p:nvPr/>
          </p:nvSpPr>
          <p:spPr>
            <a:xfrm>
              <a:off x="1660569" y="256373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9" name="Google Shape;4109;p38">
              <a:extLst>
                <a:ext uri="{FF2B5EF4-FFF2-40B4-BE49-F238E27FC236}">
                  <a16:creationId xmlns:a16="http://schemas.microsoft.com/office/drawing/2014/main" id="{1F1991EF-7D28-086A-B5B1-5B45537AAA67}"/>
                </a:ext>
              </a:extLst>
            </p:cNvPr>
            <p:cNvSpPr/>
            <p:nvPr/>
          </p:nvSpPr>
          <p:spPr>
            <a:xfrm>
              <a:off x="1660569" y="25896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0" name="Google Shape;4110;p38">
              <a:extLst>
                <a:ext uri="{FF2B5EF4-FFF2-40B4-BE49-F238E27FC236}">
                  <a16:creationId xmlns:a16="http://schemas.microsoft.com/office/drawing/2014/main" id="{4704183F-9469-0A16-B3CA-ED0258448CD3}"/>
                </a:ext>
              </a:extLst>
            </p:cNvPr>
            <p:cNvSpPr/>
            <p:nvPr/>
          </p:nvSpPr>
          <p:spPr>
            <a:xfrm>
              <a:off x="1967886" y="27380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1" name="Google Shape;4111;p38">
              <a:extLst>
                <a:ext uri="{FF2B5EF4-FFF2-40B4-BE49-F238E27FC236}">
                  <a16:creationId xmlns:a16="http://schemas.microsoft.com/office/drawing/2014/main" id="{823EB447-1A9C-0DF1-263B-28879A7905CD}"/>
                </a:ext>
              </a:extLst>
            </p:cNvPr>
            <p:cNvSpPr/>
            <p:nvPr/>
          </p:nvSpPr>
          <p:spPr>
            <a:xfrm>
              <a:off x="2017549" y="276637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93" y="0"/>
                  </a:moveTo>
                  <a:cubicBezTo>
                    <a:pt x="86" y="0"/>
                    <a:pt x="1" y="88"/>
                    <a:pt x="1" y="228"/>
                  </a:cubicBezTo>
                  <a:cubicBezTo>
                    <a:pt x="1" y="449"/>
                    <a:pt x="159" y="703"/>
                    <a:pt x="317" y="829"/>
                  </a:cubicBezTo>
                  <a:cubicBezTo>
                    <a:pt x="368" y="855"/>
                    <a:pt x="417" y="867"/>
                    <a:pt x="461" y="867"/>
                  </a:cubicBezTo>
                  <a:cubicBezTo>
                    <a:pt x="581" y="867"/>
                    <a:pt x="666" y="778"/>
                    <a:pt x="666" y="639"/>
                  </a:cubicBezTo>
                  <a:cubicBezTo>
                    <a:pt x="666" y="418"/>
                    <a:pt x="507" y="164"/>
                    <a:pt x="317" y="38"/>
                  </a:cubicBezTo>
                  <a:cubicBezTo>
                    <a:pt x="275" y="12"/>
                    <a:pt x="233" y="0"/>
                    <a:pt x="19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2" name="Google Shape;4112;p38">
              <a:extLst>
                <a:ext uri="{FF2B5EF4-FFF2-40B4-BE49-F238E27FC236}">
                  <a16:creationId xmlns:a16="http://schemas.microsoft.com/office/drawing/2014/main" id="{6C37DE76-6869-05EA-4A53-0C8FF00B1F01}"/>
                </a:ext>
              </a:extLst>
            </p:cNvPr>
            <p:cNvSpPr/>
            <p:nvPr/>
          </p:nvSpPr>
          <p:spPr>
            <a:xfrm>
              <a:off x="2064107" y="279394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1"/>
                  </a:moveTo>
                  <a:cubicBezTo>
                    <a:pt x="175" y="1"/>
                    <a:pt x="150" y="6"/>
                    <a:pt x="128" y="17"/>
                  </a:cubicBezTo>
                  <a:cubicBezTo>
                    <a:pt x="1" y="80"/>
                    <a:pt x="1" y="334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4"/>
                    <a:pt x="603" y="302"/>
                  </a:cubicBezTo>
                  <a:cubicBezTo>
                    <a:pt x="498" y="119"/>
                    <a:pt x="329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3" name="Google Shape;4113;p38">
              <a:extLst>
                <a:ext uri="{FF2B5EF4-FFF2-40B4-BE49-F238E27FC236}">
                  <a16:creationId xmlns:a16="http://schemas.microsoft.com/office/drawing/2014/main" id="{C67ADE02-0ADB-CD36-113C-375F5C25BDF6}"/>
                </a:ext>
              </a:extLst>
            </p:cNvPr>
            <p:cNvSpPr/>
            <p:nvPr/>
          </p:nvSpPr>
          <p:spPr>
            <a:xfrm>
              <a:off x="1636783" y="263852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6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3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4" name="Google Shape;4114;p38">
              <a:extLst>
                <a:ext uri="{FF2B5EF4-FFF2-40B4-BE49-F238E27FC236}">
                  <a16:creationId xmlns:a16="http://schemas.microsoft.com/office/drawing/2014/main" id="{CA025822-A29C-AD5F-F55B-1706EF717F59}"/>
                </a:ext>
              </a:extLst>
            </p:cNvPr>
            <p:cNvSpPr/>
            <p:nvPr/>
          </p:nvSpPr>
          <p:spPr>
            <a:xfrm>
              <a:off x="1660569" y="267547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5" name="Google Shape;4115;p38">
              <a:extLst>
                <a:ext uri="{FF2B5EF4-FFF2-40B4-BE49-F238E27FC236}">
                  <a16:creationId xmlns:a16="http://schemas.microsoft.com/office/drawing/2014/main" id="{DBB99BF3-78EF-DB4B-5E12-11DCEB7E601A}"/>
                </a:ext>
              </a:extLst>
            </p:cNvPr>
            <p:cNvSpPr/>
            <p:nvPr/>
          </p:nvSpPr>
          <p:spPr>
            <a:xfrm>
              <a:off x="1660569" y="270135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6" name="Google Shape;4116;p38">
              <a:extLst>
                <a:ext uri="{FF2B5EF4-FFF2-40B4-BE49-F238E27FC236}">
                  <a16:creationId xmlns:a16="http://schemas.microsoft.com/office/drawing/2014/main" id="{4644690F-37A0-38F6-58DD-1F5A338B08BF}"/>
                </a:ext>
              </a:extLst>
            </p:cNvPr>
            <p:cNvSpPr/>
            <p:nvPr/>
          </p:nvSpPr>
          <p:spPr>
            <a:xfrm>
              <a:off x="1660569" y="27282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7" name="Google Shape;4117;p38">
              <a:extLst>
                <a:ext uri="{FF2B5EF4-FFF2-40B4-BE49-F238E27FC236}">
                  <a16:creationId xmlns:a16="http://schemas.microsoft.com/office/drawing/2014/main" id="{C581ACEE-D43A-DF4E-F498-13AD2FE51E4C}"/>
                </a:ext>
              </a:extLst>
            </p:cNvPr>
            <p:cNvSpPr/>
            <p:nvPr/>
          </p:nvSpPr>
          <p:spPr>
            <a:xfrm>
              <a:off x="1967886" y="2876739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8" name="Google Shape;4118;p38">
              <a:extLst>
                <a:ext uri="{FF2B5EF4-FFF2-40B4-BE49-F238E27FC236}">
                  <a16:creationId xmlns:a16="http://schemas.microsoft.com/office/drawing/2014/main" id="{26748AF5-478A-B2E9-D0D8-6B9769812161}"/>
                </a:ext>
              </a:extLst>
            </p:cNvPr>
            <p:cNvSpPr/>
            <p:nvPr/>
          </p:nvSpPr>
          <p:spPr>
            <a:xfrm>
              <a:off x="2017549" y="2904837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79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17" y="803"/>
                  </a:cubicBezTo>
                  <a:cubicBezTo>
                    <a:pt x="376" y="842"/>
                    <a:pt x="431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2"/>
                    <a:pt x="507" y="138"/>
                    <a:pt x="317" y="43"/>
                  </a:cubicBezTo>
                  <a:cubicBezTo>
                    <a:pt x="270" y="15"/>
                    <a:pt x="222" y="0"/>
                    <a:pt x="179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9" name="Google Shape;4119;p38">
              <a:extLst>
                <a:ext uri="{FF2B5EF4-FFF2-40B4-BE49-F238E27FC236}">
                  <a16:creationId xmlns:a16="http://schemas.microsoft.com/office/drawing/2014/main" id="{133EC8E9-97AE-4D00-49AE-7B8C6AEC3179}"/>
                </a:ext>
              </a:extLst>
            </p:cNvPr>
            <p:cNvSpPr/>
            <p:nvPr/>
          </p:nvSpPr>
          <p:spPr>
            <a:xfrm>
              <a:off x="2064107" y="2932086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8" y="33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0" name="Google Shape;4120;p38">
              <a:extLst>
                <a:ext uri="{FF2B5EF4-FFF2-40B4-BE49-F238E27FC236}">
                  <a16:creationId xmlns:a16="http://schemas.microsoft.com/office/drawing/2014/main" id="{7A683F30-0DE6-75B3-36A1-069E20FC36EE}"/>
                </a:ext>
              </a:extLst>
            </p:cNvPr>
            <p:cNvSpPr/>
            <p:nvPr/>
          </p:nvSpPr>
          <p:spPr>
            <a:xfrm>
              <a:off x="1636783" y="2776696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8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1" name="Google Shape;4121;p38">
              <a:extLst>
                <a:ext uri="{FF2B5EF4-FFF2-40B4-BE49-F238E27FC236}">
                  <a16:creationId xmlns:a16="http://schemas.microsoft.com/office/drawing/2014/main" id="{2A8869B0-5C5C-E13C-9A29-A7B32C6620B5}"/>
                </a:ext>
              </a:extLst>
            </p:cNvPr>
            <p:cNvSpPr/>
            <p:nvPr/>
          </p:nvSpPr>
          <p:spPr>
            <a:xfrm>
              <a:off x="1660569" y="281413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2" name="Google Shape;4122;p38">
              <a:extLst>
                <a:ext uri="{FF2B5EF4-FFF2-40B4-BE49-F238E27FC236}">
                  <a16:creationId xmlns:a16="http://schemas.microsoft.com/office/drawing/2014/main" id="{DB7B220F-8ABE-4283-3C2D-B2C484F3AC82}"/>
                </a:ext>
              </a:extLst>
            </p:cNvPr>
            <p:cNvSpPr/>
            <p:nvPr/>
          </p:nvSpPr>
          <p:spPr>
            <a:xfrm>
              <a:off x="1660569" y="284001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3" name="Google Shape;4123;p38">
              <a:extLst>
                <a:ext uri="{FF2B5EF4-FFF2-40B4-BE49-F238E27FC236}">
                  <a16:creationId xmlns:a16="http://schemas.microsoft.com/office/drawing/2014/main" id="{4B09ADB8-7F96-EF3B-41CC-73682E9CBF8A}"/>
                </a:ext>
              </a:extLst>
            </p:cNvPr>
            <p:cNvSpPr/>
            <p:nvPr/>
          </p:nvSpPr>
          <p:spPr>
            <a:xfrm>
              <a:off x="1660569" y="28669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38">
              <a:extLst>
                <a:ext uri="{FF2B5EF4-FFF2-40B4-BE49-F238E27FC236}">
                  <a16:creationId xmlns:a16="http://schemas.microsoft.com/office/drawing/2014/main" id="{484929B5-7C82-955F-C942-DB8F7EC6F72D}"/>
                </a:ext>
              </a:extLst>
            </p:cNvPr>
            <p:cNvSpPr/>
            <p:nvPr/>
          </p:nvSpPr>
          <p:spPr>
            <a:xfrm>
              <a:off x="1967886" y="3015303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38">
              <a:extLst>
                <a:ext uri="{FF2B5EF4-FFF2-40B4-BE49-F238E27FC236}">
                  <a16:creationId xmlns:a16="http://schemas.microsoft.com/office/drawing/2014/main" id="{0241FC9F-F9E3-D713-3689-16FBB5D69B3B}"/>
                </a:ext>
              </a:extLst>
            </p:cNvPr>
            <p:cNvSpPr/>
            <p:nvPr/>
          </p:nvSpPr>
          <p:spPr>
            <a:xfrm>
              <a:off x="2016536" y="304281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38">
              <a:extLst>
                <a:ext uri="{FF2B5EF4-FFF2-40B4-BE49-F238E27FC236}">
                  <a16:creationId xmlns:a16="http://schemas.microsoft.com/office/drawing/2014/main" id="{3D60755D-B46F-C73B-B0F1-55F817DD3039}"/>
                </a:ext>
              </a:extLst>
            </p:cNvPr>
            <p:cNvSpPr/>
            <p:nvPr/>
          </p:nvSpPr>
          <p:spPr>
            <a:xfrm>
              <a:off x="2065152" y="3070585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9" y="0"/>
                  </a:moveTo>
                  <a:cubicBezTo>
                    <a:pt x="87" y="0"/>
                    <a:pt x="1" y="95"/>
                    <a:pt x="1" y="259"/>
                  </a:cubicBezTo>
                  <a:cubicBezTo>
                    <a:pt x="1" y="449"/>
                    <a:pt x="159" y="734"/>
                    <a:pt x="349" y="829"/>
                  </a:cubicBezTo>
                  <a:cubicBezTo>
                    <a:pt x="406" y="857"/>
                    <a:pt x="457" y="872"/>
                    <a:pt x="501" y="872"/>
                  </a:cubicBezTo>
                  <a:cubicBezTo>
                    <a:pt x="603" y="872"/>
                    <a:pt x="666" y="794"/>
                    <a:pt x="666" y="639"/>
                  </a:cubicBezTo>
                  <a:cubicBezTo>
                    <a:pt x="666" y="417"/>
                    <a:pt x="539" y="164"/>
                    <a:pt x="349" y="37"/>
                  </a:cubicBezTo>
                  <a:cubicBezTo>
                    <a:pt x="299" y="12"/>
                    <a:pt x="252" y="0"/>
                    <a:pt x="209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38">
              <a:extLst>
                <a:ext uri="{FF2B5EF4-FFF2-40B4-BE49-F238E27FC236}">
                  <a16:creationId xmlns:a16="http://schemas.microsoft.com/office/drawing/2014/main" id="{D3915906-10FE-ACFC-0D60-735C2D552869}"/>
                </a:ext>
              </a:extLst>
            </p:cNvPr>
            <p:cNvSpPr/>
            <p:nvPr/>
          </p:nvSpPr>
          <p:spPr>
            <a:xfrm>
              <a:off x="1636783" y="2915325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12" y="3681"/>
                  </a:cubicBezTo>
                  <a:lnTo>
                    <a:pt x="14505" y="11820"/>
                  </a:lnTo>
                  <a:cubicBezTo>
                    <a:pt x="14564" y="11854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1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38">
              <a:extLst>
                <a:ext uri="{FF2B5EF4-FFF2-40B4-BE49-F238E27FC236}">
                  <a16:creationId xmlns:a16="http://schemas.microsoft.com/office/drawing/2014/main" id="{177A61D3-C3BC-DF70-FF58-65317C514F24}"/>
                </a:ext>
              </a:extLst>
            </p:cNvPr>
            <p:cNvSpPr/>
            <p:nvPr/>
          </p:nvSpPr>
          <p:spPr>
            <a:xfrm>
              <a:off x="1660569" y="295175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38">
              <a:extLst>
                <a:ext uri="{FF2B5EF4-FFF2-40B4-BE49-F238E27FC236}">
                  <a16:creationId xmlns:a16="http://schemas.microsoft.com/office/drawing/2014/main" id="{BB9D7185-973F-E4EE-33D3-2AB678912BEC}"/>
                </a:ext>
              </a:extLst>
            </p:cNvPr>
            <p:cNvSpPr/>
            <p:nvPr/>
          </p:nvSpPr>
          <p:spPr>
            <a:xfrm>
              <a:off x="1660569" y="297864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38">
              <a:extLst>
                <a:ext uri="{FF2B5EF4-FFF2-40B4-BE49-F238E27FC236}">
                  <a16:creationId xmlns:a16="http://schemas.microsoft.com/office/drawing/2014/main" id="{79644051-63A6-512E-ED51-C528ACBB3474}"/>
                </a:ext>
              </a:extLst>
            </p:cNvPr>
            <p:cNvSpPr/>
            <p:nvPr/>
          </p:nvSpPr>
          <p:spPr>
            <a:xfrm>
              <a:off x="1660569" y="30045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38">
              <a:extLst>
                <a:ext uri="{FF2B5EF4-FFF2-40B4-BE49-F238E27FC236}">
                  <a16:creationId xmlns:a16="http://schemas.microsoft.com/office/drawing/2014/main" id="{8788C26B-57F7-A6A7-179E-A8E731011CE2}"/>
                </a:ext>
              </a:extLst>
            </p:cNvPr>
            <p:cNvSpPr/>
            <p:nvPr/>
          </p:nvSpPr>
          <p:spPr>
            <a:xfrm>
              <a:off x="1968932" y="3153737"/>
              <a:ext cx="22773" cy="28131"/>
            </a:xfrm>
            <a:custGeom>
              <a:avLst/>
              <a:gdLst/>
              <a:ahLst/>
              <a:cxnLst/>
              <a:rect l="l" t="t" r="r" b="b"/>
              <a:pathLst>
                <a:path w="697" h="861" extrusionOk="0">
                  <a:moveTo>
                    <a:pt x="187" y="1"/>
                  </a:moveTo>
                  <a:cubicBezTo>
                    <a:pt x="77" y="1"/>
                    <a:pt x="0" y="93"/>
                    <a:pt x="0" y="247"/>
                  </a:cubicBezTo>
                  <a:cubicBezTo>
                    <a:pt x="0" y="437"/>
                    <a:pt x="159" y="722"/>
                    <a:pt x="349" y="817"/>
                  </a:cubicBezTo>
                  <a:cubicBezTo>
                    <a:pt x="406" y="846"/>
                    <a:pt x="460" y="860"/>
                    <a:pt x="508" y="860"/>
                  </a:cubicBezTo>
                  <a:cubicBezTo>
                    <a:pt x="619" y="860"/>
                    <a:pt x="697" y="783"/>
                    <a:pt x="697" y="627"/>
                  </a:cubicBezTo>
                  <a:cubicBezTo>
                    <a:pt x="697" y="406"/>
                    <a:pt x="539" y="152"/>
                    <a:pt x="349" y="57"/>
                  </a:cubicBezTo>
                  <a:cubicBezTo>
                    <a:pt x="291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38">
              <a:extLst>
                <a:ext uri="{FF2B5EF4-FFF2-40B4-BE49-F238E27FC236}">
                  <a16:creationId xmlns:a16="http://schemas.microsoft.com/office/drawing/2014/main" id="{974B68FC-BC45-34BF-10BC-C3B48E5CCAA8}"/>
                </a:ext>
              </a:extLst>
            </p:cNvPr>
            <p:cNvSpPr/>
            <p:nvPr/>
          </p:nvSpPr>
          <p:spPr>
            <a:xfrm>
              <a:off x="2016536" y="31814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1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8" y="761"/>
                    <a:pt x="728" y="508"/>
                    <a:pt x="602" y="286"/>
                  </a:cubicBezTo>
                  <a:cubicBezTo>
                    <a:pt x="504" y="115"/>
                    <a:pt x="350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38">
              <a:extLst>
                <a:ext uri="{FF2B5EF4-FFF2-40B4-BE49-F238E27FC236}">
                  <a16:creationId xmlns:a16="http://schemas.microsoft.com/office/drawing/2014/main" id="{1D85B27F-B865-804A-29AE-3645DF2B5B3F}"/>
                </a:ext>
              </a:extLst>
            </p:cNvPr>
            <p:cNvSpPr/>
            <p:nvPr/>
          </p:nvSpPr>
          <p:spPr>
            <a:xfrm>
              <a:off x="2065152" y="3209051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1" y="78"/>
                    <a:pt x="1" y="233"/>
                  </a:cubicBezTo>
                  <a:cubicBezTo>
                    <a:pt x="1" y="455"/>
                    <a:pt x="159" y="708"/>
                    <a:pt x="349" y="835"/>
                  </a:cubicBezTo>
                  <a:cubicBezTo>
                    <a:pt x="400" y="860"/>
                    <a:pt x="446" y="872"/>
                    <a:pt x="487" y="872"/>
                  </a:cubicBezTo>
                  <a:cubicBezTo>
                    <a:pt x="598" y="872"/>
                    <a:pt x="666" y="784"/>
                    <a:pt x="666" y="645"/>
                  </a:cubicBezTo>
                  <a:cubicBezTo>
                    <a:pt x="666" y="423"/>
                    <a:pt x="539" y="169"/>
                    <a:pt x="349" y="43"/>
                  </a:cubicBezTo>
                  <a:cubicBezTo>
                    <a:pt x="292" y="1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38">
              <a:extLst>
                <a:ext uri="{FF2B5EF4-FFF2-40B4-BE49-F238E27FC236}">
                  <a16:creationId xmlns:a16="http://schemas.microsoft.com/office/drawing/2014/main" id="{CEB0CDCE-65BA-D207-DD8A-1F1A602E22B1}"/>
                </a:ext>
              </a:extLst>
            </p:cNvPr>
            <p:cNvSpPr/>
            <p:nvPr/>
          </p:nvSpPr>
          <p:spPr>
            <a:xfrm>
              <a:off x="1636783" y="3053595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1" y="118"/>
                    <a:pt x="1" y="304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12" y="3692"/>
                  </a:cubicBezTo>
                  <a:lnTo>
                    <a:pt x="14505" y="11800"/>
                  </a:lnTo>
                  <a:cubicBezTo>
                    <a:pt x="14571" y="11847"/>
                    <a:pt x="14634" y="11869"/>
                    <a:pt x="14690" y="11869"/>
                  </a:cubicBezTo>
                  <a:cubicBezTo>
                    <a:pt x="14823" y="11869"/>
                    <a:pt x="14917" y="11747"/>
                    <a:pt x="14917" y="11546"/>
                  </a:cubicBezTo>
                  <a:lnTo>
                    <a:pt x="14917" y="8949"/>
                  </a:lnTo>
                  <a:cubicBezTo>
                    <a:pt x="14917" y="8664"/>
                    <a:pt x="14727" y="8316"/>
                    <a:pt x="14505" y="8189"/>
                  </a:cubicBezTo>
                  <a:lnTo>
                    <a:pt x="412" y="50"/>
                  </a:lnTo>
                  <a:cubicBezTo>
                    <a:pt x="353" y="17"/>
                    <a:pt x="296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38">
              <a:extLst>
                <a:ext uri="{FF2B5EF4-FFF2-40B4-BE49-F238E27FC236}">
                  <a16:creationId xmlns:a16="http://schemas.microsoft.com/office/drawing/2014/main" id="{4EC5F000-B598-2B16-3B7B-7DCC513993B8}"/>
                </a:ext>
              </a:extLst>
            </p:cNvPr>
            <p:cNvSpPr/>
            <p:nvPr/>
          </p:nvSpPr>
          <p:spPr>
            <a:xfrm>
              <a:off x="1660569" y="30904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38">
              <a:extLst>
                <a:ext uri="{FF2B5EF4-FFF2-40B4-BE49-F238E27FC236}">
                  <a16:creationId xmlns:a16="http://schemas.microsoft.com/office/drawing/2014/main" id="{C416F622-20F4-E105-445C-1B1015248FC4}"/>
                </a:ext>
              </a:extLst>
            </p:cNvPr>
            <p:cNvSpPr/>
            <p:nvPr/>
          </p:nvSpPr>
          <p:spPr>
            <a:xfrm>
              <a:off x="1660569" y="311730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38">
              <a:extLst>
                <a:ext uri="{FF2B5EF4-FFF2-40B4-BE49-F238E27FC236}">
                  <a16:creationId xmlns:a16="http://schemas.microsoft.com/office/drawing/2014/main" id="{8D443E8F-5BC8-9B32-F956-65E34D6D2B02}"/>
                </a:ext>
              </a:extLst>
            </p:cNvPr>
            <p:cNvSpPr/>
            <p:nvPr/>
          </p:nvSpPr>
          <p:spPr>
            <a:xfrm>
              <a:off x="1660569" y="314318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38">
              <a:extLst>
                <a:ext uri="{FF2B5EF4-FFF2-40B4-BE49-F238E27FC236}">
                  <a16:creationId xmlns:a16="http://schemas.microsoft.com/office/drawing/2014/main" id="{89A257D9-4D0F-29DE-4BA0-C81BC35A4555}"/>
                </a:ext>
              </a:extLst>
            </p:cNvPr>
            <p:cNvSpPr/>
            <p:nvPr/>
          </p:nvSpPr>
          <p:spPr>
            <a:xfrm>
              <a:off x="1967886" y="3291647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38">
              <a:extLst>
                <a:ext uri="{FF2B5EF4-FFF2-40B4-BE49-F238E27FC236}">
                  <a16:creationId xmlns:a16="http://schemas.microsoft.com/office/drawing/2014/main" id="{443E284B-E76C-9DB7-29A1-27BC3E207854}"/>
                </a:ext>
              </a:extLst>
            </p:cNvPr>
            <p:cNvSpPr/>
            <p:nvPr/>
          </p:nvSpPr>
          <p:spPr>
            <a:xfrm>
              <a:off x="2017549" y="331974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79" y="1"/>
                  </a:moveTo>
                  <a:cubicBezTo>
                    <a:pt x="78" y="1"/>
                    <a:pt x="1" y="78"/>
                    <a:pt x="1" y="233"/>
                  </a:cubicBezTo>
                  <a:cubicBezTo>
                    <a:pt x="1" y="455"/>
                    <a:pt x="159" y="708"/>
                    <a:pt x="317" y="835"/>
                  </a:cubicBezTo>
                  <a:cubicBezTo>
                    <a:pt x="367" y="860"/>
                    <a:pt x="415" y="872"/>
                    <a:pt x="458" y="872"/>
                  </a:cubicBezTo>
                  <a:cubicBezTo>
                    <a:pt x="579" y="872"/>
                    <a:pt x="666" y="777"/>
                    <a:pt x="666" y="613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70" y="15"/>
                    <a:pt x="222" y="1"/>
                    <a:pt x="17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38">
              <a:extLst>
                <a:ext uri="{FF2B5EF4-FFF2-40B4-BE49-F238E27FC236}">
                  <a16:creationId xmlns:a16="http://schemas.microsoft.com/office/drawing/2014/main" id="{D83A16FD-3CC9-BB91-DBD1-D1CCA85737FB}"/>
                </a:ext>
              </a:extLst>
            </p:cNvPr>
            <p:cNvSpPr/>
            <p:nvPr/>
          </p:nvSpPr>
          <p:spPr>
            <a:xfrm>
              <a:off x="2064107" y="3347517"/>
              <a:ext cx="23851" cy="28098"/>
            </a:xfrm>
            <a:custGeom>
              <a:avLst/>
              <a:gdLst/>
              <a:ahLst/>
              <a:cxnLst/>
              <a:rect l="l" t="t" r="r" b="b"/>
              <a:pathLst>
                <a:path w="730" h="860" extrusionOk="0">
                  <a:moveTo>
                    <a:pt x="201" y="0"/>
                  </a:moveTo>
                  <a:cubicBezTo>
                    <a:pt x="175" y="0"/>
                    <a:pt x="150" y="6"/>
                    <a:pt x="128" y="17"/>
                  </a:cubicBezTo>
                  <a:cubicBezTo>
                    <a:pt x="1" y="80"/>
                    <a:pt x="1" y="333"/>
                    <a:pt x="128" y="555"/>
                  </a:cubicBezTo>
                  <a:cubicBezTo>
                    <a:pt x="229" y="758"/>
                    <a:pt x="391" y="859"/>
                    <a:pt x="517" y="859"/>
                  </a:cubicBezTo>
                  <a:cubicBezTo>
                    <a:pt x="548" y="859"/>
                    <a:pt x="577" y="853"/>
                    <a:pt x="603" y="840"/>
                  </a:cubicBezTo>
                  <a:cubicBezTo>
                    <a:pt x="729" y="777"/>
                    <a:pt x="729" y="523"/>
                    <a:pt x="603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38">
              <a:extLst>
                <a:ext uri="{FF2B5EF4-FFF2-40B4-BE49-F238E27FC236}">
                  <a16:creationId xmlns:a16="http://schemas.microsoft.com/office/drawing/2014/main" id="{298A7F22-F33A-FC89-6542-316435B8D458}"/>
                </a:ext>
              </a:extLst>
            </p:cNvPr>
            <p:cNvSpPr/>
            <p:nvPr/>
          </p:nvSpPr>
          <p:spPr>
            <a:xfrm>
              <a:off x="1636783" y="3192094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0"/>
                  </a:moveTo>
                  <a:cubicBezTo>
                    <a:pt x="96" y="0"/>
                    <a:pt x="1" y="107"/>
                    <a:pt x="1" y="308"/>
                  </a:cubicBezTo>
                  <a:lnTo>
                    <a:pt x="1" y="2937"/>
                  </a:lnTo>
                  <a:cubicBezTo>
                    <a:pt x="1" y="3190"/>
                    <a:pt x="191" y="3539"/>
                    <a:pt x="412" y="3665"/>
                  </a:cubicBezTo>
                  <a:lnTo>
                    <a:pt x="14505" y="11804"/>
                  </a:lnTo>
                  <a:cubicBezTo>
                    <a:pt x="14570" y="11841"/>
                    <a:pt x="14632" y="11859"/>
                    <a:pt x="14687" y="11859"/>
                  </a:cubicBezTo>
                  <a:cubicBezTo>
                    <a:pt x="14821" y="11859"/>
                    <a:pt x="14917" y="11753"/>
                    <a:pt x="14917" y="11551"/>
                  </a:cubicBezTo>
                  <a:lnTo>
                    <a:pt x="14917" y="8922"/>
                  </a:lnTo>
                  <a:cubicBezTo>
                    <a:pt x="14917" y="8669"/>
                    <a:pt x="14727" y="8321"/>
                    <a:pt x="14505" y="8194"/>
                  </a:cubicBezTo>
                  <a:lnTo>
                    <a:pt x="412" y="55"/>
                  </a:lnTo>
                  <a:cubicBezTo>
                    <a:pt x="348" y="18"/>
                    <a:pt x="286" y="0"/>
                    <a:pt x="23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38">
              <a:extLst>
                <a:ext uri="{FF2B5EF4-FFF2-40B4-BE49-F238E27FC236}">
                  <a16:creationId xmlns:a16="http://schemas.microsoft.com/office/drawing/2014/main" id="{20A354EE-3729-F329-3653-64DB691060DD}"/>
                </a:ext>
              </a:extLst>
            </p:cNvPr>
            <p:cNvSpPr/>
            <p:nvPr/>
          </p:nvSpPr>
          <p:spPr>
            <a:xfrm>
              <a:off x="1660569" y="322904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38">
              <a:extLst>
                <a:ext uri="{FF2B5EF4-FFF2-40B4-BE49-F238E27FC236}">
                  <a16:creationId xmlns:a16="http://schemas.microsoft.com/office/drawing/2014/main" id="{3432D083-BC40-01C8-D0C5-947A231D61E1}"/>
                </a:ext>
              </a:extLst>
            </p:cNvPr>
            <p:cNvSpPr/>
            <p:nvPr/>
          </p:nvSpPr>
          <p:spPr>
            <a:xfrm>
              <a:off x="1660569" y="325492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38">
              <a:extLst>
                <a:ext uri="{FF2B5EF4-FFF2-40B4-BE49-F238E27FC236}">
                  <a16:creationId xmlns:a16="http://schemas.microsoft.com/office/drawing/2014/main" id="{FC1FE0FE-1043-E77F-7492-8815FB51DAC3}"/>
                </a:ext>
              </a:extLst>
            </p:cNvPr>
            <p:cNvSpPr/>
            <p:nvPr/>
          </p:nvSpPr>
          <p:spPr>
            <a:xfrm>
              <a:off x="1660569" y="3281813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38">
              <a:extLst>
                <a:ext uri="{FF2B5EF4-FFF2-40B4-BE49-F238E27FC236}">
                  <a16:creationId xmlns:a16="http://schemas.microsoft.com/office/drawing/2014/main" id="{A4196296-81E1-4C67-3A1A-ACB8B228FB63}"/>
                </a:ext>
              </a:extLst>
            </p:cNvPr>
            <p:cNvSpPr/>
            <p:nvPr/>
          </p:nvSpPr>
          <p:spPr>
            <a:xfrm>
              <a:off x="1967886" y="3430277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38">
              <a:extLst>
                <a:ext uri="{FF2B5EF4-FFF2-40B4-BE49-F238E27FC236}">
                  <a16:creationId xmlns:a16="http://schemas.microsoft.com/office/drawing/2014/main" id="{55457839-3C7B-204C-0321-B1D1FD64D4F6}"/>
                </a:ext>
              </a:extLst>
            </p:cNvPr>
            <p:cNvSpPr/>
            <p:nvPr/>
          </p:nvSpPr>
          <p:spPr>
            <a:xfrm>
              <a:off x="2017549" y="3457950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77" y="0"/>
                  </a:moveTo>
                  <a:cubicBezTo>
                    <a:pt x="77" y="0"/>
                    <a:pt x="1" y="93"/>
                    <a:pt x="1" y="247"/>
                  </a:cubicBezTo>
                  <a:cubicBezTo>
                    <a:pt x="1" y="469"/>
                    <a:pt x="159" y="722"/>
                    <a:pt x="317" y="817"/>
                  </a:cubicBezTo>
                  <a:cubicBezTo>
                    <a:pt x="376" y="856"/>
                    <a:pt x="431" y="874"/>
                    <a:pt x="479" y="874"/>
                  </a:cubicBezTo>
                  <a:cubicBezTo>
                    <a:pt x="589" y="874"/>
                    <a:pt x="666" y="781"/>
                    <a:pt x="666" y="627"/>
                  </a:cubicBezTo>
                  <a:cubicBezTo>
                    <a:pt x="666" y="405"/>
                    <a:pt x="507" y="152"/>
                    <a:pt x="317" y="57"/>
                  </a:cubicBezTo>
                  <a:cubicBezTo>
                    <a:pt x="269" y="18"/>
                    <a:pt x="221" y="0"/>
                    <a:pt x="17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38">
              <a:extLst>
                <a:ext uri="{FF2B5EF4-FFF2-40B4-BE49-F238E27FC236}">
                  <a16:creationId xmlns:a16="http://schemas.microsoft.com/office/drawing/2014/main" id="{CF0DB849-2D4F-9B44-C644-4D4E05338348}"/>
                </a:ext>
              </a:extLst>
            </p:cNvPr>
            <p:cNvSpPr/>
            <p:nvPr/>
          </p:nvSpPr>
          <p:spPr>
            <a:xfrm>
              <a:off x="2064107" y="348565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8" y="32"/>
                  </a:cubicBezTo>
                  <a:cubicBezTo>
                    <a:pt x="1" y="96"/>
                    <a:pt x="1" y="349"/>
                    <a:pt x="128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6" y="872"/>
                    <a:pt x="580" y="867"/>
                    <a:pt x="603" y="856"/>
                  </a:cubicBezTo>
                  <a:cubicBezTo>
                    <a:pt x="729" y="761"/>
                    <a:pt x="729" y="539"/>
                    <a:pt x="603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38">
              <a:extLst>
                <a:ext uri="{FF2B5EF4-FFF2-40B4-BE49-F238E27FC236}">
                  <a16:creationId xmlns:a16="http://schemas.microsoft.com/office/drawing/2014/main" id="{E3772D21-1DB9-9135-AB8A-EF3515EDEB1A}"/>
                </a:ext>
              </a:extLst>
            </p:cNvPr>
            <p:cNvSpPr/>
            <p:nvPr/>
          </p:nvSpPr>
          <p:spPr>
            <a:xfrm>
              <a:off x="1636783" y="3330266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1" y="123"/>
                    <a:pt x="1" y="323"/>
                  </a:cubicBezTo>
                  <a:lnTo>
                    <a:pt x="1" y="2952"/>
                  </a:lnTo>
                  <a:cubicBezTo>
                    <a:pt x="1" y="3205"/>
                    <a:pt x="191" y="3553"/>
                    <a:pt x="412" y="3680"/>
                  </a:cubicBezTo>
                  <a:lnTo>
                    <a:pt x="14505" y="11819"/>
                  </a:lnTo>
                  <a:cubicBezTo>
                    <a:pt x="14570" y="11856"/>
                    <a:pt x="14632" y="11874"/>
                    <a:pt x="14687" y="11874"/>
                  </a:cubicBezTo>
                  <a:cubicBezTo>
                    <a:pt x="14821" y="11874"/>
                    <a:pt x="14917" y="11767"/>
                    <a:pt x="14917" y="11566"/>
                  </a:cubicBezTo>
                  <a:lnTo>
                    <a:pt x="14917" y="8937"/>
                  </a:lnTo>
                  <a:cubicBezTo>
                    <a:pt x="14917" y="8652"/>
                    <a:pt x="14727" y="8335"/>
                    <a:pt x="14505" y="8177"/>
                  </a:cubicBezTo>
                  <a:lnTo>
                    <a:pt x="412" y="70"/>
                  </a:lnTo>
                  <a:cubicBezTo>
                    <a:pt x="346" y="23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38">
              <a:extLst>
                <a:ext uri="{FF2B5EF4-FFF2-40B4-BE49-F238E27FC236}">
                  <a16:creationId xmlns:a16="http://schemas.microsoft.com/office/drawing/2014/main" id="{1640AC35-CEE9-BA63-0B8D-E2299B4EEA20}"/>
                </a:ext>
              </a:extLst>
            </p:cNvPr>
            <p:cNvSpPr/>
            <p:nvPr/>
          </p:nvSpPr>
          <p:spPr>
            <a:xfrm>
              <a:off x="1660569" y="33677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38">
              <a:extLst>
                <a:ext uri="{FF2B5EF4-FFF2-40B4-BE49-F238E27FC236}">
                  <a16:creationId xmlns:a16="http://schemas.microsoft.com/office/drawing/2014/main" id="{C8E8B58B-EF07-CB49-3A16-54777FACC302}"/>
                </a:ext>
              </a:extLst>
            </p:cNvPr>
            <p:cNvSpPr/>
            <p:nvPr/>
          </p:nvSpPr>
          <p:spPr>
            <a:xfrm>
              <a:off x="1660569" y="339358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38">
              <a:extLst>
                <a:ext uri="{FF2B5EF4-FFF2-40B4-BE49-F238E27FC236}">
                  <a16:creationId xmlns:a16="http://schemas.microsoft.com/office/drawing/2014/main" id="{0E39F740-3163-758A-9CA7-9DA3A1F30AE2}"/>
                </a:ext>
              </a:extLst>
            </p:cNvPr>
            <p:cNvSpPr/>
            <p:nvPr/>
          </p:nvSpPr>
          <p:spPr>
            <a:xfrm>
              <a:off x="1660569" y="342047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38">
              <a:extLst>
                <a:ext uri="{FF2B5EF4-FFF2-40B4-BE49-F238E27FC236}">
                  <a16:creationId xmlns:a16="http://schemas.microsoft.com/office/drawing/2014/main" id="{5E3BF145-B175-630F-C86F-915B8CDAA1E5}"/>
                </a:ext>
              </a:extLst>
            </p:cNvPr>
            <p:cNvSpPr/>
            <p:nvPr/>
          </p:nvSpPr>
          <p:spPr>
            <a:xfrm>
              <a:off x="1967886" y="3568841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13" y="1"/>
                  </a:moveTo>
                  <a:cubicBezTo>
                    <a:pt x="182" y="1"/>
                    <a:pt x="153" y="7"/>
                    <a:pt x="127" y="20"/>
                  </a:cubicBezTo>
                  <a:cubicBezTo>
                    <a:pt x="1" y="83"/>
                    <a:pt x="1" y="337"/>
                    <a:pt x="127" y="558"/>
                  </a:cubicBezTo>
                  <a:cubicBezTo>
                    <a:pt x="232" y="741"/>
                    <a:pt x="401" y="860"/>
                    <a:pt x="528" y="860"/>
                  </a:cubicBezTo>
                  <a:cubicBezTo>
                    <a:pt x="555" y="860"/>
                    <a:pt x="580" y="854"/>
                    <a:pt x="602" y="843"/>
                  </a:cubicBezTo>
                  <a:cubicBezTo>
                    <a:pt x="729" y="780"/>
                    <a:pt x="729" y="527"/>
                    <a:pt x="602" y="305"/>
                  </a:cubicBezTo>
                  <a:cubicBezTo>
                    <a:pt x="501" y="102"/>
                    <a:pt x="339" y="1"/>
                    <a:pt x="2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38">
              <a:extLst>
                <a:ext uri="{FF2B5EF4-FFF2-40B4-BE49-F238E27FC236}">
                  <a16:creationId xmlns:a16="http://schemas.microsoft.com/office/drawing/2014/main" id="{AABCFE2C-3A68-4B0B-F307-B843DB369546}"/>
                </a:ext>
              </a:extLst>
            </p:cNvPr>
            <p:cNvSpPr/>
            <p:nvPr/>
          </p:nvSpPr>
          <p:spPr>
            <a:xfrm>
              <a:off x="2016536" y="359638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31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8" y="760"/>
                    <a:pt x="728" y="539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38">
              <a:extLst>
                <a:ext uri="{FF2B5EF4-FFF2-40B4-BE49-F238E27FC236}">
                  <a16:creationId xmlns:a16="http://schemas.microsoft.com/office/drawing/2014/main" id="{84282EA3-69E6-E4A6-8C39-5C2CC9011E1D}"/>
                </a:ext>
              </a:extLst>
            </p:cNvPr>
            <p:cNvSpPr/>
            <p:nvPr/>
          </p:nvSpPr>
          <p:spPr>
            <a:xfrm>
              <a:off x="2065152" y="3624123"/>
              <a:ext cx="21760" cy="28523"/>
            </a:xfrm>
            <a:custGeom>
              <a:avLst/>
              <a:gdLst/>
              <a:ahLst/>
              <a:cxnLst/>
              <a:rect l="l" t="t" r="r" b="b"/>
              <a:pathLst>
                <a:path w="666" h="873" extrusionOk="0">
                  <a:moveTo>
                    <a:pt x="205" y="1"/>
                  </a:moveTo>
                  <a:cubicBezTo>
                    <a:pt x="85" y="1"/>
                    <a:pt x="1" y="89"/>
                    <a:pt x="1" y="228"/>
                  </a:cubicBezTo>
                  <a:cubicBezTo>
                    <a:pt x="1" y="450"/>
                    <a:pt x="159" y="735"/>
                    <a:pt x="349" y="830"/>
                  </a:cubicBezTo>
                  <a:cubicBezTo>
                    <a:pt x="406" y="858"/>
                    <a:pt x="457" y="873"/>
                    <a:pt x="501" y="873"/>
                  </a:cubicBezTo>
                  <a:cubicBezTo>
                    <a:pt x="603" y="873"/>
                    <a:pt x="666" y="795"/>
                    <a:pt x="666" y="640"/>
                  </a:cubicBezTo>
                  <a:cubicBezTo>
                    <a:pt x="666" y="418"/>
                    <a:pt x="539" y="165"/>
                    <a:pt x="349" y="38"/>
                  </a:cubicBezTo>
                  <a:cubicBezTo>
                    <a:pt x="298" y="13"/>
                    <a:pt x="249" y="1"/>
                    <a:pt x="20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38">
              <a:extLst>
                <a:ext uri="{FF2B5EF4-FFF2-40B4-BE49-F238E27FC236}">
                  <a16:creationId xmlns:a16="http://schemas.microsoft.com/office/drawing/2014/main" id="{6C1CD0D9-C22F-3960-20D0-A0BA0235B49C}"/>
                </a:ext>
              </a:extLst>
            </p:cNvPr>
            <p:cNvSpPr/>
            <p:nvPr/>
          </p:nvSpPr>
          <p:spPr>
            <a:xfrm>
              <a:off x="1636783" y="3468896"/>
              <a:ext cx="487376" cy="387823"/>
            </a:xfrm>
            <a:custGeom>
              <a:avLst/>
              <a:gdLst/>
              <a:ahLst/>
              <a:cxnLst/>
              <a:rect l="l" t="t" r="r" b="b"/>
              <a:pathLst>
                <a:path w="14917" h="11870" extrusionOk="0">
                  <a:moveTo>
                    <a:pt x="224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2"/>
                    <a:pt x="412" y="3681"/>
                  </a:cubicBezTo>
                  <a:lnTo>
                    <a:pt x="14505" y="11820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7" y="11752"/>
                    <a:pt x="14917" y="11566"/>
                  </a:cubicBezTo>
                  <a:lnTo>
                    <a:pt x="14917" y="8938"/>
                  </a:lnTo>
                  <a:cubicBezTo>
                    <a:pt x="14917" y="8653"/>
                    <a:pt x="14727" y="8336"/>
                    <a:pt x="14505" y="8178"/>
                  </a:cubicBezTo>
                  <a:lnTo>
                    <a:pt x="412" y="70"/>
                  </a:lnTo>
                  <a:cubicBezTo>
                    <a:pt x="345" y="22"/>
                    <a:pt x="281" y="1"/>
                    <a:pt x="22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38">
              <a:extLst>
                <a:ext uri="{FF2B5EF4-FFF2-40B4-BE49-F238E27FC236}">
                  <a16:creationId xmlns:a16="http://schemas.microsoft.com/office/drawing/2014/main" id="{2CE2BF52-E5C5-B884-557B-F1A38F73F87A}"/>
                </a:ext>
              </a:extLst>
            </p:cNvPr>
            <p:cNvSpPr/>
            <p:nvPr/>
          </p:nvSpPr>
          <p:spPr>
            <a:xfrm>
              <a:off x="1660569" y="350532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38">
              <a:extLst>
                <a:ext uri="{FF2B5EF4-FFF2-40B4-BE49-F238E27FC236}">
                  <a16:creationId xmlns:a16="http://schemas.microsoft.com/office/drawing/2014/main" id="{0E450465-C34A-9BDC-B420-FDE391A3996F}"/>
                </a:ext>
              </a:extLst>
            </p:cNvPr>
            <p:cNvSpPr/>
            <p:nvPr/>
          </p:nvSpPr>
          <p:spPr>
            <a:xfrm>
              <a:off x="1660569" y="3532215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38">
              <a:extLst>
                <a:ext uri="{FF2B5EF4-FFF2-40B4-BE49-F238E27FC236}">
                  <a16:creationId xmlns:a16="http://schemas.microsoft.com/office/drawing/2014/main" id="{797AA9C5-D1D4-7272-0DE1-EF0346154EB7}"/>
                </a:ext>
              </a:extLst>
            </p:cNvPr>
            <p:cNvSpPr/>
            <p:nvPr/>
          </p:nvSpPr>
          <p:spPr>
            <a:xfrm>
              <a:off x="1660569" y="355809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38">
              <a:extLst>
                <a:ext uri="{FF2B5EF4-FFF2-40B4-BE49-F238E27FC236}">
                  <a16:creationId xmlns:a16="http://schemas.microsoft.com/office/drawing/2014/main" id="{DF9EE850-E310-2039-AED4-251A92B4524A}"/>
                </a:ext>
              </a:extLst>
            </p:cNvPr>
            <p:cNvSpPr/>
            <p:nvPr/>
          </p:nvSpPr>
          <p:spPr>
            <a:xfrm>
              <a:off x="1968932" y="3706915"/>
              <a:ext cx="22773" cy="28523"/>
            </a:xfrm>
            <a:custGeom>
              <a:avLst/>
              <a:gdLst/>
              <a:ahLst/>
              <a:cxnLst/>
              <a:rect l="l" t="t" r="r" b="b"/>
              <a:pathLst>
                <a:path w="697" h="873" extrusionOk="0">
                  <a:moveTo>
                    <a:pt x="208" y="1"/>
                  </a:moveTo>
                  <a:cubicBezTo>
                    <a:pt x="87" y="1"/>
                    <a:pt x="0" y="95"/>
                    <a:pt x="0" y="259"/>
                  </a:cubicBezTo>
                  <a:cubicBezTo>
                    <a:pt x="0" y="449"/>
                    <a:pt x="159" y="734"/>
                    <a:pt x="349" y="829"/>
                  </a:cubicBezTo>
                  <a:cubicBezTo>
                    <a:pt x="406" y="858"/>
                    <a:pt x="460" y="872"/>
                    <a:pt x="508" y="872"/>
                  </a:cubicBezTo>
                  <a:cubicBezTo>
                    <a:pt x="619" y="872"/>
                    <a:pt x="697" y="794"/>
                    <a:pt x="697" y="639"/>
                  </a:cubicBezTo>
                  <a:cubicBezTo>
                    <a:pt x="697" y="418"/>
                    <a:pt x="539" y="164"/>
                    <a:pt x="349" y="38"/>
                  </a:cubicBezTo>
                  <a:cubicBezTo>
                    <a:pt x="299" y="13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38">
              <a:extLst>
                <a:ext uri="{FF2B5EF4-FFF2-40B4-BE49-F238E27FC236}">
                  <a16:creationId xmlns:a16="http://schemas.microsoft.com/office/drawing/2014/main" id="{186A5523-1D9A-5915-3508-AFF3ADEB9DA6}"/>
                </a:ext>
              </a:extLst>
            </p:cNvPr>
            <p:cNvSpPr/>
            <p:nvPr/>
          </p:nvSpPr>
          <p:spPr>
            <a:xfrm>
              <a:off x="2016536" y="3734490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5"/>
                    <a:pt x="127" y="587"/>
                  </a:cubicBezTo>
                  <a:cubicBezTo>
                    <a:pt x="224" y="758"/>
                    <a:pt x="378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8" y="777"/>
                    <a:pt x="728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38">
              <a:extLst>
                <a:ext uri="{FF2B5EF4-FFF2-40B4-BE49-F238E27FC236}">
                  <a16:creationId xmlns:a16="http://schemas.microsoft.com/office/drawing/2014/main" id="{91570456-504B-C192-52E2-496E1025FC48}"/>
                </a:ext>
              </a:extLst>
            </p:cNvPr>
            <p:cNvSpPr/>
            <p:nvPr/>
          </p:nvSpPr>
          <p:spPr>
            <a:xfrm>
              <a:off x="2065152" y="3762785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1" y="89"/>
                    <a:pt x="1" y="228"/>
                  </a:cubicBezTo>
                  <a:cubicBezTo>
                    <a:pt x="1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7" y="867"/>
                  </a:cubicBezTo>
                  <a:cubicBezTo>
                    <a:pt x="598" y="867"/>
                    <a:pt x="666" y="778"/>
                    <a:pt x="666" y="639"/>
                  </a:cubicBezTo>
                  <a:cubicBezTo>
                    <a:pt x="666" y="418"/>
                    <a:pt x="539" y="133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38">
              <a:extLst>
                <a:ext uri="{FF2B5EF4-FFF2-40B4-BE49-F238E27FC236}">
                  <a16:creationId xmlns:a16="http://schemas.microsoft.com/office/drawing/2014/main" id="{186EB3E9-BC1B-68E4-6C61-D16BFBB174C1}"/>
                </a:ext>
              </a:extLst>
            </p:cNvPr>
            <p:cNvSpPr/>
            <p:nvPr/>
          </p:nvSpPr>
          <p:spPr>
            <a:xfrm>
              <a:off x="2192412" y="1943384"/>
              <a:ext cx="472902" cy="2077252"/>
            </a:xfrm>
            <a:custGeom>
              <a:avLst/>
              <a:gdLst/>
              <a:ahLst/>
              <a:cxnLst/>
              <a:rect l="l" t="t" r="r" b="b"/>
              <a:pathLst>
                <a:path w="14474" h="63578" extrusionOk="0">
                  <a:moveTo>
                    <a:pt x="14185" y="0"/>
                  </a:moveTo>
                  <a:cubicBezTo>
                    <a:pt x="14112" y="0"/>
                    <a:pt x="14028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1" y="8410"/>
                    <a:pt x="1" y="8759"/>
                  </a:cubicBezTo>
                  <a:lnTo>
                    <a:pt x="1" y="63578"/>
                  </a:lnTo>
                  <a:lnTo>
                    <a:pt x="14474" y="55217"/>
                  </a:lnTo>
                  <a:lnTo>
                    <a:pt x="14474" y="398"/>
                  </a:lnTo>
                  <a:cubicBezTo>
                    <a:pt x="14474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38">
              <a:extLst>
                <a:ext uri="{FF2B5EF4-FFF2-40B4-BE49-F238E27FC236}">
                  <a16:creationId xmlns:a16="http://schemas.microsoft.com/office/drawing/2014/main" id="{6A12F02C-FE17-A118-2750-AF3A48E26963}"/>
                </a:ext>
              </a:extLst>
            </p:cNvPr>
            <p:cNvSpPr/>
            <p:nvPr/>
          </p:nvSpPr>
          <p:spPr>
            <a:xfrm>
              <a:off x="2207931" y="19702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38">
              <a:extLst>
                <a:ext uri="{FF2B5EF4-FFF2-40B4-BE49-F238E27FC236}">
                  <a16:creationId xmlns:a16="http://schemas.microsoft.com/office/drawing/2014/main" id="{668585E4-B850-AF01-9D16-F826F517C8F0}"/>
                </a:ext>
              </a:extLst>
            </p:cNvPr>
            <p:cNvSpPr/>
            <p:nvPr/>
          </p:nvSpPr>
          <p:spPr>
            <a:xfrm>
              <a:off x="2207931" y="2108739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1"/>
                    <a:pt x="238" y="11051"/>
                  </a:cubicBezTo>
                  <a:cubicBezTo>
                    <a:pt x="299" y="11051"/>
                    <a:pt x="369" y="11029"/>
                    <a:pt x="444" y="10982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38">
              <a:extLst>
                <a:ext uri="{FF2B5EF4-FFF2-40B4-BE49-F238E27FC236}">
                  <a16:creationId xmlns:a16="http://schemas.microsoft.com/office/drawing/2014/main" id="{7559FEDC-67CD-5F7E-F605-CCC95AE61E5B}"/>
                </a:ext>
              </a:extLst>
            </p:cNvPr>
            <p:cNvSpPr/>
            <p:nvPr/>
          </p:nvSpPr>
          <p:spPr>
            <a:xfrm>
              <a:off x="2207931" y="224694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2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5"/>
                    <a:pt x="13524" y="2951"/>
                  </a:cubicBezTo>
                  <a:lnTo>
                    <a:pt x="13524" y="323"/>
                  </a:lnTo>
                  <a:cubicBezTo>
                    <a:pt x="13524" y="123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38">
              <a:extLst>
                <a:ext uri="{FF2B5EF4-FFF2-40B4-BE49-F238E27FC236}">
                  <a16:creationId xmlns:a16="http://schemas.microsoft.com/office/drawing/2014/main" id="{57D4A27C-78FE-22FE-74C1-7CD054E8D007}"/>
                </a:ext>
              </a:extLst>
            </p:cNvPr>
            <p:cNvSpPr/>
            <p:nvPr/>
          </p:nvSpPr>
          <p:spPr>
            <a:xfrm>
              <a:off x="2207931" y="238557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54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38">
              <a:extLst>
                <a:ext uri="{FF2B5EF4-FFF2-40B4-BE49-F238E27FC236}">
                  <a16:creationId xmlns:a16="http://schemas.microsoft.com/office/drawing/2014/main" id="{C46FDF31-6516-AC5D-0DA3-AFF41BE0564E}"/>
                </a:ext>
              </a:extLst>
            </p:cNvPr>
            <p:cNvSpPr/>
            <p:nvPr/>
          </p:nvSpPr>
          <p:spPr>
            <a:xfrm>
              <a:off x="2207931" y="2523843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6"/>
                  </a:lnTo>
                  <a:cubicBezTo>
                    <a:pt x="191" y="7492"/>
                    <a:pt x="1" y="7841"/>
                    <a:pt x="1" y="8126"/>
                  </a:cubicBezTo>
                  <a:lnTo>
                    <a:pt x="1" y="10754"/>
                  </a:lnTo>
                  <a:cubicBezTo>
                    <a:pt x="1" y="10931"/>
                    <a:pt x="93" y="11046"/>
                    <a:pt x="235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4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38">
              <a:extLst>
                <a:ext uri="{FF2B5EF4-FFF2-40B4-BE49-F238E27FC236}">
                  <a16:creationId xmlns:a16="http://schemas.microsoft.com/office/drawing/2014/main" id="{A78B2FFB-60AF-F9E5-2700-811DF1CFEDAB}"/>
                </a:ext>
              </a:extLst>
            </p:cNvPr>
            <p:cNvSpPr/>
            <p:nvPr/>
          </p:nvSpPr>
          <p:spPr>
            <a:xfrm>
              <a:off x="2207931" y="26623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1"/>
                  </a:moveTo>
                  <a:cubicBezTo>
                    <a:pt x="13239" y="1"/>
                    <a:pt x="13177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28"/>
                    <a:pt x="95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8"/>
                  </a:cubicBezTo>
                  <a:lnTo>
                    <a:pt x="13524" y="309"/>
                  </a:lnTo>
                  <a:cubicBezTo>
                    <a:pt x="13524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38">
              <a:extLst>
                <a:ext uri="{FF2B5EF4-FFF2-40B4-BE49-F238E27FC236}">
                  <a16:creationId xmlns:a16="http://schemas.microsoft.com/office/drawing/2014/main" id="{463B34D5-521A-902F-9ED8-AF1659B92CDD}"/>
                </a:ext>
              </a:extLst>
            </p:cNvPr>
            <p:cNvSpPr/>
            <p:nvPr/>
          </p:nvSpPr>
          <p:spPr>
            <a:xfrm>
              <a:off x="2207931" y="2800514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3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38">
              <a:extLst>
                <a:ext uri="{FF2B5EF4-FFF2-40B4-BE49-F238E27FC236}">
                  <a16:creationId xmlns:a16="http://schemas.microsoft.com/office/drawing/2014/main" id="{0E7884D6-358B-A3AB-0C91-9F4F06E7072A}"/>
                </a:ext>
              </a:extLst>
            </p:cNvPr>
            <p:cNvSpPr/>
            <p:nvPr/>
          </p:nvSpPr>
          <p:spPr>
            <a:xfrm>
              <a:off x="2207931" y="293914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300" y="0"/>
                  </a:moveTo>
                  <a:cubicBezTo>
                    <a:pt x="13243" y="0"/>
                    <a:pt x="13179" y="22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28"/>
                    <a:pt x="103" y="11045"/>
                    <a:pt x="257" y="11045"/>
                  </a:cubicBezTo>
                  <a:cubicBezTo>
                    <a:pt x="313" y="11045"/>
                    <a:pt x="376" y="11030"/>
                    <a:pt x="444" y="10996"/>
                  </a:cubicBezTo>
                  <a:lnTo>
                    <a:pt x="13112" y="3680"/>
                  </a:lnTo>
                  <a:cubicBezTo>
                    <a:pt x="13334" y="3522"/>
                    <a:pt x="13524" y="3205"/>
                    <a:pt x="13524" y="2920"/>
                  </a:cubicBezTo>
                  <a:lnTo>
                    <a:pt x="13524" y="292"/>
                  </a:lnTo>
                  <a:cubicBezTo>
                    <a:pt x="13524" y="115"/>
                    <a:pt x="13431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38">
              <a:extLst>
                <a:ext uri="{FF2B5EF4-FFF2-40B4-BE49-F238E27FC236}">
                  <a16:creationId xmlns:a16="http://schemas.microsoft.com/office/drawing/2014/main" id="{CA4F105F-C6DD-F5F6-3913-4FB81B2B6215}"/>
                </a:ext>
              </a:extLst>
            </p:cNvPr>
            <p:cNvSpPr/>
            <p:nvPr/>
          </p:nvSpPr>
          <p:spPr>
            <a:xfrm>
              <a:off x="2207931" y="3077414"/>
              <a:ext cx="441863" cy="360900"/>
            </a:xfrm>
            <a:custGeom>
              <a:avLst/>
              <a:gdLst/>
              <a:ahLst/>
              <a:cxnLst/>
              <a:rect l="l" t="t" r="r" b="b"/>
              <a:pathLst>
                <a:path w="13524" h="11046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492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0"/>
                    <a:pt x="93" y="11045"/>
                    <a:pt x="235" y="11045"/>
                  </a:cubicBezTo>
                  <a:cubicBezTo>
                    <a:pt x="296" y="11045"/>
                    <a:pt x="367" y="11024"/>
                    <a:pt x="444" y="10976"/>
                  </a:cubicBezTo>
                  <a:lnTo>
                    <a:pt x="13112" y="3692"/>
                  </a:lnTo>
                  <a:cubicBezTo>
                    <a:pt x="13334" y="3533"/>
                    <a:pt x="13524" y="3217"/>
                    <a:pt x="13524" y="2932"/>
                  </a:cubicBezTo>
                  <a:lnTo>
                    <a:pt x="13524" y="303"/>
                  </a:lnTo>
                  <a:cubicBezTo>
                    <a:pt x="13524" y="118"/>
                    <a:pt x="13422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38">
              <a:extLst>
                <a:ext uri="{FF2B5EF4-FFF2-40B4-BE49-F238E27FC236}">
                  <a16:creationId xmlns:a16="http://schemas.microsoft.com/office/drawing/2014/main" id="{137BCD23-3E04-4D82-CD01-99F983692C72}"/>
                </a:ext>
              </a:extLst>
            </p:cNvPr>
            <p:cNvSpPr/>
            <p:nvPr/>
          </p:nvSpPr>
          <p:spPr>
            <a:xfrm>
              <a:off x="2207931" y="3215880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0"/>
                  </a:moveTo>
                  <a:cubicBezTo>
                    <a:pt x="13239" y="0"/>
                    <a:pt x="13177" y="19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30"/>
                    <a:pt x="96" y="11036"/>
                    <a:pt x="242" y="11036"/>
                  </a:cubicBezTo>
                  <a:cubicBezTo>
                    <a:pt x="302" y="11036"/>
                    <a:pt x="370" y="11018"/>
                    <a:pt x="444" y="10981"/>
                  </a:cubicBezTo>
                  <a:lnTo>
                    <a:pt x="13112" y="3666"/>
                  </a:lnTo>
                  <a:cubicBezTo>
                    <a:pt x="13334" y="3539"/>
                    <a:pt x="13524" y="3191"/>
                    <a:pt x="13524" y="2937"/>
                  </a:cubicBezTo>
                  <a:lnTo>
                    <a:pt x="13524" y="309"/>
                  </a:lnTo>
                  <a:cubicBezTo>
                    <a:pt x="13524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38">
              <a:extLst>
                <a:ext uri="{FF2B5EF4-FFF2-40B4-BE49-F238E27FC236}">
                  <a16:creationId xmlns:a16="http://schemas.microsoft.com/office/drawing/2014/main" id="{48FF3882-11D5-5E1C-C58D-F7D063CF9D10}"/>
                </a:ext>
              </a:extLst>
            </p:cNvPr>
            <p:cNvSpPr/>
            <p:nvPr/>
          </p:nvSpPr>
          <p:spPr>
            <a:xfrm>
              <a:off x="2207931" y="3354084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7" y="0"/>
                  </a:moveTo>
                  <a:cubicBezTo>
                    <a:pt x="13241" y="0"/>
                    <a:pt x="13178" y="22"/>
                    <a:pt x="13112" y="69"/>
                  </a:cubicBezTo>
                  <a:lnTo>
                    <a:pt x="444" y="7385"/>
                  </a:lnTo>
                  <a:cubicBezTo>
                    <a:pt x="191" y="7511"/>
                    <a:pt x="1" y="7860"/>
                    <a:pt x="1" y="8113"/>
                  </a:cubicBezTo>
                  <a:lnTo>
                    <a:pt x="1" y="10742"/>
                  </a:lnTo>
                  <a:cubicBezTo>
                    <a:pt x="1" y="10943"/>
                    <a:pt x="96" y="11050"/>
                    <a:pt x="242" y="11050"/>
                  </a:cubicBezTo>
                  <a:cubicBezTo>
                    <a:pt x="302" y="11050"/>
                    <a:pt x="370" y="11032"/>
                    <a:pt x="444" y="10995"/>
                  </a:cubicBezTo>
                  <a:lnTo>
                    <a:pt x="13112" y="3679"/>
                  </a:lnTo>
                  <a:cubicBezTo>
                    <a:pt x="13334" y="3553"/>
                    <a:pt x="13524" y="3204"/>
                    <a:pt x="13524" y="2951"/>
                  </a:cubicBezTo>
                  <a:lnTo>
                    <a:pt x="13524" y="322"/>
                  </a:lnTo>
                  <a:cubicBezTo>
                    <a:pt x="13524" y="122"/>
                    <a:pt x="13430" y="0"/>
                    <a:pt x="1329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38">
              <a:extLst>
                <a:ext uri="{FF2B5EF4-FFF2-40B4-BE49-F238E27FC236}">
                  <a16:creationId xmlns:a16="http://schemas.microsoft.com/office/drawing/2014/main" id="{AE1093C6-FE6D-2763-F0A8-097F12BD1794}"/>
                </a:ext>
              </a:extLst>
            </p:cNvPr>
            <p:cNvSpPr/>
            <p:nvPr/>
          </p:nvSpPr>
          <p:spPr>
            <a:xfrm>
              <a:off x="2207931" y="3492681"/>
              <a:ext cx="441863" cy="360933"/>
            </a:xfrm>
            <a:custGeom>
              <a:avLst/>
              <a:gdLst/>
              <a:ahLst/>
              <a:cxnLst/>
              <a:rect l="l" t="t" r="r" b="b"/>
              <a:pathLst>
                <a:path w="13524" h="11047" extrusionOk="0">
                  <a:moveTo>
                    <a:pt x="13300" y="1"/>
                  </a:moveTo>
                  <a:cubicBezTo>
                    <a:pt x="13243" y="1"/>
                    <a:pt x="13179" y="23"/>
                    <a:pt x="13112" y="71"/>
                  </a:cubicBezTo>
                  <a:lnTo>
                    <a:pt x="444" y="7355"/>
                  </a:lnTo>
                  <a:cubicBezTo>
                    <a:pt x="191" y="7513"/>
                    <a:pt x="1" y="7830"/>
                    <a:pt x="1" y="8115"/>
                  </a:cubicBezTo>
                  <a:lnTo>
                    <a:pt x="1" y="10743"/>
                  </a:lnTo>
                  <a:cubicBezTo>
                    <a:pt x="1" y="10929"/>
                    <a:pt x="103" y="11046"/>
                    <a:pt x="257" y="11046"/>
                  </a:cubicBezTo>
                  <a:cubicBezTo>
                    <a:pt x="313" y="11046"/>
                    <a:pt x="376" y="11030"/>
                    <a:pt x="444" y="10997"/>
                  </a:cubicBezTo>
                  <a:lnTo>
                    <a:pt x="13112" y="3681"/>
                  </a:lnTo>
                  <a:cubicBezTo>
                    <a:pt x="13334" y="3554"/>
                    <a:pt x="13524" y="3206"/>
                    <a:pt x="13524" y="2921"/>
                  </a:cubicBezTo>
                  <a:lnTo>
                    <a:pt x="13524" y="292"/>
                  </a:lnTo>
                  <a:cubicBezTo>
                    <a:pt x="13524" y="116"/>
                    <a:pt x="13431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38">
              <a:extLst>
                <a:ext uri="{FF2B5EF4-FFF2-40B4-BE49-F238E27FC236}">
                  <a16:creationId xmlns:a16="http://schemas.microsoft.com/office/drawing/2014/main" id="{FD0BF74D-B44C-CF15-B0CF-AF10EEB3B4FC}"/>
                </a:ext>
              </a:extLst>
            </p:cNvPr>
            <p:cNvSpPr/>
            <p:nvPr/>
          </p:nvSpPr>
          <p:spPr>
            <a:xfrm>
              <a:off x="1596433" y="1509395"/>
              <a:ext cx="1091654" cy="634304"/>
            </a:xfrm>
            <a:custGeom>
              <a:avLst/>
              <a:gdLst/>
              <a:ahLst/>
              <a:cxnLst/>
              <a:rect l="l" t="t" r="r" b="b"/>
              <a:pathLst>
                <a:path w="33412" h="19414" extrusionOk="0">
                  <a:moveTo>
                    <a:pt x="16152" y="0"/>
                  </a:moveTo>
                  <a:lnTo>
                    <a:pt x="0" y="9374"/>
                  </a:lnTo>
                  <a:lnTo>
                    <a:pt x="17387" y="19413"/>
                  </a:lnTo>
                  <a:lnTo>
                    <a:pt x="33411" y="10134"/>
                  </a:lnTo>
                  <a:lnTo>
                    <a:pt x="16152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38">
              <a:extLst>
                <a:ext uri="{FF2B5EF4-FFF2-40B4-BE49-F238E27FC236}">
                  <a16:creationId xmlns:a16="http://schemas.microsoft.com/office/drawing/2014/main" id="{9FAB6024-B506-AE88-958F-9C190A977F52}"/>
                </a:ext>
              </a:extLst>
            </p:cNvPr>
            <p:cNvSpPr/>
            <p:nvPr/>
          </p:nvSpPr>
          <p:spPr>
            <a:xfrm>
              <a:off x="1770250" y="1630447"/>
              <a:ext cx="533967" cy="430460"/>
            </a:xfrm>
            <a:custGeom>
              <a:avLst/>
              <a:gdLst/>
              <a:ahLst/>
              <a:cxnLst/>
              <a:rect l="l" t="t" r="r" b="b"/>
              <a:pathLst>
                <a:path w="16343" h="13175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75"/>
                  </a:lnTo>
                  <a:lnTo>
                    <a:pt x="12510" y="11845"/>
                  </a:lnTo>
                  <a:lnTo>
                    <a:pt x="16342" y="3547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38">
              <a:extLst>
                <a:ext uri="{FF2B5EF4-FFF2-40B4-BE49-F238E27FC236}">
                  <a16:creationId xmlns:a16="http://schemas.microsoft.com/office/drawing/2014/main" id="{9D8B9B65-3D9C-2923-F2BB-BF39F1BF480A}"/>
                </a:ext>
              </a:extLst>
            </p:cNvPr>
            <p:cNvSpPr/>
            <p:nvPr/>
          </p:nvSpPr>
          <p:spPr>
            <a:xfrm>
              <a:off x="1770250" y="1780479"/>
              <a:ext cx="74526" cy="65214"/>
            </a:xfrm>
            <a:custGeom>
              <a:avLst/>
              <a:gdLst/>
              <a:ahLst/>
              <a:cxnLst/>
              <a:rect l="l" t="t" r="r" b="b"/>
              <a:pathLst>
                <a:path w="2281" h="1996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96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38">
              <a:extLst>
                <a:ext uri="{FF2B5EF4-FFF2-40B4-BE49-F238E27FC236}">
                  <a16:creationId xmlns:a16="http://schemas.microsoft.com/office/drawing/2014/main" id="{A09C6DFA-3865-4091-90B5-EC98890D58CD}"/>
                </a:ext>
              </a:extLst>
            </p:cNvPr>
            <p:cNvSpPr/>
            <p:nvPr/>
          </p:nvSpPr>
          <p:spPr>
            <a:xfrm>
              <a:off x="2178983" y="1746336"/>
              <a:ext cx="335253" cy="314571"/>
            </a:xfrm>
            <a:custGeom>
              <a:avLst/>
              <a:gdLst/>
              <a:ahLst/>
              <a:cxnLst/>
              <a:rect l="l" t="t" r="r" b="b"/>
              <a:pathLst>
                <a:path w="10261" h="9628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628"/>
                  </a:lnTo>
                  <a:lnTo>
                    <a:pt x="10261" y="3737"/>
                  </a:lnTo>
                  <a:lnTo>
                    <a:pt x="8677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38">
              <a:extLst>
                <a:ext uri="{FF2B5EF4-FFF2-40B4-BE49-F238E27FC236}">
                  <a16:creationId xmlns:a16="http://schemas.microsoft.com/office/drawing/2014/main" id="{A7EDAF57-4B58-5F07-705A-AFCD8EC9487E}"/>
                </a:ext>
              </a:extLst>
            </p:cNvPr>
            <p:cNvSpPr/>
            <p:nvPr/>
          </p:nvSpPr>
          <p:spPr>
            <a:xfrm>
              <a:off x="2352801" y="1821875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1" y="3420"/>
                  </a:lnTo>
                  <a:lnTo>
                    <a:pt x="4941" y="1425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38">
              <a:extLst>
                <a:ext uri="{FF2B5EF4-FFF2-40B4-BE49-F238E27FC236}">
                  <a16:creationId xmlns:a16="http://schemas.microsoft.com/office/drawing/2014/main" id="{EBD2D1DB-FF7A-DC77-AC2A-BE20B6BF2082}"/>
                </a:ext>
              </a:extLst>
            </p:cNvPr>
            <p:cNvSpPr/>
            <p:nvPr/>
          </p:nvSpPr>
          <p:spPr>
            <a:xfrm>
              <a:off x="1770250" y="1586992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38">
              <a:extLst>
                <a:ext uri="{FF2B5EF4-FFF2-40B4-BE49-F238E27FC236}">
                  <a16:creationId xmlns:a16="http://schemas.microsoft.com/office/drawing/2014/main" id="{A8EBFA56-C7FB-AF37-4102-DD335AC6B080}"/>
                </a:ext>
              </a:extLst>
            </p:cNvPr>
            <p:cNvSpPr/>
            <p:nvPr/>
          </p:nvSpPr>
          <p:spPr>
            <a:xfrm>
              <a:off x="1959620" y="1695628"/>
              <a:ext cx="183162" cy="56948"/>
            </a:xfrm>
            <a:custGeom>
              <a:avLst/>
              <a:gdLst/>
              <a:ahLst/>
              <a:cxnLst/>
              <a:rect l="l" t="t" r="r" b="b"/>
              <a:pathLst>
                <a:path w="5606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99"/>
                    <a:pt x="95" y="1742"/>
                  </a:cubicBezTo>
                  <a:cubicBezTo>
                    <a:pt x="159" y="1394"/>
                    <a:pt x="412" y="1077"/>
                    <a:pt x="887" y="792"/>
                  </a:cubicBezTo>
                  <a:cubicBezTo>
                    <a:pt x="1410" y="491"/>
                    <a:pt x="2106" y="341"/>
                    <a:pt x="2803" y="341"/>
                  </a:cubicBezTo>
                  <a:cubicBezTo>
                    <a:pt x="3500" y="341"/>
                    <a:pt x="4196" y="491"/>
                    <a:pt x="4719" y="792"/>
                  </a:cubicBezTo>
                  <a:cubicBezTo>
                    <a:pt x="5194" y="1077"/>
                    <a:pt x="5447" y="1394"/>
                    <a:pt x="5511" y="1742"/>
                  </a:cubicBezTo>
                  <a:cubicBezTo>
                    <a:pt x="5606" y="1299"/>
                    <a:pt x="5321" y="824"/>
                    <a:pt x="4719" y="476"/>
                  </a:cubicBezTo>
                  <a:cubicBezTo>
                    <a:pt x="4196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38">
              <a:extLst>
                <a:ext uri="{FF2B5EF4-FFF2-40B4-BE49-F238E27FC236}">
                  <a16:creationId xmlns:a16="http://schemas.microsoft.com/office/drawing/2014/main" id="{21FA73BF-9400-2E75-7827-66FF0FFA090A}"/>
                </a:ext>
              </a:extLst>
            </p:cNvPr>
            <p:cNvSpPr/>
            <p:nvPr/>
          </p:nvSpPr>
          <p:spPr>
            <a:xfrm>
              <a:off x="1962724" y="1706737"/>
              <a:ext cx="176954" cy="91614"/>
            </a:xfrm>
            <a:custGeom>
              <a:avLst/>
              <a:gdLst/>
              <a:ahLst/>
              <a:cxnLst/>
              <a:rect l="l" t="t" r="r" b="b"/>
              <a:pathLst>
                <a:path w="5416" h="2804" extrusionOk="0">
                  <a:moveTo>
                    <a:pt x="2708" y="1"/>
                  </a:moveTo>
                  <a:cubicBezTo>
                    <a:pt x="2011" y="1"/>
                    <a:pt x="1315" y="151"/>
                    <a:pt x="792" y="452"/>
                  </a:cubicBezTo>
                  <a:cubicBezTo>
                    <a:pt x="317" y="737"/>
                    <a:pt x="64" y="1054"/>
                    <a:pt x="0" y="1402"/>
                  </a:cubicBezTo>
                  <a:cubicBezTo>
                    <a:pt x="64" y="1751"/>
                    <a:pt x="317" y="2099"/>
                    <a:pt x="792" y="2352"/>
                  </a:cubicBezTo>
                  <a:cubicBezTo>
                    <a:pt x="1315" y="2653"/>
                    <a:pt x="2011" y="2804"/>
                    <a:pt x="2708" y="2804"/>
                  </a:cubicBezTo>
                  <a:cubicBezTo>
                    <a:pt x="3405" y="2804"/>
                    <a:pt x="4101" y="2653"/>
                    <a:pt x="4624" y="2352"/>
                  </a:cubicBezTo>
                  <a:cubicBezTo>
                    <a:pt x="5099" y="2099"/>
                    <a:pt x="5352" y="1751"/>
                    <a:pt x="5416" y="1402"/>
                  </a:cubicBezTo>
                  <a:cubicBezTo>
                    <a:pt x="5352" y="1054"/>
                    <a:pt x="5099" y="737"/>
                    <a:pt x="4624" y="452"/>
                  </a:cubicBezTo>
                  <a:cubicBezTo>
                    <a:pt x="4101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38">
              <a:extLst>
                <a:ext uri="{FF2B5EF4-FFF2-40B4-BE49-F238E27FC236}">
                  <a16:creationId xmlns:a16="http://schemas.microsoft.com/office/drawing/2014/main" id="{CBE01F81-53AF-06AE-D93F-33244B72E210}"/>
                </a:ext>
              </a:extLst>
            </p:cNvPr>
            <p:cNvSpPr/>
            <p:nvPr/>
          </p:nvSpPr>
          <p:spPr>
            <a:xfrm>
              <a:off x="1897543" y="1755648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8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39" y="2312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38">
              <a:extLst>
                <a:ext uri="{FF2B5EF4-FFF2-40B4-BE49-F238E27FC236}">
                  <a16:creationId xmlns:a16="http://schemas.microsoft.com/office/drawing/2014/main" id="{D08B0B33-37D8-1940-D2A8-0E8E3DA3537B}"/>
                </a:ext>
              </a:extLst>
            </p:cNvPr>
            <p:cNvSpPr/>
            <p:nvPr/>
          </p:nvSpPr>
          <p:spPr>
            <a:xfrm>
              <a:off x="1874770" y="1769109"/>
              <a:ext cx="141799" cy="81747"/>
            </a:xfrm>
            <a:custGeom>
              <a:avLst/>
              <a:gdLst/>
              <a:ahLst/>
              <a:cxnLst/>
              <a:rect l="l" t="t" r="r" b="b"/>
              <a:pathLst>
                <a:path w="4340" h="2502" extrusionOk="0">
                  <a:moveTo>
                    <a:pt x="349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38">
              <a:extLst>
                <a:ext uri="{FF2B5EF4-FFF2-40B4-BE49-F238E27FC236}">
                  <a16:creationId xmlns:a16="http://schemas.microsoft.com/office/drawing/2014/main" id="{4F4DF31D-EB81-C65E-500B-971B3B3ED6D1}"/>
                </a:ext>
              </a:extLst>
            </p:cNvPr>
            <p:cNvSpPr/>
            <p:nvPr/>
          </p:nvSpPr>
          <p:spPr>
            <a:xfrm>
              <a:off x="1851997" y="178253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38">
              <a:extLst>
                <a:ext uri="{FF2B5EF4-FFF2-40B4-BE49-F238E27FC236}">
                  <a16:creationId xmlns:a16="http://schemas.microsoft.com/office/drawing/2014/main" id="{40E8381A-7E8F-0245-7E71-E3F7D9A05044}"/>
                </a:ext>
              </a:extLst>
            </p:cNvPr>
            <p:cNvSpPr/>
            <p:nvPr/>
          </p:nvSpPr>
          <p:spPr>
            <a:xfrm>
              <a:off x="2105503" y="1630447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38">
              <a:extLst>
                <a:ext uri="{FF2B5EF4-FFF2-40B4-BE49-F238E27FC236}">
                  <a16:creationId xmlns:a16="http://schemas.microsoft.com/office/drawing/2014/main" id="{19E9D0DA-6813-251D-C315-FBAD15B17939}"/>
                </a:ext>
              </a:extLst>
            </p:cNvPr>
            <p:cNvSpPr/>
            <p:nvPr/>
          </p:nvSpPr>
          <p:spPr>
            <a:xfrm>
              <a:off x="2082730" y="1643908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38">
              <a:extLst>
                <a:ext uri="{FF2B5EF4-FFF2-40B4-BE49-F238E27FC236}">
                  <a16:creationId xmlns:a16="http://schemas.microsoft.com/office/drawing/2014/main" id="{01711619-4C16-224F-C4DE-608DA9C851A8}"/>
                </a:ext>
              </a:extLst>
            </p:cNvPr>
            <p:cNvSpPr/>
            <p:nvPr/>
          </p:nvSpPr>
          <p:spPr>
            <a:xfrm>
              <a:off x="2059990" y="1656323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38">
              <a:extLst>
                <a:ext uri="{FF2B5EF4-FFF2-40B4-BE49-F238E27FC236}">
                  <a16:creationId xmlns:a16="http://schemas.microsoft.com/office/drawing/2014/main" id="{CAFF1F75-2E7D-1BD1-6D93-F4570E05DD06}"/>
                </a:ext>
              </a:extLst>
            </p:cNvPr>
            <p:cNvSpPr/>
            <p:nvPr/>
          </p:nvSpPr>
          <p:spPr>
            <a:xfrm>
              <a:off x="2147945" y="1804264"/>
              <a:ext cx="182117" cy="56948"/>
            </a:xfrm>
            <a:custGeom>
              <a:avLst/>
              <a:gdLst/>
              <a:ahLst/>
              <a:cxnLst/>
              <a:rect l="l" t="t" r="r" b="b"/>
              <a:pathLst>
                <a:path w="5574" h="1743" extrusionOk="0">
                  <a:moveTo>
                    <a:pt x="2787" y="1"/>
                  </a:moveTo>
                  <a:cubicBezTo>
                    <a:pt x="2090" y="1"/>
                    <a:pt x="1393" y="159"/>
                    <a:pt x="855" y="476"/>
                  </a:cubicBezTo>
                  <a:cubicBezTo>
                    <a:pt x="253" y="824"/>
                    <a:pt x="0" y="1299"/>
                    <a:pt x="95" y="1743"/>
                  </a:cubicBezTo>
                  <a:cubicBezTo>
                    <a:pt x="158" y="1394"/>
                    <a:pt x="412" y="1078"/>
                    <a:pt x="855" y="793"/>
                  </a:cubicBezTo>
                  <a:cubicBezTo>
                    <a:pt x="1393" y="492"/>
                    <a:pt x="2090" y="341"/>
                    <a:pt x="2787" y="341"/>
                  </a:cubicBezTo>
                  <a:cubicBezTo>
                    <a:pt x="3484" y="341"/>
                    <a:pt x="4180" y="492"/>
                    <a:pt x="4719" y="793"/>
                  </a:cubicBezTo>
                  <a:cubicBezTo>
                    <a:pt x="5162" y="1078"/>
                    <a:pt x="5447" y="1394"/>
                    <a:pt x="5510" y="1743"/>
                  </a:cubicBezTo>
                  <a:cubicBezTo>
                    <a:pt x="5574" y="1299"/>
                    <a:pt x="5320" y="824"/>
                    <a:pt x="4719" y="476"/>
                  </a:cubicBezTo>
                  <a:cubicBezTo>
                    <a:pt x="4180" y="159"/>
                    <a:pt x="3484" y="1"/>
                    <a:pt x="2787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38">
              <a:extLst>
                <a:ext uri="{FF2B5EF4-FFF2-40B4-BE49-F238E27FC236}">
                  <a16:creationId xmlns:a16="http://schemas.microsoft.com/office/drawing/2014/main" id="{D4207BD5-354E-8F28-2FB7-11A443E08231}"/>
                </a:ext>
              </a:extLst>
            </p:cNvPr>
            <p:cNvSpPr/>
            <p:nvPr/>
          </p:nvSpPr>
          <p:spPr>
            <a:xfrm>
              <a:off x="2151048" y="1815406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692" y="0"/>
                  </a:moveTo>
                  <a:cubicBezTo>
                    <a:pt x="1995" y="0"/>
                    <a:pt x="1298" y="151"/>
                    <a:pt x="760" y="452"/>
                  </a:cubicBezTo>
                  <a:cubicBezTo>
                    <a:pt x="317" y="737"/>
                    <a:pt x="63" y="1053"/>
                    <a:pt x="0" y="1402"/>
                  </a:cubicBezTo>
                  <a:cubicBezTo>
                    <a:pt x="63" y="1750"/>
                    <a:pt x="317" y="2098"/>
                    <a:pt x="760" y="2352"/>
                  </a:cubicBezTo>
                  <a:cubicBezTo>
                    <a:pt x="1298" y="2652"/>
                    <a:pt x="1995" y="2803"/>
                    <a:pt x="2692" y="2803"/>
                  </a:cubicBezTo>
                  <a:cubicBezTo>
                    <a:pt x="3389" y="2803"/>
                    <a:pt x="4085" y="2652"/>
                    <a:pt x="4624" y="2352"/>
                  </a:cubicBezTo>
                  <a:cubicBezTo>
                    <a:pt x="5067" y="2098"/>
                    <a:pt x="5352" y="1750"/>
                    <a:pt x="5415" y="1402"/>
                  </a:cubicBezTo>
                  <a:cubicBezTo>
                    <a:pt x="5352" y="1053"/>
                    <a:pt x="5067" y="737"/>
                    <a:pt x="4624" y="452"/>
                  </a:cubicBezTo>
                  <a:cubicBezTo>
                    <a:pt x="4085" y="151"/>
                    <a:pt x="3389" y="0"/>
                    <a:pt x="2692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38">
              <a:extLst>
                <a:ext uri="{FF2B5EF4-FFF2-40B4-BE49-F238E27FC236}">
                  <a16:creationId xmlns:a16="http://schemas.microsoft.com/office/drawing/2014/main" id="{39A43A46-4997-BE2D-5991-9CDD654B4F9F}"/>
                </a:ext>
              </a:extLst>
            </p:cNvPr>
            <p:cNvSpPr/>
            <p:nvPr/>
          </p:nvSpPr>
          <p:spPr>
            <a:xfrm>
              <a:off x="2084821" y="1864284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38">
              <a:extLst>
                <a:ext uri="{FF2B5EF4-FFF2-40B4-BE49-F238E27FC236}">
                  <a16:creationId xmlns:a16="http://schemas.microsoft.com/office/drawing/2014/main" id="{831350D5-A356-5A2E-C738-2634225EAFEC}"/>
                </a:ext>
              </a:extLst>
            </p:cNvPr>
            <p:cNvSpPr/>
            <p:nvPr/>
          </p:nvSpPr>
          <p:spPr>
            <a:xfrm>
              <a:off x="2062049" y="1877745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280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38">
              <a:extLst>
                <a:ext uri="{FF2B5EF4-FFF2-40B4-BE49-F238E27FC236}">
                  <a16:creationId xmlns:a16="http://schemas.microsoft.com/office/drawing/2014/main" id="{6B22D137-FC70-388E-DC67-61E8B37D5489}"/>
                </a:ext>
              </a:extLst>
            </p:cNvPr>
            <p:cNvSpPr/>
            <p:nvPr/>
          </p:nvSpPr>
          <p:spPr>
            <a:xfrm>
              <a:off x="2039276" y="1891173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4" name="Google Shape;4194;p38">
              <a:extLst>
                <a:ext uri="{FF2B5EF4-FFF2-40B4-BE49-F238E27FC236}">
                  <a16:creationId xmlns:a16="http://schemas.microsoft.com/office/drawing/2014/main" id="{F6A32814-A34B-6BA6-74EF-3545A1785F47}"/>
                </a:ext>
              </a:extLst>
            </p:cNvPr>
            <p:cNvSpPr/>
            <p:nvPr/>
          </p:nvSpPr>
          <p:spPr>
            <a:xfrm>
              <a:off x="2293827" y="1739083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5" name="Google Shape;4195;p38">
              <a:extLst>
                <a:ext uri="{FF2B5EF4-FFF2-40B4-BE49-F238E27FC236}">
                  <a16:creationId xmlns:a16="http://schemas.microsoft.com/office/drawing/2014/main" id="{13B713AA-B639-692D-6186-DAFE7E332098}"/>
                </a:ext>
              </a:extLst>
            </p:cNvPr>
            <p:cNvSpPr/>
            <p:nvPr/>
          </p:nvSpPr>
          <p:spPr>
            <a:xfrm>
              <a:off x="2271055" y="175254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38">
              <a:extLst>
                <a:ext uri="{FF2B5EF4-FFF2-40B4-BE49-F238E27FC236}">
                  <a16:creationId xmlns:a16="http://schemas.microsoft.com/office/drawing/2014/main" id="{B39376BE-305A-204E-BDE0-6219727F9345}"/>
                </a:ext>
              </a:extLst>
            </p:cNvPr>
            <p:cNvSpPr/>
            <p:nvPr/>
          </p:nvSpPr>
          <p:spPr>
            <a:xfrm>
              <a:off x="2248282" y="1764959"/>
              <a:ext cx="142844" cy="82792"/>
            </a:xfrm>
            <a:custGeom>
              <a:avLst/>
              <a:gdLst/>
              <a:ahLst/>
              <a:cxnLst/>
              <a:rect l="l" t="t" r="r" b="b"/>
              <a:pathLst>
                <a:path w="4372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38">
              <a:extLst>
                <a:ext uri="{FF2B5EF4-FFF2-40B4-BE49-F238E27FC236}">
                  <a16:creationId xmlns:a16="http://schemas.microsoft.com/office/drawing/2014/main" id="{29FB2319-29E8-9350-D77B-E23D3A55765B}"/>
                </a:ext>
              </a:extLst>
            </p:cNvPr>
            <p:cNvSpPr/>
            <p:nvPr/>
          </p:nvSpPr>
          <p:spPr>
            <a:xfrm>
              <a:off x="1025285" y="1818771"/>
              <a:ext cx="523577" cy="2196703"/>
            </a:xfrm>
            <a:custGeom>
              <a:avLst/>
              <a:gdLst/>
              <a:ahLst/>
              <a:cxnLst/>
              <a:rect l="l" t="t" r="r" b="b"/>
              <a:pathLst>
                <a:path w="16025" h="67234" extrusionOk="0">
                  <a:moveTo>
                    <a:pt x="16025" y="0"/>
                  </a:moveTo>
                  <a:lnTo>
                    <a:pt x="0" y="9247"/>
                  </a:lnTo>
                  <a:lnTo>
                    <a:pt x="0" y="67233"/>
                  </a:lnTo>
                  <a:lnTo>
                    <a:pt x="16025" y="57954"/>
                  </a:lnTo>
                  <a:lnTo>
                    <a:pt x="16025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38">
              <a:extLst>
                <a:ext uri="{FF2B5EF4-FFF2-40B4-BE49-F238E27FC236}">
                  <a16:creationId xmlns:a16="http://schemas.microsoft.com/office/drawing/2014/main" id="{35AFBF4B-216A-9F2B-5E5E-CAA3E923E094}"/>
                </a:ext>
              </a:extLst>
            </p:cNvPr>
            <p:cNvSpPr/>
            <p:nvPr/>
          </p:nvSpPr>
          <p:spPr>
            <a:xfrm>
              <a:off x="457208" y="1792894"/>
              <a:ext cx="568109" cy="2222579"/>
            </a:xfrm>
            <a:custGeom>
              <a:avLst/>
              <a:gdLst/>
              <a:ahLst/>
              <a:cxnLst/>
              <a:rect l="l" t="t" r="r" b="b"/>
              <a:pathLst>
                <a:path w="17388" h="68026" extrusionOk="0">
                  <a:moveTo>
                    <a:pt x="1" y="0"/>
                  </a:moveTo>
                  <a:lnTo>
                    <a:pt x="1" y="57986"/>
                  </a:lnTo>
                  <a:lnTo>
                    <a:pt x="17387" y="68025"/>
                  </a:lnTo>
                  <a:lnTo>
                    <a:pt x="17387" y="100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38">
              <a:extLst>
                <a:ext uri="{FF2B5EF4-FFF2-40B4-BE49-F238E27FC236}">
                  <a16:creationId xmlns:a16="http://schemas.microsoft.com/office/drawing/2014/main" id="{9171ECA8-8E6F-458E-6EA5-2FE14F22ADE0}"/>
                </a:ext>
              </a:extLst>
            </p:cNvPr>
            <p:cNvSpPr/>
            <p:nvPr/>
          </p:nvSpPr>
          <p:spPr>
            <a:xfrm>
              <a:off x="482039" y="1897838"/>
              <a:ext cx="519460" cy="2103129"/>
            </a:xfrm>
            <a:custGeom>
              <a:avLst/>
              <a:gdLst/>
              <a:ahLst/>
              <a:cxnLst/>
              <a:rect l="l" t="t" r="r" b="b"/>
              <a:pathLst>
                <a:path w="15899" h="64370" extrusionOk="0">
                  <a:moveTo>
                    <a:pt x="303" y="1"/>
                  </a:moveTo>
                  <a:cubicBezTo>
                    <a:pt x="128" y="1"/>
                    <a:pt x="1" y="152"/>
                    <a:pt x="1" y="399"/>
                  </a:cubicBezTo>
                  <a:lnTo>
                    <a:pt x="1" y="55186"/>
                  </a:lnTo>
                  <a:lnTo>
                    <a:pt x="15899" y="64370"/>
                  </a:lnTo>
                  <a:lnTo>
                    <a:pt x="15899" y="9551"/>
                  </a:lnTo>
                  <a:cubicBezTo>
                    <a:pt x="15899" y="9203"/>
                    <a:pt x="15645" y="8791"/>
                    <a:pt x="15329" y="8601"/>
                  </a:cubicBezTo>
                  <a:lnTo>
                    <a:pt x="539" y="82"/>
                  </a:lnTo>
                  <a:cubicBezTo>
                    <a:pt x="456" y="26"/>
                    <a:pt x="375" y="1"/>
                    <a:pt x="3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38">
              <a:extLst>
                <a:ext uri="{FF2B5EF4-FFF2-40B4-BE49-F238E27FC236}">
                  <a16:creationId xmlns:a16="http://schemas.microsoft.com/office/drawing/2014/main" id="{C288DA32-64AE-4B34-0E67-D5D9A773A2CF}"/>
                </a:ext>
              </a:extLst>
            </p:cNvPr>
            <p:cNvSpPr/>
            <p:nvPr/>
          </p:nvSpPr>
          <p:spPr>
            <a:xfrm>
              <a:off x="497559" y="1924564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8"/>
                  </a:lnTo>
                  <a:cubicBezTo>
                    <a:pt x="1" y="3223"/>
                    <a:pt x="191" y="3539"/>
                    <a:pt x="444" y="3698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2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5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38">
              <a:extLst>
                <a:ext uri="{FF2B5EF4-FFF2-40B4-BE49-F238E27FC236}">
                  <a16:creationId xmlns:a16="http://schemas.microsoft.com/office/drawing/2014/main" id="{AB771001-9F0F-C79D-2B10-E456E4D49CC0}"/>
                </a:ext>
              </a:extLst>
            </p:cNvPr>
            <p:cNvSpPr/>
            <p:nvPr/>
          </p:nvSpPr>
          <p:spPr>
            <a:xfrm>
              <a:off x="521377" y="196155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38">
              <a:extLst>
                <a:ext uri="{FF2B5EF4-FFF2-40B4-BE49-F238E27FC236}">
                  <a16:creationId xmlns:a16="http://schemas.microsoft.com/office/drawing/2014/main" id="{5D4A141D-E43B-547A-6DD2-124960CA7A46}"/>
                </a:ext>
              </a:extLst>
            </p:cNvPr>
            <p:cNvSpPr/>
            <p:nvPr/>
          </p:nvSpPr>
          <p:spPr>
            <a:xfrm>
              <a:off x="521377" y="19874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38">
              <a:extLst>
                <a:ext uri="{FF2B5EF4-FFF2-40B4-BE49-F238E27FC236}">
                  <a16:creationId xmlns:a16="http://schemas.microsoft.com/office/drawing/2014/main" id="{349F3ACA-FBA5-CCF1-0F99-1226D4F66B51}"/>
                </a:ext>
              </a:extLst>
            </p:cNvPr>
            <p:cNvSpPr/>
            <p:nvPr/>
          </p:nvSpPr>
          <p:spPr>
            <a:xfrm>
              <a:off x="521377" y="201431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38">
              <a:extLst>
                <a:ext uri="{FF2B5EF4-FFF2-40B4-BE49-F238E27FC236}">
                  <a16:creationId xmlns:a16="http://schemas.microsoft.com/office/drawing/2014/main" id="{9CFC8EBD-E87E-0FCB-3AC7-623684476BFE}"/>
                </a:ext>
              </a:extLst>
            </p:cNvPr>
            <p:cNvSpPr/>
            <p:nvPr/>
          </p:nvSpPr>
          <p:spPr>
            <a:xfrm>
              <a:off x="829707" y="2162780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34"/>
                    <a:pt x="127" y="555"/>
                  </a:cubicBezTo>
                  <a:cubicBezTo>
                    <a:pt x="225" y="752"/>
                    <a:pt x="381" y="872"/>
                    <a:pt x="505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38">
              <a:extLst>
                <a:ext uri="{FF2B5EF4-FFF2-40B4-BE49-F238E27FC236}">
                  <a16:creationId xmlns:a16="http://schemas.microsoft.com/office/drawing/2014/main" id="{6D42C430-DAA7-6349-CFFB-39F1728D83FB}"/>
                </a:ext>
              </a:extLst>
            </p:cNvPr>
            <p:cNvSpPr/>
            <p:nvPr/>
          </p:nvSpPr>
          <p:spPr>
            <a:xfrm>
              <a:off x="877311" y="219071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38">
              <a:extLst>
                <a:ext uri="{FF2B5EF4-FFF2-40B4-BE49-F238E27FC236}">
                  <a16:creationId xmlns:a16="http://schemas.microsoft.com/office/drawing/2014/main" id="{48EE51B9-E396-AB97-B5C4-0910CCB97252}"/>
                </a:ext>
              </a:extLst>
            </p:cNvPr>
            <p:cNvSpPr/>
            <p:nvPr/>
          </p:nvSpPr>
          <p:spPr>
            <a:xfrm>
              <a:off x="926973" y="221835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38">
              <a:extLst>
                <a:ext uri="{FF2B5EF4-FFF2-40B4-BE49-F238E27FC236}">
                  <a16:creationId xmlns:a16="http://schemas.microsoft.com/office/drawing/2014/main" id="{BBBBE953-492E-C211-C9C8-BB8A78131469}"/>
                </a:ext>
              </a:extLst>
            </p:cNvPr>
            <p:cNvSpPr/>
            <p:nvPr/>
          </p:nvSpPr>
          <p:spPr>
            <a:xfrm>
              <a:off x="497559" y="2063227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1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38">
              <a:extLst>
                <a:ext uri="{FF2B5EF4-FFF2-40B4-BE49-F238E27FC236}">
                  <a16:creationId xmlns:a16="http://schemas.microsoft.com/office/drawing/2014/main" id="{8543E4E2-FAF4-1390-9ACE-B2FBEDF993BB}"/>
                </a:ext>
              </a:extLst>
            </p:cNvPr>
            <p:cNvSpPr/>
            <p:nvPr/>
          </p:nvSpPr>
          <p:spPr>
            <a:xfrm>
              <a:off x="521377" y="2100212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38">
              <a:extLst>
                <a:ext uri="{FF2B5EF4-FFF2-40B4-BE49-F238E27FC236}">
                  <a16:creationId xmlns:a16="http://schemas.microsoft.com/office/drawing/2014/main" id="{869D3DBF-EABA-BE19-6B25-9C0361809EFD}"/>
                </a:ext>
              </a:extLst>
            </p:cNvPr>
            <p:cNvSpPr/>
            <p:nvPr/>
          </p:nvSpPr>
          <p:spPr>
            <a:xfrm>
              <a:off x="521377" y="212605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38">
              <a:extLst>
                <a:ext uri="{FF2B5EF4-FFF2-40B4-BE49-F238E27FC236}">
                  <a16:creationId xmlns:a16="http://schemas.microsoft.com/office/drawing/2014/main" id="{83DB377B-2F34-32BD-58BD-F615B71D6205}"/>
                </a:ext>
              </a:extLst>
            </p:cNvPr>
            <p:cNvSpPr/>
            <p:nvPr/>
          </p:nvSpPr>
          <p:spPr>
            <a:xfrm>
              <a:off x="521377" y="215297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38">
              <a:extLst>
                <a:ext uri="{FF2B5EF4-FFF2-40B4-BE49-F238E27FC236}">
                  <a16:creationId xmlns:a16="http://schemas.microsoft.com/office/drawing/2014/main" id="{9626ECD3-7652-7F8F-23EA-52865333DB33}"/>
                </a:ext>
              </a:extLst>
            </p:cNvPr>
            <p:cNvSpPr/>
            <p:nvPr/>
          </p:nvSpPr>
          <p:spPr>
            <a:xfrm>
              <a:off x="830753" y="230114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6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38">
              <a:extLst>
                <a:ext uri="{FF2B5EF4-FFF2-40B4-BE49-F238E27FC236}">
                  <a16:creationId xmlns:a16="http://schemas.microsoft.com/office/drawing/2014/main" id="{7F0BB5CE-6637-E305-C803-7E32C62004AF}"/>
                </a:ext>
              </a:extLst>
            </p:cNvPr>
            <p:cNvSpPr/>
            <p:nvPr/>
          </p:nvSpPr>
          <p:spPr>
            <a:xfrm>
              <a:off x="878357" y="2329083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38">
              <a:extLst>
                <a:ext uri="{FF2B5EF4-FFF2-40B4-BE49-F238E27FC236}">
                  <a16:creationId xmlns:a16="http://schemas.microsoft.com/office/drawing/2014/main" id="{EBEB58DB-E54F-2212-CE44-11CEEB91623A}"/>
                </a:ext>
              </a:extLst>
            </p:cNvPr>
            <p:cNvSpPr/>
            <p:nvPr/>
          </p:nvSpPr>
          <p:spPr>
            <a:xfrm>
              <a:off x="924915" y="235678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38">
              <a:extLst>
                <a:ext uri="{FF2B5EF4-FFF2-40B4-BE49-F238E27FC236}">
                  <a16:creationId xmlns:a16="http://schemas.microsoft.com/office/drawing/2014/main" id="{E894D450-B53B-6E45-7B2D-DADB6697E3D7}"/>
                </a:ext>
              </a:extLst>
            </p:cNvPr>
            <p:cNvSpPr/>
            <p:nvPr/>
          </p:nvSpPr>
          <p:spPr>
            <a:xfrm>
              <a:off x="497559" y="220139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35" y="0"/>
                  </a:moveTo>
                  <a:cubicBezTo>
                    <a:pt x="93" y="0"/>
                    <a:pt x="1" y="115"/>
                    <a:pt x="1" y="292"/>
                  </a:cubicBezTo>
                  <a:lnTo>
                    <a:pt x="1" y="2920"/>
                  </a:lnTo>
                  <a:cubicBezTo>
                    <a:pt x="1" y="3205"/>
                    <a:pt x="191" y="3554"/>
                    <a:pt x="444" y="3680"/>
                  </a:cubicBezTo>
                  <a:lnTo>
                    <a:pt x="14505" y="11819"/>
                  </a:lnTo>
                  <a:cubicBezTo>
                    <a:pt x="14573" y="11853"/>
                    <a:pt x="14637" y="11869"/>
                    <a:pt x="14693" y="11869"/>
                  </a:cubicBezTo>
                  <a:cubicBezTo>
                    <a:pt x="14847" y="11869"/>
                    <a:pt x="14949" y="11751"/>
                    <a:pt x="14949" y="11566"/>
                  </a:cubicBezTo>
                  <a:lnTo>
                    <a:pt x="14949" y="8937"/>
                  </a:lnTo>
                  <a:cubicBezTo>
                    <a:pt x="14949" y="8652"/>
                    <a:pt x="14759" y="8336"/>
                    <a:pt x="14505" y="8177"/>
                  </a:cubicBezTo>
                  <a:lnTo>
                    <a:pt x="444" y="70"/>
                  </a:lnTo>
                  <a:cubicBezTo>
                    <a:pt x="367" y="22"/>
                    <a:pt x="296" y="0"/>
                    <a:pt x="23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38">
              <a:extLst>
                <a:ext uri="{FF2B5EF4-FFF2-40B4-BE49-F238E27FC236}">
                  <a16:creationId xmlns:a16="http://schemas.microsoft.com/office/drawing/2014/main" id="{E2C0724C-182E-8D4E-4546-70AC993140D0}"/>
                </a:ext>
              </a:extLst>
            </p:cNvPr>
            <p:cNvSpPr/>
            <p:nvPr/>
          </p:nvSpPr>
          <p:spPr>
            <a:xfrm>
              <a:off x="521377" y="22378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38">
              <a:extLst>
                <a:ext uri="{FF2B5EF4-FFF2-40B4-BE49-F238E27FC236}">
                  <a16:creationId xmlns:a16="http://schemas.microsoft.com/office/drawing/2014/main" id="{690E3BFB-B814-6E1C-855B-58086A549603}"/>
                </a:ext>
              </a:extLst>
            </p:cNvPr>
            <p:cNvSpPr/>
            <p:nvPr/>
          </p:nvSpPr>
          <p:spPr>
            <a:xfrm>
              <a:off x="521377" y="226471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38">
              <a:extLst>
                <a:ext uri="{FF2B5EF4-FFF2-40B4-BE49-F238E27FC236}">
                  <a16:creationId xmlns:a16="http://schemas.microsoft.com/office/drawing/2014/main" id="{2D82AA8D-429D-2143-09AC-6F971B357895}"/>
                </a:ext>
              </a:extLst>
            </p:cNvPr>
            <p:cNvSpPr/>
            <p:nvPr/>
          </p:nvSpPr>
          <p:spPr>
            <a:xfrm>
              <a:off x="521377" y="22905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38">
              <a:extLst>
                <a:ext uri="{FF2B5EF4-FFF2-40B4-BE49-F238E27FC236}">
                  <a16:creationId xmlns:a16="http://schemas.microsoft.com/office/drawing/2014/main" id="{1D48CC58-560E-E2B7-270F-1688DE2BA2FB}"/>
                </a:ext>
              </a:extLst>
            </p:cNvPr>
            <p:cNvSpPr/>
            <p:nvPr/>
          </p:nvSpPr>
          <p:spPr>
            <a:xfrm>
              <a:off x="830753" y="2439810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37"/>
                    <a:pt x="127" y="722"/>
                    <a:pt x="317" y="817"/>
                  </a:cubicBezTo>
                  <a:cubicBezTo>
                    <a:pt x="374" y="845"/>
                    <a:pt x="428" y="860"/>
                    <a:pt x="476" y="860"/>
                  </a:cubicBezTo>
                  <a:cubicBezTo>
                    <a:pt x="588" y="860"/>
                    <a:pt x="665" y="782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38">
              <a:extLst>
                <a:ext uri="{FF2B5EF4-FFF2-40B4-BE49-F238E27FC236}">
                  <a16:creationId xmlns:a16="http://schemas.microsoft.com/office/drawing/2014/main" id="{75EBBC38-BC90-07E5-5536-427E40A9D168}"/>
                </a:ext>
              </a:extLst>
            </p:cNvPr>
            <p:cNvSpPr/>
            <p:nvPr/>
          </p:nvSpPr>
          <p:spPr>
            <a:xfrm>
              <a:off x="877311" y="246751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6"/>
                    <a:pt x="0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38">
              <a:extLst>
                <a:ext uri="{FF2B5EF4-FFF2-40B4-BE49-F238E27FC236}">
                  <a16:creationId xmlns:a16="http://schemas.microsoft.com/office/drawing/2014/main" id="{C4337558-4B50-7F39-C553-B7170F717FEC}"/>
                </a:ext>
              </a:extLst>
            </p:cNvPr>
            <p:cNvSpPr/>
            <p:nvPr/>
          </p:nvSpPr>
          <p:spPr>
            <a:xfrm>
              <a:off x="924915" y="249492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6"/>
                    <a:pt x="159" y="17"/>
                  </a:cubicBezTo>
                  <a:cubicBezTo>
                    <a:pt x="0" y="112"/>
                    <a:pt x="0" y="333"/>
                    <a:pt x="159" y="587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2"/>
                  </a:cubicBezTo>
                  <a:cubicBezTo>
                    <a:pt x="503" y="119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38">
              <a:extLst>
                <a:ext uri="{FF2B5EF4-FFF2-40B4-BE49-F238E27FC236}">
                  <a16:creationId xmlns:a16="http://schemas.microsoft.com/office/drawing/2014/main" id="{A5BD8D91-66F1-E612-2E49-BB087EE7E142}"/>
                </a:ext>
              </a:extLst>
            </p:cNvPr>
            <p:cNvSpPr/>
            <p:nvPr/>
          </p:nvSpPr>
          <p:spPr>
            <a:xfrm>
              <a:off x="497559" y="2339669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4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6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38">
              <a:extLst>
                <a:ext uri="{FF2B5EF4-FFF2-40B4-BE49-F238E27FC236}">
                  <a16:creationId xmlns:a16="http://schemas.microsoft.com/office/drawing/2014/main" id="{1F7EE190-DF89-AA1B-F0A8-10B2DA866151}"/>
                </a:ext>
              </a:extLst>
            </p:cNvPr>
            <p:cNvSpPr/>
            <p:nvPr/>
          </p:nvSpPr>
          <p:spPr>
            <a:xfrm>
              <a:off x="521377" y="23764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38">
              <a:extLst>
                <a:ext uri="{FF2B5EF4-FFF2-40B4-BE49-F238E27FC236}">
                  <a16:creationId xmlns:a16="http://schemas.microsoft.com/office/drawing/2014/main" id="{9A44962D-91DC-85B7-2569-194E733A08D5}"/>
                </a:ext>
              </a:extLst>
            </p:cNvPr>
            <p:cNvSpPr/>
            <p:nvPr/>
          </p:nvSpPr>
          <p:spPr>
            <a:xfrm>
              <a:off x="521377" y="240338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38">
              <a:extLst>
                <a:ext uri="{FF2B5EF4-FFF2-40B4-BE49-F238E27FC236}">
                  <a16:creationId xmlns:a16="http://schemas.microsoft.com/office/drawing/2014/main" id="{047B30D3-1C44-9DD5-7CB1-D6EDE3847FE9}"/>
                </a:ext>
              </a:extLst>
            </p:cNvPr>
            <p:cNvSpPr/>
            <p:nvPr/>
          </p:nvSpPr>
          <p:spPr>
            <a:xfrm>
              <a:off x="521377" y="242922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38">
              <a:extLst>
                <a:ext uri="{FF2B5EF4-FFF2-40B4-BE49-F238E27FC236}">
                  <a16:creationId xmlns:a16="http://schemas.microsoft.com/office/drawing/2014/main" id="{B41070A0-49DA-7C56-CB48-4457880FCF5C}"/>
                </a:ext>
              </a:extLst>
            </p:cNvPr>
            <p:cNvSpPr/>
            <p:nvPr/>
          </p:nvSpPr>
          <p:spPr>
            <a:xfrm>
              <a:off x="830753" y="257804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1"/>
                  </a:moveTo>
                  <a:cubicBezTo>
                    <a:pt x="68" y="1"/>
                    <a:pt x="0" y="89"/>
                    <a:pt x="0" y="228"/>
                  </a:cubicBezTo>
                  <a:cubicBezTo>
                    <a:pt x="0" y="449"/>
                    <a:pt x="127" y="703"/>
                    <a:pt x="317" y="830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9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1"/>
                    <a:pt x="1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38">
              <a:extLst>
                <a:ext uri="{FF2B5EF4-FFF2-40B4-BE49-F238E27FC236}">
                  <a16:creationId xmlns:a16="http://schemas.microsoft.com/office/drawing/2014/main" id="{F9405384-939F-C6BF-E943-4F250A544AC4}"/>
                </a:ext>
              </a:extLst>
            </p:cNvPr>
            <p:cNvSpPr/>
            <p:nvPr/>
          </p:nvSpPr>
          <p:spPr>
            <a:xfrm>
              <a:off x="877311" y="260562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38">
              <a:extLst>
                <a:ext uri="{FF2B5EF4-FFF2-40B4-BE49-F238E27FC236}">
                  <a16:creationId xmlns:a16="http://schemas.microsoft.com/office/drawing/2014/main" id="{16E04A5C-0A4B-4BE0-DD47-8B9712507DCF}"/>
                </a:ext>
              </a:extLst>
            </p:cNvPr>
            <p:cNvSpPr/>
            <p:nvPr/>
          </p:nvSpPr>
          <p:spPr>
            <a:xfrm>
              <a:off x="926973" y="263375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38">
              <a:extLst>
                <a:ext uri="{FF2B5EF4-FFF2-40B4-BE49-F238E27FC236}">
                  <a16:creationId xmlns:a16="http://schemas.microsoft.com/office/drawing/2014/main" id="{98BA4E80-919E-07C7-9DC0-83FBEFDC905C}"/>
                </a:ext>
              </a:extLst>
            </p:cNvPr>
            <p:cNvSpPr/>
            <p:nvPr/>
          </p:nvSpPr>
          <p:spPr>
            <a:xfrm>
              <a:off x="497559" y="247813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1"/>
                  </a:moveTo>
                  <a:cubicBezTo>
                    <a:pt x="96" y="1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70"/>
                    <a:pt x="14759" y="8321"/>
                    <a:pt x="14505" y="8194"/>
                  </a:cubicBezTo>
                  <a:lnTo>
                    <a:pt x="444" y="56"/>
                  </a:lnTo>
                  <a:cubicBezTo>
                    <a:pt x="370" y="19"/>
                    <a:pt x="302" y="1"/>
                    <a:pt x="242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38">
              <a:extLst>
                <a:ext uri="{FF2B5EF4-FFF2-40B4-BE49-F238E27FC236}">
                  <a16:creationId xmlns:a16="http://schemas.microsoft.com/office/drawing/2014/main" id="{F0609691-46FA-EC19-E256-D45D690B5AC7}"/>
                </a:ext>
              </a:extLst>
            </p:cNvPr>
            <p:cNvSpPr/>
            <p:nvPr/>
          </p:nvSpPr>
          <p:spPr>
            <a:xfrm>
              <a:off x="521377" y="251512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38">
              <a:extLst>
                <a:ext uri="{FF2B5EF4-FFF2-40B4-BE49-F238E27FC236}">
                  <a16:creationId xmlns:a16="http://schemas.microsoft.com/office/drawing/2014/main" id="{BD463539-3847-1A64-8A6B-CC4832206E10}"/>
                </a:ext>
              </a:extLst>
            </p:cNvPr>
            <p:cNvSpPr/>
            <p:nvPr/>
          </p:nvSpPr>
          <p:spPr>
            <a:xfrm>
              <a:off x="521377" y="2540997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38">
              <a:extLst>
                <a:ext uri="{FF2B5EF4-FFF2-40B4-BE49-F238E27FC236}">
                  <a16:creationId xmlns:a16="http://schemas.microsoft.com/office/drawing/2014/main" id="{DEF94D72-240B-58CB-3F12-7F67781B5DE1}"/>
                </a:ext>
              </a:extLst>
            </p:cNvPr>
            <p:cNvSpPr/>
            <p:nvPr/>
          </p:nvSpPr>
          <p:spPr>
            <a:xfrm>
              <a:off x="521377" y="256788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38">
              <a:extLst>
                <a:ext uri="{FF2B5EF4-FFF2-40B4-BE49-F238E27FC236}">
                  <a16:creationId xmlns:a16="http://schemas.microsoft.com/office/drawing/2014/main" id="{BCDD6AAF-26A0-000A-E077-A489FFF7B466}"/>
                </a:ext>
              </a:extLst>
            </p:cNvPr>
            <p:cNvSpPr/>
            <p:nvPr/>
          </p:nvSpPr>
          <p:spPr>
            <a:xfrm>
              <a:off x="830753" y="271651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38">
              <a:extLst>
                <a:ext uri="{FF2B5EF4-FFF2-40B4-BE49-F238E27FC236}">
                  <a16:creationId xmlns:a16="http://schemas.microsoft.com/office/drawing/2014/main" id="{CBE0BA83-6B67-ECF2-0244-8D2FACFB36A9}"/>
                </a:ext>
              </a:extLst>
            </p:cNvPr>
            <p:cNvSpPr/>
            <p:nvPr/>
          </p:nvSpPr>
          <p:spPr>
            <a:xfrm>
              <a:off x="878357" y="2744448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9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8" y="709"/>
                    <a:pt x="348" y="804"/>
                  </a:cubicBezTo>
                  <a:cubicBezTo>
                    <a:pt x="407" y="842"/>
                    <a:pt x="459" y="860"/>
                    <a:pt x="503" y="860"/>
                  </a:cubicBezTo>
                  <a:cubicBezTo>
                    <a:pt x="604" y="860"/>
                    <a:pt x="665" y="767"/>
                    <a:pt x="665" y="614"/>
                  </a:cubicBezTo>
                  <a:cubicBezTo>
                    <a:pt x="665" y="392"/>
                    <a:pt x="538" y="138"/>
                    <a:pt x="348" y="43"/>
                  </a:cubicBezTo>
                  <a:cubicBezTo>
                    <a:pt x="291" y="15"/>
                    <a:pt x="237" y="1"/>
                    <a:pt x="189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38">
              <a:extLst>
                <a:ext uri="{FF2B5EF4-FFF2-40B4-BE49-F238E27FC236}">
                  <a16:creationId xmlns:a16="http://schemas.microsoft.com/office/drawing/2014/main" id="{4DCF02E9-EF27-482F-6C21-F095416A177E}"/>
                </a:ext>
              </a:extLst>
            </p:cNvPr>
            <p:cNvSpPr/>
            <p:nvPr/>
          </p:nvSpPr>
          <p:spPr>
            <a:xfrm>
              <a:off x="924915" y="2771730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53" y="0"/>
                  </a:moveTo>
                  <a:cubicBezTo>
                    <a:pt x="219" y="0"/>
                    <a:pt x="187" y="10"/>
                    <a:pt x="159" y="32"/>
                  </a:cubicBezTo>
                  <a:cubicBezTo>
                    <a:pt x="0" y="95"/>
                    <a:pt x="0" y="349"/>
                    <a:pt x="159" y="570"/>
                  </a:cubicBezTo>
                  <a:cubicBezTo>
                    <a:pt x="263" y="753"/>
                    <a:pt x="411" y="872"/>
                    <a:pt x="548" y="872"/>
                  </a:cubicBezTo>
                  <a:cubicBezTo>
                    <a:pt x="577" y="872"/>
                    <a:pt x="606" y="866"/>
                    <a:pt x="634" y="855"/>
                  </a:cubicBezTo>
                  <a:cubicBezTo>
                    <a:pt x="760" y="760"/>
                    <a:pt x="760" y="539"/>
                    <a:pt x="634" y="317"/>
                  </a:cubicBezTo>
                  <a:cubicBezTo>
                    <a:pt x="511" y="121"/>
                    <a:pt x="369" y="0"/>
                    <a:pt x="25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38">
              <a:extLst>
                <a:ext uri="{FF2B5EF4-FFF2-40B4-BE49-F238E27FC236}">
                  <a16:creationId xmlns:a16="http://schemas.microsoft.com/office/drawing/2014/main" id="{83BBDEB9-9220-8B52-1C5B-1BF25CCD7613}"/>
                </a:ext>
              </a:extLst>
            </p:cNvPr>
            <p:cNvSpPr/>
            <p:nvPr/>
          </p:nvSpPr>
          <p:spPr>
            <a:xfrm>
              <a:off x="497559" y="261633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3"/>
                  </a:cubicBezTo>
                  <a:lnTo>
                    <a:pt x="1" y="2951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38">
              <a:extLst>
                <a:ext uri="{FF2B5EF4-FFF2-40B4-BE49-F238E27FC236}">
                  <a16:creationId xmlns:a16="http://schemas.microsoft.com/office/drawing/2014/main" id="{DCA328F8-6A7F-9602-91CA-FE8F51C1F844}"/>
                </a:ext>
              </a:extLst>
            </p:cNvPr>
            <p:cNvSpPr/>
            <p:nvPr/>
          </p:nvSpPr>
          <p:spPr>
            <a:xfrm>
              <a:off x="521377" y="2653749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38">
              <a:extLst>
                <a:ext uri="{FF2B5EF4-FFF2-40B4-BE49-F238E27FC236}">
                  <a16:creationId xmlns:a16="http://schemas.microsoft.com/office/drawing/2014/main" id="{B65A867F-93B8-FE7F-01FF-E9B66ED6BF3A}"/>
                </a:ext>
              </a:extLst>
            </p:cNvPr>
            <p:cNvSpPr/>
            <p:nvPr/>
          </p:nvSpPr>
          <p:spPr>
            <a:xfrm>
              <a:off x="521377" y="267962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38">
              <a:extLst>
                <a:ext uri="{FF2B5EF4-FFF2-40B4-BE49-F238E27FC236}">
                  <a16:creationId xmlns:a16="http://schemas.microsoft.com/office/drawing/2014/main" id="{43997B46-084B-CFD7-ED87-45773D929BF2}"/>
                </a:ext>
              </a:extLst>
            </p:cNvPr>
            <p:cNvSpPr/>
            <p:nvPr/>
          </p:nvSpPr>
          <p:spPr>
            <a:xfrm>
              <a:off x="521377" y="270654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38">
              <a:extLst>
                <a:ext uri="{FF2B5EF4-FFF2-40B4-BE49-F238E27FC236}">
                  <a16:creationId xmlns:a16="http://schemas.microsoft.com/office/drawing/2014/main" id="{15AA9776-8FB3-7909-625E-EF3992D5B5B1}"/>
                </a:ext>
              </a:extLst>
            </p:cNvPr>
            <p:cNvSpPr/>
            <p:nvPr/>
          </p:nvSpPr>
          <p:spPr>
            <a:xfrm>
              <a:off x="830753" y="285471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38">
              <a:extLst>
                <a:ext uri="{FF2B5EF4-FFF2-40B4-BE49-F238E27FC236}">
                  <a16:creationId xmlns:a16="http://schemas.microsoft.com/office/drawing/2014/main" id="{221E7CE0-2CF8-857C-3B49-5DA5668437FD}"/>
                </a:ext>
              </a:extLst>
            </p:cNvPr>
            <p:cNvSpPr/>
            <p:nvPr/>
          </p:nvSpPr>
          <p:spPr>
            <a:xfrm>
              <a:off x="878357" y="288265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38">
              <a:extLst>
                <a:ext uri="{FF2B5EF4-FFF2-40B4-BE49-F238E27FC236}">
                  <a16:creationId xmlns:a16="http://schemas.microsoft.com/office/drawing/2014/main" id="{C847503D-C863-F0C0-483E-33F37AF6D81C}"/>
                </a:ext>
              </a:extLst>
            </p:cNvPr>
            <p:cNvSpPr/>
            <p:nvPr/>
          </p:nvSpPr>
          <p:spPr>
            <a:xfrm>
              <a:off x="924915" y="291035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8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38">
              <a:extLst>
                <a:ext uri="{FF2B5EF4-FFF2-40B4-BE49-F238E27FC236}">
                  <a16:creationId xmlns:a16="http://schemas.microsoft.com/office/drawing/2014/main" id="{C759992A-BDD5-788A-BC49-5489E52E63D2}"/>
                </a:ext>
              </a:extLst>
            </p:cNvPr>
            <p:cNvSpPr/>
            <p:nvPr/>
          </p:nvSpPr>
          <p:spPr>
            <a:xfrm>
              <a:off x="497559" y="2754936"/>
              <a:ext cx="488421" cy="387823"/>
            </a:xfrm>
            <a:custGeom>
              <a:avLst/>
              <a:gdLst/>
              <a:ahLst/>
              <a:cxnLst/>
              <a:rect l="l" t="t" r="r" b="b"/>
              <a:pathLst>
                <a:path w="14949" h="11870" extrusionOk="0">
                  <a:moveTo>
                    <a:pt x="235" y="1"/>
                  </a:moveTo>
                  <a:cubicBezTo>
                    <a:pt x="93" y="1"/>
                    <a:pt x="1" y="116"/>
                    <a:pt x="1" y="293"/>
                  </a:cubicBezTo>
                  <a:lnTo>
                    <a:pt x="1" y="2921"/>
                  </a:lnTo>
                  <a:cubicBezTo>
                    <a:pt x="1" y="3206"/>
                    <a:pt x="191" y="3554"/>
                    <a:pt x="444" y="3681"/>
                  </a:cubicBezTo>
                  <a:lnTo>
                    <a:pt x="14505" y="11820"/>
                  </a:lnTo>
                  <a:cubicBezTo>
                    <a:pt x="14573" y="11854"/>
                    <a:pt x="14637" y="11870"/>
                    <a:pt x="14693" y="11870"/>
                  </a:cubicBezTo>
                  <a:cubicBezTo>
                    <a:pt x="14847" y="11870"/>
                    <a:pt x="14949" y="11752"/>
                    <a:pt x="14949" y="11567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38">
              <a:extLst>
                <a:ext uri="{FF2B5EF4-FFF2-40B4-BE49-F238E27FC236}">
                  <a16:creationId xmlns:a16="http://schemas.microsoft.com/office/drawing/2014/main" id="{F4FC8E4B-306F-18AE-56B5-027F056779D9}"/>
                </a:ext>
              </a:extLst>
            </p:cNvPr>
            <p:cNvSpPr/>
            <p:nvPr/>
          </p:nvSpPr>
          <p:spPr>
            <a:xfrm>
              <a:off x="521377" y="279136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38">
              <a:extLst>
                <a:ext uri="{FF2B5EF4-FFF2-40B4-BE49-F238E27FC236}">
                  <a16:creationId xmlns:a16="http://schemas.microsoft.com/office/drawing/2014/main" id="{D925F4D5-9001-8AC8-7515-2404DD26CD3B}"/>
                </a:ext>
              </a:extLst>
            </p:cNvPr>
            <p:cNvSpPr/>
            <p:nvPr/>
          </p:nvSpPr>
          <p:spPr>
            <a:xfrm>
              <a:off x="521377" y="281828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38">
              <a:extLst>
                <a:ext uri="{FF2B5EF4-FFF2-40B4-BE49-F238E27FC236}">
                  <a16:creationId xmlns:a16="http://schemas.microsoft.com/office/drawing/2014/main" id="{C92A8449-153A-977F-A44B-8A7221ADDB7E}"/>
                </a:ext>
              </a:extLst>
            </p:cNvPr>
            <p:cNvSpPr/>
            <p:nvPr/>
          </p:nvSpPr>
          <p:spPr>
            <a:xfrm>
              <a:off x="521377" y="2844165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38">
              <a:extLst>
                <a:ext uri="{FF2B5EF4-FFF2-40B4-BE49-F238E27FC236}">
                  <a16:creationId xmlns:a16="http://schemas.microsoft.com/office/drawing/2014/main" id="{BE8584F4-7F79-1C8D-2FDA-4AC75480F055}"/>
                </a:ext>
              </a:extLst>
            </p:cNvPr>
            <p:cNvSpPr/>
            <p:nvPr/>
          </p:nvSpPr>
          <p:spPr>
            <a:xfrm>
              <a:off x="830753" y="299334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38">
              <a:extLst>
                <a:ext uri="{FF2B5EF4-FFF2-40B4-BE49-F238E27FC236}">
                  <a16:creationId xmlns:a16="http://schemas.microsoft.com/office/drawing/2014/main" id="{8BC69C9D-D584-576E-548E-46D73641BDFA}"/>
                </a:ext>
              </a:extLst>
            </p:cNvPr>
            <p:cNvSpPr/>
            <p:nvPr/>
          </p:nvSpPr>
          <p:spPr>
            <a:xfrm>
              <a:off x="877311" y="30205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0"/>
                  </a:moveTo>
                  <a:cubicBezTo>
                    <a:pt x="174" y="0"/>
                    <a:pt x="149" y="5"/>
                    <a:pt x="127" y="16"/>
                  </a:cubicBezTo>
                  <a:cubicBezTo>
                    <a:pt x="0" y="111"/>
                    <a:pt x="0" y="365"/>
                    <a:pt x="127" y="586"/>
                  </a:cubicBezTo>
                  <a:cubicBezTo>
                    <a:pt x="225" y="757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38">
              <a:extLst>
                <a:ext uri="{FF2B5EF4-FFF2-40B4-BE49-F238E27FC236}">
                  <a16:creationId xmlns:a16="http://schemas.microsoft.com/office/drawing/2014/main" id="{2F6DDA4E-F458-ADCF-FF69-0A8F6FEBF043}"/>
                </a:ext>
              </a:extLst>
            </p:cNvPr>
            <p:cNvSpPr/>
            <p:nvPr/>
          </p:nvSpPr>
          <p:spPr>
            <a:xfrm>
              <a:off x="924915" y="3048498"/>
              <a:ext cx="24864" cy="28490"/>
            </a:xfrm>
            <a:custGeom>
              <a:avLst/>
              <a:gdLst/>
              <a:ahLst/>
              <a:cxnLst/>
              <a:rect l="l" t="t" r="r" b="b"/>
              <a:pathLst>
                <a:path w="761" h="872" extrusionOk="0">
                  <a:moveTo>
                    <a:pt x="230" y="0"/>
                  </a:moveTo>
                  <a:cubicBezTo>
                    <a:pt x="205" y="0"/>
                    <a:pt x="181" y="5"/>
                    <a:pt x="159" y="16"/>
                  </a:cubicBezTo>
                  <a:cubicBezTo>
                    <a:pt x="0" y="111"/>
                    <a:pt x="0" y="333"/>
                    <a:pt x="159" y="586"/>
                  </a:cubicBezTo>
                  <a:cubicBezTo>
                    <a:pt x="256" y="757"/>
                    <a:pt x="391" y="872"/>
                    <a:pt x="521" y="872"/>
                  </a:cubicBezTo>
                  <a:cubicBezTo>
                    <a:pt x="559" y="872"/>
                    <a:pt x="597" y="862"/>
                    <a:pt x="634" y="840"/>
                  </a:cubicBezTo>
                  <a:cubicBezTo>
                    <a:pt x="760" y="777"/>
                    <a:pt x="760" y="523"/>
                    <a:pt x="634" y="301"/>
                  </a:cubicBezTo>
                  <a:cubicBezTo>
                    <a:pt x="503" y="118"/>
                    <a:pt x="350" y="0"/>
                    <a:pt x="23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38">
              <a:extLst>
                <a:ext uri="{FF2B5EF4-FFF2-40B4-BE49-F238E27FC236}">
                  <a16:creationId xmlns:a16="http://schemas.microsoft.com/office/drawing/2014/main" id="{5FC7EE26-D7D0-2149-9B98-230982B94739}"/>
                </a:ext>
              </a:extLst>
            </p:cNvPr>
            <p:cNvSpPr/>
            <p:nvPr/>
          </p:nvSpPr>
          <p:spPr>
            <a:xfrm>
              <a:off x="497559" y="2893239"/>
              <a:ext cx="488421" cy="387757"/>
            </a:xfrm>
            <a:custGeom>
              <a:avLst/>
              <a:gdLst/>
              <a:ahLst/>
              <a:cxnLst/>
              <a:rect l="l" t="t" r="r" b="b"/>
              <a:pathLst>
                <a:path w="14949" h="11868" extrusionOk="0">
                  <a:moveTo>
                    <a:pt x="257" y="0"/>
                  </a:moveTo>
                  <a:cubicBezTo>
                    <a:pt x="103" y="0"/>
                    <a:pt x="1" y="118"/>
                    <a:pt x="1" y="303"/>
                  </a:cubicBezTo>
                  <a:lnTo>
                    <a:pt x="1" y="2932"/>
                  </a:lnTo>
                  <a:cubicBezTo>
                    <a:pt x="1" y="3217"/>
                    <a:pt x="191" y="3533"/>
                    <a:pt x="444" y="3692"/>
                  </a:cubicBezTo>
                  <a:lnTo>
                    <a:pt x="14505" y="11799"/>
                  </a:lnTo>
                  <a:cubicBezTo>
                    <a:pt x="14581" y="11846"/>
                    <a:pt x="14650" y="11868"/>
                    <a:pt x="14711" y="11868"/>
                  </a:cubicBezTo>
                  <a:cubicBezTo>
                    <a:pt x="14855" y="11868"/>
                    <a:pt x="14949" y="11746"/>
                    <a:pt x="14949" y="11546"/>
                  </a:cubicBezTo>
                  <a:lnTo>
                    <a:pt x="14949" y="8949"/>
                  </a:lnTo>
                  <a:cubicBezTo>
                    <a:pt x="14949" y="8664"/>
                    <a:pt x="14759" y="8315"/>
                    <a:pt x="14505" y="8189"/>
                  </a:cubicBezTo>
                  <a:lnTo>
                    <a:pt x="444" y="50"/>
                  </a:lnTo>
                  <a:cubicBezTo>
                    <a:pt x="376" y="16"/>
                    <a:pt x="313" y="0"/>
                    <a:pt x="25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38">
              <a:extLst>
                <a:ext uri="{FF2B5EF4-FFF2-40B4-BE49-F238E27FC236}">
                  <a16:creationId xmlns:a16="http://schemas.microsoft.com/office/drawing/2014/main" id="{EB16448C-2DC6-B04D-8E3D-454F4BE26BB2}"/>
                </a:ext>
              </a:extLst>
            </p:cNvPr>
            <p:cNvSpPr/>
            <p:nvPr/>
          </p:nvSpPr>
          <p:spPr>
            <a:xfrm>
              <a:off x="521377" y="293002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38">
              <a:extLst>
                <a:ext uri="{FF2B5EF4-FFF2-40B4-BE49-F238E27FC236}">
                  <a16:creationId xmlns:a16="http://schemas.microsoft.com/office/drawing/2014/main" id="{1D171FC4-7B2E-B4BB-27AB-BF470A78036A}"/>
                </a:ext>
              </a:extLst>
            </p:cNvPr>
            <p:cNvSpPr/>
            <p:nvPr/>
          </p:nvSpPr>
          <p:spPr>
            <a:xfrm>
              <a:off x="521377" y="2956917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38">
              <a:extLst>
                <a:ext uri="{FF2B5EF4-FFF2-40B4-BE49-F238E27FC236}">
                  <a16:creationId xmlns:a16="http://schemas.microsoft.com/office/drawing/2014/main" id="{39B8655F-7C8A-1ACD-5903-2F247B81475D}"/>
                </a:ext>
              </a:extLst>
            </p:cNvPr>
            <p:cNvSpPr/>
            <p:nvPr/>
          </p:nvSpPr>
          <p:spPr>
            <a:xfrm>
              <a:off x="521377" y="298279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38">
              <a:extLst>
                <a:ext uri="{FF2B5EF4-FFF2-40B4-BE49-F238E27FC236}">
                  <a16:creationId xmlns:a16="http://schemas.microsoft.com/office/drawing/2014/main" id="{81278732-90BE-331F-C4DF-BBED269D908C}"/>
                </a:ext>
              </a:extLst>
            </p:cNvPr>
            <p:cNvSpPr/>
            <p:nvPr/>
          </p:nvSpPr>
          <p:spPr>
            <a:xfrm>
              <a:off x="830753" y="3131617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179" y="0"/>
                  </a:moveTo>
                  <a:cubicBezTo>
                    <a:pt x="68" y="0"/>
                    <a:pt x="0" y="89"/>
                    <a:pt x="0" y="228"/>
                  </a:cubicBezTo>
                  <a:cubicBezTo>
                    <a:pt x="0" y="449"/>
                    <a:pt x="127" y="703"/>
                    <a:pt x="317" y="829"/>
                  </a:cubicBezTo>
                  <a:cubicBezTo>
                    <a:pt x="368" y="855"/>
                    <a:pt x="417" y="867"/>
                    <a:pt x="460" y="867"/>
                  </a:cubicBezTo>
                  <a:cubicBezTo>
                    <a:pt x="581" y="867"/>
                    <a:pt x="665" y="778"/>
                    <a:pt x="665" y="639"/>
                  </a:cubicBezTo>
                  <a:cubicBezTo>
                    <a:pt x="665" y="418"/>
                    <a:pt x="507" y="164"/>
                    <a:pt x="317" y="38"/>
                  </a:cubicBezTo>
                  <a:cubicBezTo>
                    <a:pt x="266" y="12"/>
                    <a:pt x="220" y="0"/>
                    <a:pt x="1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38">
              <a:extLst>
                <a:ext uri="{FF2B5EF4-FFF2-40B4-BE49-F238E27FC236}">
                  <a16:creationId xmlns:a16="http://schemas.microsoft.com/office/drawing/2014/main" id="{E7E6A95F-2615-C9AE-F05F-CAAA1EFE3E6F}"/>
                </a:ext>
              </a:extLst>
            </p:cNvPr>
            <p:cNvSpPr/>
            <p:nvPr/>
          </p:nvSpPr>
          <p:spPr>
            <a:xfrm>
              <a:off x="877311" y="315919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38">
              <a:extLst>
                <a:ext uri="{FF2B5EF4-FFF2-40B4-BE49-F238E27FC236}">
                  <a16:creationId xmlns:a16="http://schemas.microsoft.com/office/drawing/2014/main" id="{6AB3A317-2194-12D8-8AB3-5D8B2FB60265}"/>
                </a:ext>
              </a:extLst>
            </p:cNvPr>
            <p:cNvSpPr/>
            <p:nvPr/>
          </p:nvSpPr>
          <p:spPr>
            <a:xfrm>
              <a:off x="926973" y="318732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38">
              <a:extLst>
                <a:ext uri="{FF2B5EF4-FFF2-40B4-BE49-F238E27FC236}">
                  <a16:creationId xmlns:a16="http://schemas.microsoft.com/office/drawing/2014/main" id="{3BB84B32-0C8A-87B5-B87D-45958B82B82B}"/>
                </a:ext>
              </a:extLst>
            </p:cNvPr>
            <p:cNvSpPr/>
            <p:nvPr/>
          </p:nvSpPr>
          <p:spPr>
            <a:xfrm>
              <a:off x="497559" y="3031705"/>
              <a:ext cx="488421" cy="387496"/>
            </a:xfrm>
            <a:custGeom>
              <a:avLst/>
              <a:gdLst/>
              <a:ahLst/>
              <a:cxnLst/>
              <a:rect l="l" t="t" r="r" b="b"/>
              <a:pathLst>
                <a:path w="14949" h="11860" extrusionOk="0">
                  <a:moveTo>
                    <a:pt x="242" y="0"/>
                  </a:moveTo>
                  <a:cubicBezTo>
                    <a:pt x="96" y="0"/>
                    <a:pt x="1" y="107"/>
                    <a:pt x="1" y="309"/>
                  </a:cubicBezTo>
                  <a:lnTo>
                    <a:pt x="1" y="2937"/>
                  </a:lnTo>
                  <a:cubicBezTo>
                    <a:pt x="1" y="3191"/>
                    <a:pt x="191" y="3539"/>
                    <a:pt x="444" y="3666"/>
                  </a:cubicBezTo>
                  <a:lnTo>
                    <a:pt x="14505" y="11805"/>
                  </a:lnTo>
                  <a:cubicBezTo>
                    <a:pt x="14579" y="11842"/>
                    <a:pt x="14648" y="11860"/>
                    <a:pt x="14708" y="11860"/>
                  </a:cubicBezTo>
                  <a:cubicBezTo>
                    <a:pt x="14853" y="11860"/>
                    <a:pt x="14949" y="11753"/>
                    <a:pt x="14949" y="11551"/>
                  </a:cubicBezTo>
                  <a:lnTo>
                    <a:pt x="14949" y="8923"/>
                  </a:lnTo>
                  <a:cubicBezTo>
                    <a:pt x="14949" y="8669"/>
                    <a:pt x="14759" y="8321"/>
                    <a:pt x="14505" y="8194"/>
                  </a:cubicBezTo>
                  <a:lnTo>
                    <a:pt x="444" y="55"/>
                  </a:lnTo>
                  <a:cubicBezTo>
                    <a:pt x="370" y="18"/>
                    <a:pt x="302" y="0"/>
                    <a:pt x="242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38">
              <a:extLst>
                <a:ext uri="{FF2B5EF4-FFF2-40B4-BE49-F238E27FC236}">
                  <a16:creationId xmlns:a16="http://schemas.microsoft.com/office/drawing/2014/main" id="{6326CB81-26D2-9652-4DF9-F4A9A3CA9F15}"/>
                </a:ext>
              </a:extLst>
            </p:cNvPr>
            <p:cNvSpPr/>
            <p:nvPr/>
          </p:nvSpPr>
          <p:spPr>
            <a:xfrm>
              <a:off x="521377" y="3068690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38">
              <a:extLst>
                <a:ext uri="{FF2B5EF4-FFF2-40B4-BE49-F238E27FC236}">
                  <a16:creationId xmlns:a16="http://schemas.microsoft.com/office/drawing/2014/main" id="{226D94DF-1C79-0A8A-2FDF-AD11FA50E854}"/>
                </a:ext>
              </a:extLst>
            </p:cNvPr>
            <p:cNvSpPr/>
            <p:nvPr/>
          </p:nvSpPr>
          <p:spPr>
            <a:xfrm>
              <a:off x="521377" y="3094534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38">
              <a:extLst>
                <a:ext uri="{FF2B5EF4-FFF2-40B4-BE49-F238E27FC236}">
                  <a16:creationId xmlns:a16="http://schemas.microsoft.com/office/drawing/2014/main" id="{BEC81D19-763A-8C5E-DA54-09E95C047693}"/>
                </a:ext>
              </a:extLst>
            </p:cNvPr>
            <p:cNvSpPr/>
            <p:nvPr/>
          </p:nvSpPr>
          <p:spPr>
            <a:xfrm>
              <a:off x="521377" y="312145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38">
              <a:extLst>
                <a:ext uri="{FF2B5EF4-FFF2-40B4-BE49-F238E27FC236}">
                  <a16:creationId xmlns:a16="http://schemas.microsoft.com/office/drawing/2014/main" id="{93F1575E-68B5-416E-9645-A28D04EC92DD}"/>
                </a:ext>
              </a:extLst>
            </p:cNvPr>
            <p:cNvSpPr/>
            <p:nvPr/>
          </p:nvSpPr>
          <p:spPr>
            <a:xfrm>
              <a:off x="830753" y="327008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1"/>
                  </a:moveTo>
                  <a:cubicBezTo>
                    <a:pt x="62" y="1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60"/>
                    <a:pt x="414" y="872"/>
                    <a:pt x="457" y="872"/>
                  </a:cubicBezTo>
                  <a:cubicBezTo>
                    <a:pt x="579" y="872"/>
                    <a:pt x="665" y="777"/>
                    <a:pt x="665" y="613"/>
                  </a:cubicBezTo>
                  <a:cubicBezTo>
                    <a:pt x="665" y="423"/>
                    <a:pt x="507" y="138"/>
                    <a:pt x="317" y="43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38">
              <a:extLst>
                <a:ext uri="{FF2B5EF4-FFF2-40B4-BE49-F238E27FC236}">
                  <a16:creationId xmlns:a16="http://schemas.microsoft.com/office/drawing/2014/main" id="{F2362496-D2A0-B0D6-2300-83AAF995215F}"/>
                </a:ext>
              </a:extLst>
            </p:cNvPr>
            <p:cNvSpPr/>
            <p:nvPr/>
          </p:nvSpPr>
          <p:spPr>
            <a:xfrm>
              <a:off x="878357" y="3297561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7" y="856"/>
                    <a:pt x="459" y="874"/>
                    <a:pt x="503" y="874"/>
                  </a:cubicBezTo>
                  <a:cubicBezTo>
                    <a:pt x="604" y="874"/>
                    <a:pt x="665" y="781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38">
              <a:extLst>
                <a:ext uri="{FF2B5EF4-FFF2-40B4-BE49-F238E27FC236}">
                  <a16:creationId xmlns:a16="http://schemas.microsoft.com/office/drawing/2014/main" id="{5DC1F57C-F4AA-C6C9-45B0-8758D0AADEC4}"/>
                </a:ext>
              </a:extLst>
            </p:cNvPr>
            <p:cNvSpPr/>
            <p:nvPr/>
          </p:nvSpPr>
          <p:spPr>
            <a:xfrm>
              <a:off x="924915" y="3325267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1"/>
                  </a:moveTo>
                  <a:cubicBezTo>
                    <a:pt x="220" y="1"/>
                    <a:pt x="188" y="11"/>
                    <a:pt x="159" y="33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39"/>
                    <a:pt x="634" y="286"/>
                  </a:cubicBezTo>
                  <a:cubicBezTo>
                    <a:pt x="512" y="115"/>
                    <a:pt x="371" y="1"/>
                    <a:pt x="255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38">
              <a:extLst>
                <a:ext uri="{FF2B5EF4-FFF2-40B4-BE49-F238E27FC236}">
                  <a16:creationId xmlns:a16="http://schemas.microsoft.com/office/drawing/2014/main" id="{CA46140D-1EB2-2979-50DE-A658732B8800}"/>
                </a:ext>
              </a:extLst>
            </p:cNvPr>
            <p:cNvSpPr/>
            <p:nvPr/>
          </p:nvSpPr>
          <p:spPr>
            <a:xfrm>
              <a:off x="497559" y="3169909"/>
              <a:ext cx="488421" cy="387953"/>
            </a:xfrm>
            <a:custGeom>
              <a:avLst/>
              <a:gdLst/>
              <a:ahLst/>
              <a:cxnLst/>
              <a:rect l="l" t="t" r="r" b="b"/>
              <a:pathLst>
                <a:path w="14949" h="11874" extrusionOk="0">
                  <a:moveTo>
                    <a:pt x="238" y="0"/>
                  </a:moveTo>
                  <a:cubicBezTo>
                    <a:pt x="95" y="0"/>
                    <a:pt x="1" y="122"/>
                    <a:pt x="1" y="322"/>
                  </a:cubicBezTo>
                  <a:lnTo>
                    <a:pt x="1" y="2919"/>
                  </a:lnTo>
                  <a:cubicBezTo>
                    <a:pt x="1" y="3204"/>
                    <a:pt x="191" y="3553"/>
                    <a:pt x="444" y="3679"/>
                  </a:cubicBezTo>
                  <a:lnTo>
                    <a:pt x="14505" y="11818"/>
                  </a:lnTo>
                  <a:cubicBezTo>
                    <a:pt x="14579" y="11855"/>
                    <a:pt x="14648" y="11873"/>
                    <a:pt x="14708" y="11873"/>
                  </a:cubicBezTo>
                  <a:cubicBezTo>
                    <a:pt x="14853" y="11873"/>
                    <a:pt x="14949" y="11767"/>
                    <a:pt x="14949" y="11565"/>
                  </a:cubicBezTo>
                  <a:lnTo>
                    <a:pt x="14949" y="8936"/>
                  </a:lnTo>
                  <a:cubicBezTo>
                    <a:pt x="14949" y="8651"/>
                    <a:pt x="14759" y="8335"/>
                    <a:pt x="14505" y="8176"/>
                  </a:cubicBezTo>
                  <a:lnTo>
                    <a:pt x="444" y="69"/>
                  </a:lnTo>
                  <a:cubicBezTo>
                    <a:pt x="369" y="22"/>
                    <a:pt x="299" y="0"/>
                    <a:pt x="238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38">
              <a:extLst>
                <a:ext uri="{FF2B5EF4-FFF2-40B4-BE49-F238E27FC236}">
                  <a16:creationId xmlns:a16="http://schemas.microsoft.com/office/drawing/2014/main" id="{095AA09E-62AF-77CB-3F53-296552615C4E}"/>
                </a:ext>
              </a:extLst>
            </p:cNvPr>
            <p:cNvSpPr/>
            <p:nvPr/>
          </p:nvSpPr>
          <p:spPr>
            <a:xfrm>
              <a:off x="521377" y="3207320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38">
              <a:extLst>
                <a:ext uri="{FF2B5EF4-FFF2-40B4-BE49-F238E27FC236}">
                  <a16:creationId xmlns:a16="http://schemas.microsoft.com/office/drawing/2014/main" id="{AD33C756-A327-CF7B-5150-F7DC641893C2}"/>
                </a:ext>
              </a:extLst>
            </p:cNvPr>
            <p:cNvSpPr/>
            <p:nvPr/>
          </p:nvSpPr>
          <p:spPr>
            <a:xfrm>
              <a:off x="521377" y="323319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38">
              <a:extLst>
                <a:ext uri="{FF2B5EF4-FFF2-40B4-BE49-F238E27FC236}">
                  <a16:creationId xmlns:a16="http://schemas.microsoft.com/office/drawing/2014/main" id="{05D99AAB-9ED1-AF84-E219-E33A6426A4F0}"/>
                </a:ext>
              </a:extLst>
            </p:cNvPr>
            <p:cNvSpPr/>
            <p:nvPr/>
          </p:nvSpPr>
          <p:spPr>
            <a:xfrm>
              <a:off x="521377" y="3260086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23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38">
              <a:extLst>
                <a:ext uri="{FF2B5EF4-FFF2-40B4-BE49-F238E27FC236}">
                  <a16:creationId xmlns:a16="http://schemas.microsoft.com/office/drawing/2014/main" id="{561EA5F8-668C-EA44-B69C-CB3F0C709259}"/>
                </a:ext>
              </a:extLst>
            </p:cNvPr>
            <p:cNvSpPr/>
            <p:nvPr/>
          </p:nvSpPr>
          <p:spPr>
            <a:xfrm>
              <a:off x="830753" y="3408288"/>
              <a:ext cx="21760" cy="28556"/>
            </a:xfrm>
            <a:custGeom>
              <a:avLst/>
              <a:gdLst/>
              <a:ahLst/>
              <a:cxnLst/>
              <a:rect l="l" t="t" r="r" b="b"/>
              <a:pathLst>
                <a:path w="666" h="874" extrusionOk="0">
                  <a:moveTo>
                    <a:pt x="162" y="0"/>
                  </a:moveTo>
                  <a:cubicBezTo>
                    <a:pt x="61" y="0"/>
                    <a:pt x="0" y="93"/>
                    <a:pt x="0" y="247"/>
                  </a:cubicBezTo>
                  <a:cubicBezTo>
                    <a:pt x="0" y="469"/>
                    <a:pt x="127" y="722"/>
                    <a:pt x="317" y="817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5" y="781"/>
                    <a:pt x="665" y="627"/>
                  </a:cubicBezTo>
                  <a:cubicBezTo>
                    <a:pt x="665" y="405"/>
                    <a:pt x="507" y="152"/>
                    <a:pt x="317" y="57"/>
                  </a:cubicBezTo>
                  <a:cubicBezTo>
                    <a:pt x="259" y="18"/>
                    <a:pt x="207" y="0"/>
                    <a:pt x="1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38">
              <a:extLst>
                <a:ext uri="{FF2B5EF4-FFF2-40B4-BE49-F238E27FC236}">
                  <a16:creationId xmlns:a16="http://schemas.microsoft.com/office/drawing/2014/main" id="{18857774-0D62-A508-463F-507008355968}"/>
                </a:ext>
              </a:extLst>
            </p:cNvPr>
            <p:cNvSpPr/>
            <p:nvPr/>
          </p:nvSpPr>
          <p:spPr>
            <a:xfrm>
              <a:off x="878357" y="343622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38">
              <a:extLst>
                <a:ext uri="{FF2B5EF4-FFF2-40B4-BE49-F238E27FC236}">
                  <a16:creationId xmlns:a16="http://schemas.microsoft.com/office/drawing/2014/main" id="{46A5B5A7-BA56-2A9D-85A0-E349C271AC34}"/>
                </a:ext>
              </a:extLst>
            </p:cNvPr>
            <p:cNvSpPr/>
            <p:nvPr/>
          </p:nvSpPr>
          <p:spPr>
            <a:xfrm>
              <a:off x="924915" y="3463929"/>
              <a:ext cx="24864" cy="28523"/>
            </a:xfrm>
            <a:custGeom>
              <a:avLst/>
              <a:gdLst/>
              <a:ahLst/>
              <a:cxnLst/>
              <a:rect l="l" t="t" r="r" b="b"/>
              <a:pathLst>
                <a:path w="761" h="873" extrusionOk="0">
                  <a:moveTo>
                    <a:pt x="255" y="0"/>
                  </a:moveTo>
                  <a:cubicBezTo>
                    <a:pt x="220" y="0"/>
                    <a:pt x="188" y="11"/>
                    <a:pt x="159" y="32"/>
                  </a:cubicBezTo>
                  <a:cubicBezTo>
                    <a:pt x="0" y="96"/>
                    <a:pt x="0" y="349"/>
                    <a:pt x="159" y="571"/>
                  </a:cubicBezTo>
                  <a:cubicBezTo>
                    <a:pt x="263" y="754"/>
                    <a:pt x="411" y="872"/>
                    <a:pt x="548" y="872"/>
                  </a:cubicBezTo>
                  <a:cubicBezTo>
                    <a:pt x="577" y="872"/>
                    <a:pt x="606" y="867"/>
                    <a:pt x="634" y="856"/>
                  </a:cubicBezTo>
                  <a:cubicBezTo>
                    <a:pt x="760" y="761"/>
                    <a:pt x="760" y="507"/>
                    <a:pt x="634" y="286"/>
                  </a:cubicBezTo>
                  <a:cubicBezTo>
                    <a:pt x="512" y="115"/>
                    <a:pt x="371" y="0"/>
                    <a:pt x="25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38">
              <a:extLst>
                <a:ext uri="{FF2B5EF4-FFF2-40B4-BE49-F238E27FC236}">
                  <a16:creationId xmlns:a16="http://schemas.microsoft.com/office/drawing/2014/main" id="{1DC2E718-CA3D-6FCC-F017-3766DFC11901}"/>
                </a:ext>
              </a:extLst>
            </p:cNvPr>
            <p:cNvSpPr/>
            <p:nvPr/>
          </p:nvSpPr>
          <p:spPr>
            <a:xfrm>
              <a:off x="497559" y="3308506"/>
              <a:ext cx="488421" cy="387463"/>
            </a:xfrm>
            <a:custGeom>
              <a:avLst/>
              <a:gdLst/>
              <a:ahLst/>
              <a:cxnLst/>
              <a:rect l="l" t="t" r="r" b="b"/>
              <a:pathLst>
                <a:path w="14949" h="11859" extrusionOk="0">
                  <a:moveTo>
                    <a:pt x="235" y="1"/>
                  </a:moveTo>
                  <a:cubicBezTo>
                    <a:pt x="93" y="1"/>
                    <a:pt x="1" y="116"/>
                    <a:pt x="1" y="292"/>
                  </a:cubicBezTo>
                  <a:lnTo>
                    <a:pt x="1" y="2921"/>
                  </a:lnTo>
                  <a:cubicBezTo>
                    <a:pt x="1" y="3206"/>
                    <a:pt x="191" y="3523"/>
                    <a:pt x="444" y="3681"/>
                  </a:cubicBezTo>
                  <a:lnTo>
                    <a:pt x="14505" y="11788"/>
                  </a:lnTo>
                  <a:cubicBezTo>
                    <a:pt x="14582" y="11836"/>
                    <a:pt x="14653" y="11858"/>
                    <a:pt x="14715" y="11858"/>
                  </a:cubicBezTo>
                  <a:cubicBezTo>
                    <a:pt x="14856" y="11858"/>
                    <a:pt x="14949" y="11743"/>
                    <a:pt x="14949" y="11566"/>
                  </a:cubicBezTo>
                  <a:lnTo>
                    <a:pt x="14949" y="8938"/>
                  </a:lnTo>
                  <a:cubicBezTo>
                    <a:pt x="14949" y="8653"/>
                    <a:pt x="14759" y="8336"/>
                    <a:pt x="14505" y="8178"/>
                  </a:cubicBezTo>
                  <a:lnTo>
                    <a:pt x="444" y="71"/>
                  </a:lnTo>
                  <a:cubicBezTo>
                    <a:pt x="367" y="23"/>
                    <a:pt x="296" y="1"/>
                    <a:pt x="23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38">
              <a:extLst>
                <a:ext uri="{FF2B5EF4-FFF2-40B4-BE49-F238E27FC236}">
                  <a16:creationId xmlns:a16="http://schemas.microsoft.com/office/drawing/2014/main" id="{79633602-9978-AB78-52EE-CAE781C7A8B1}"/>
                </a:ext>
              </a:extLst>
            </p:cNvPr>
            <p:cNvSpPr/>
            <p:nvPr/>
          </p:nvSpPr>
          <p:spPr>
            <a:xfrm>
              <a:off x="521377" y="3344936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38">
              <a:extLst>
                <a:ext uri="{FF2B5EF4-FFF2-40B4-BE49-F238E27FC236}">
                  <a16:creationId xmlns:a16="http://schemas.microsoft.com/office/drawing/2014/main" id="{91F6892A-A1E2-D275-5CB7-78C6CECB7E3C}"/>
                </a:ext>
              </a:extLst>
            </p:cNvPr>
            <p:cNvSpPr/>
            <p:nvPr/>
          </p:nvSpPr>
          <p:spPr>
            <a:xfrm>
              <a:off x="521377" y="337185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38">
              <a:extLst>
                <a:ext uri="{FF2B5EF4-FFF2-40B4-BE49-F238E27FC236}">
                  <a16:creationId xmlns:a16="http://schemas.microsoft.com/office/drawing/2014/main" id="{2FE30307-7174-F6F9-C66E-E8D50AE6C18C}"/>
                </a:ext>
              </a:extLst>
            </p:cNvPr>
            <p:cNvSpPr/>
            <p:nvPr/>
          </p:nvSpPr>
          <p:spPr>
            <a:xfrm>
              <a:off x="521377" y="3397702"/>
              <a:ext cx="164539" cy="102494"/>
            </a:xfrm>
            <a:custGeom>
              <a:avLst/>
              <a:gdLst/>
              <a:ahLst/>
              <a:cxnLst/>
              <a:rect l="l" t="t" r="r" b="b"/>
              <a:pathLst>
                <a:path w="5036" h="3137" extrusionOk="0">
                  <a:moveTo>
                    <a:pt x="0" y="1"/>
                  </a:moveTo>
                  <a:lnTo>
                    <a:pt x="0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38">
              <a:extLst>
                <a:ext uri="{FF2B5EF4-FFF2-40B4-BE49-F238E27FC236}">
                  <a16:creationId xmlns:a16="http://schemas.microsoft.com/office/drawing/2014/main" id="{915810B7-3E21-7D41-6ABD-98F45E916DCD}"/>
                </a:ext>
              </a:extLst>
            </p:cNvPr>
            <p:cNvSpPr/>
            <p:nvPr/>
          </p:nvSpPr>
          <p:spPr>
            <a:xfrm>
              <a:off x="830753" y="3546917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2" y="1"/>
                  </a:moveTo>
                  <a:cubicBezTo>
                    <a:pt x="61" y="1"/>
                    <a:pt x="0" y="94"/>
                    <a:pt x="0" y="248"/>
                  </a:cubicBezTo>
                  <a:cubicBezTo>
                    <a:pt x="0" y="438"/>
                    <a:pt x="127" y="723"/>
                    <a:pt x="317" y="818"/>
                  </a:cubicBezTo>
                  <a:cubicBezTo>
                    <a:pt x="374" y="846"/>
                    <a:pt x="428" y="860"/>
                    <a:pt x="476" y="860"/>
                  </a:cubicBezTo>
                  <a:cubicBezTo>
                    <a:pt x="588" y="860"/>
                    <a:pt x="665" y="783"/>
                    <a:pt x="665" y="628"/>
                  </a:cubicBezTo>
                  <a:cubicBezTo>
                    <a:pt x="665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38">
              <a:extLst>
                <a:ext uri="{FF2B5EF4-FFF2-40B4-BE49-F238E27FC236}">
                  <a16:creationId xmlns:a16="http://schemas.microsoft.com/office/drawing/2014/main" id="{F193CF72-1AAB-D222-FBFA-BCFB721DAA02}"/>
                </a:ext>
              </a:extLst>
            </p:cNvPr>
            <p:cNvSpPr/>
            <p:nvPr/>
          </p:nvSpPr>
          <p:spPr>
            <a:xfrm>
              <a:off x="877311" y="357410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66"/>
                    <a:pt x="127" y="587"/>
                  </a:cubicBezTo>
                  <a:cubicBezTo>
                    <a:pt x="225" y="758"/>
                    <a:pt x="379" y="873"/>
                    <a:pt x="502" y="873"/>
                  </a:cubicBezTo>
                  <a:cubicBezTo>
                    <a:pt x="539" y="873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38">
              <a:extLst>
                <a:ext uri="{FF2B5EF4-FFF2-40B4-BE49-F238E27FC236}">
                  <a16:creationId xmlns:a16="http://schemas.microsoft.com/office/drawing/2014/main" id="{A8579A87-D2C3-B1D6-E6C5-D1EE83E7DA43}"/>
                </a:ext>
              </a:extLst>
            </p:cNvPr>
            <p:cNvSpPr/>
            <p:nvPr/>
          </p:nvSpPr>
          <p:spPr>
            <a:xfrm>
              <a:off x="926973" y="3602232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1" y="78"/>
                    <a:pt x="1" y="233"/>
                  </a:cubicBezTo>
                  <a:cubicBezTo>
                    <a:pt x="1" y="455"/>
                    <a:pt x="127" y="708"/>
                    <a:pt x="317" y="835"/>
                  </a:cubicBezTo>
                  <a:cubicBezTo>
                    <a:pt x="368" y="860"/>
                    <a:pt x="417" y="872"/>
                    <a:pt x="461" y="872"/>
                  </a:cubicBezTo>
                  <a:cubicBezTo>
                    <a:pt x="581" y="872"/>
                    <a:pt x="666" y="784"/>
                    <a:pt x="666" y="645"/>
                  </a:cubicBezTo>
                  <a:cubicBezTo>
                    <a:pt x="666" y="423"/>
                    <a:pt x="507" y="170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38">
              <a:extLst>
                <a:ext uri="{FF2B5EF4-FFF2-40B4-BE49-F238E27FC236}">
                  <a16:creationId xmlns:a16="http://schemas.microsoft.com/office/drawing/2014/main" id="{CA391108-A1EE-B2C0-B0B6-4B56CD452383}"/>
                </a:ext>
              </a:extLst>
            </p:cNvPr>
            <p:cNvSpPr/>
            <p:nvPr/>
          </p:nvSpPr>
          <p:spPr>
            <a:xfrm>
              <a:off x="497559" y="3446776"/>
              <a:ext cx="488421" cy="387790"/>
            </a:xfrm>
            <a:custGeom>
              <a:avLst/>
              <a:gdLst/>
              <a:ahLst/>
              <a:cxnLst/>
              <a:rect l="l" t="t" r="r" b="b"/>
              <a:pathLst>
                <a:path w="14949" h="11869" extrusionOk="0">
                  <a:moveTo>
                    <a:pt x="257" y="1"/>
                  </a:moveTo>
                  <a:cubicBezTo>
                    <a:pt x="103" y="1"/>
                    <a:pt x="1" y="119"/>
                    <a:pt x="1" y="304"/>
                  </a:cubicBezTo>
                  <a:lnTo>
                    <a:pt x="1" y="2933"/>
                  </a:lnTo>
                  <a:cubicBezTo>
                    <a:pt x="1" y="3218"/>
                    <a:pt x="191" y="3534"/>
                    <a:pt x="444" y="3693"/>
                  </a:cubicBezTo>
                  <a:lnTo>
                    <a:pt x="14505" y="11800"/>
                  </a:lnTo>
                  <a:cubicBezTo>
                    <a:pt x="14581" y="11847"/>
                    <a:pt x="14650" y="11869"/>
                    <a:pt x="14711" y="11869"/>
                  </a:cubicBezTo>
                  <a:cubicBezTo>
                    <a:pt x="14855" y="11869"/>
                    <a:pt x="14949" y="11747"/>
                    <a:pt x="14949" y="11546"/>
                  </a:cubicBezTo>
                  <a:lnTo>
                    <a:pt x="14949" y="8950"/>
                  </a:lnTo>
                  <a:cubicBezTo>
                    <a:pt x="14949" y="8665"/>
                    <a:pt x="14759" y="8316"/>
                    <a:pt x="14505" y="8190"/>
                  </a:cubicBezTo>
                  <a:lnTo>
                    <a:pt x="444" y="51"/>
                  </a:lnTo>
                  <a:cubicBezTo>
                    <a:pt x="376" y="17"/>
                    <a:pt x="313" y="1"/>
                    <a:pt x="25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38">
              <a:extLst>
                <a:ext uri="{FF2B5EF4-FFF2-40B4-BE49-F238E27FC236}">
                  <a16:creationId xmlns:a16="http://schemas.microsoft.com/office/drawing/2014/main" id="{DA9E760C-9BED-1F55-83EF-2CC895907D4C}"/>
                </a:ext>
              </a:extLst>
            </p:cNvPr>
            <p:cNvSpPr/>
            <p:nvPr/>
          </p:nvSpPr>
          <p:spPr>
            <a:xfrm>
              <a:off x="521377" y="3483598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0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38">
              <a:extLst>
                <a:ext uri="{FF2B5EF4-FFF2-40B4-BE49-F238E27FC236}">
                  <a16:creationId xmlns:a16="http://schemas.microsoft.com/office/drawing/2014/main" id="{E401F745-FA79-90C3-4BA8-774DABE52F07}"/>
                </a:ext>
              </a:extLst>
            </p:cNvPr>
            <p:cNvSpPr/>
            <p:nvPr/>
          </p:nvSpPr>
          <p:spPr>
            <a:xfrm>
              <a:off x="521377" y="3510488"/>
              <a:ext cx="164539" cy="101448"/>
            </a:xfrm>
            <a:custGeom>
              <a:avLst/>
              <a:gdLst/>
              <a:ahLst/>
              <a:cxnLst/>
              <a:rect l="l" t="t" r="r" b="b"/>
              <a:pathLst>
                <a:path w="5036" h="3105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04"/>
                  </a:lnTo>
                  <a:lnTo>
                    <a:pt x="5036" y="28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38">
              <a:extLst>
                <a:ext uri="{FF2B5EF4-FFF2-40B4-BE49-F238E27FC236}">
                  <a16:creationId xmlns:a16="http://schemas.microsoft.com/office/drawing/2014/main" id="{DAA566AC-C72C-8A23-5A60-AD9D13D36896}"/>
                </a:ext>
              </a:extLst>
            </p:cNvPr>
            <p:cNvSpPr/>
            <p:nvPr/>
          </p:nvSpPr>
          <p:spPr>
            <a:xfrm>
              <a:off x="521377" y="3536364"/>
              <a:ext cx="164539" cy="102461"/>
            </a:xfrm>
            <a:custGeom>
              <a:avLst/>
              <a:gdLst/>
              <a:ahLst/>
              <a:cxnLst/>
              <a:rect l="l" t="t" r="r" b="b"/>
              <a:pathLst>
                <a:path w="5036" h="3136" extrusionOk="0">
                  <a:moveTo>
                    <a:pt x="0" y="1"/>
                  </a:moveTo>
                  <a:lnTo>
                    <a:pt x="0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38">
              <a:extLst>
                <a:ext uri="{FF2B5EF4-FFF2-40B4-BE49-F238E27FC236}">
                  <a16:creationId xmlns:a16="http://schemas.microsoft.com/office/drawing/2014/main" id="{D582E5F0-319A-59FC-BAE8-94F03AD3C502}"/>
                </a:ext>
              </a:extLst>
            </p:cNvPr>
            <p:cNvSpPr/>
            <p:nvPr/>
          </p:nvSpPr>
          <p:spPr>
            <a:xfrm>
              <a:off x="829707" y="3684828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38">
              <a:extLst>
                <a:ext uri="{FF2B5EF4-FFF2-40B4-BE49-F238E27FC236}">
                  <a16:creationId xmlns:a16="http://schemas.microsoft.com/office/drawing/2014/main" id="{2B93D8CD-5E49-3F82-E8FA-76E404F21C16}"/>
                </a:ext>
              </a:extLst>
            </p:cNvPr>
            <p:cNvSpPr/>
            <p:nvPr/>
          </p:nvSpPr>
          <p:spPr>
            <a:xfrm>
              <a:off x="877311" y="3712763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55"/>
                  </a:cubicBezTo>
                  <a:cubicBezTo>
                    <a:pt x="225" y="752"/>
                    <a:pt x="380" y="872"/>
                    <a:pt x="504" y="872"/>
                  </a:cubicBezTo>
                  <a:cubicBezTo>
                    <a:pt x="540" y="872"/>
                    <a:pt x="574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38">
              <a:extLst>
                <a:ext uri="{FF2B5EF4-FFF2-40B4-BE49-F238E27FC236}">
                  <a16:creationId xmlns:a16="http://schemas.microsoft.com/office/drawing/2014/main" id="{219EC915-F538-ADE4-DAF9-790EFFCB10CF}"/>
                </a:ext>
              </a:extLst>
            </p:cNvPr>
            <p:cNvSpPr/>
            <p:nvPr/>
          </p:nvSpPr>
          <p:spPr>
            <a:xfrm>
              <a:off x="926973" y="3740404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3" y="1"/>
                  </a:moveTo>
                  <a:cubicBezTo>
                    <a:pt x="62" y="1"/>
                    <a:pt x="1" y="94"/>
                    <a:pt x="1" y="248"/>
                  </a:cubicBezTo>
                  <a:cubicBezTo>
                    <a:pt x="1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38"/>
                    <a:pt x="507" y="153"/>
                    <a:pt x="317" y="58"/>
                  </a:cubicBezTo>
                  <a:cubicBezTo>
                    <a:pt x="259" y="19"/>
                    <a:pt x="207" y="1"/>
                    <a:pt x="16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38">
              <a:extLst>
                <a:ext uri="{FF2B5EF4-FFF2-40B4-BE49-F238E27FC236}">
                  <a16:creationId xmlns:a16="http://schemas.microsoft.com/office/drawing/2014/main" id="{829D26B3-5D23-908D-B7B0-C9B7B7ACDF41}"/>
                </a:ext>
              </a:extLst>
            </p:cNvPr>
            <p:cNvSpPr/>
            <p:nvPr/>
          </p:nvSpPr>
          <p:spPr>
            <a:xfrm>
              <a:off x="1053220" y="1921657"/>
              <a:ext cx="473915" cy="2076207"/>
            </a:xfrm>
            <a:custGeom>
              <a:avLst/>
              <a:gdLst/>
              <a:ahLst/>
              <a:cxnLst/>
              <a:rect l="l" t="t" r="r" b="b"/>
              <a:pathLst>
                <a:path w="14505" h="63546" extrusionOk="0">
                  <a:moveTo>
                    <a:pt x="14191" y="0"/>
                  </a:moveTo>
                  <a:cubicBezTo>
                    <a:pt x="14114" y="0"/>
                    <a:pt x="14027" y="26"/>
                    <a:pt x="13935" y="81"/>
                  </a:cubicBezTo>
                  <a:lnTo>
                    <a:pt x="539" y="7809"/>
                  </a:lnTo>
                  <a:cubicBezTo>
                    <a:pt x="254" y="7967"/>
                    <a:pt x="0" y="8379"/>
                    <a:pt x="0" y="8727"/>
                  </a:cubicBezTo>
                  <a:lnTo>
                    <a:pt x="0" y="63546"/>
                  </a:lnTo>
                  <a:lnTo>
                    <a:pt x="14505" y="55185"/>
                  </a:lnTo>
                  <a:lnTo>
                    <a:pt x="14505" y="398"/>
                  </a:lnTo>
                  <a:cubicBezTo>
                    <a:pt x="14505" y="151"/>
                    <a:pt x="14378" y="0"/>
                    <a:pt x="141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38">
              <a:extLst>
                <a:ext uri="{FF2B5EF4-FFF2-40B4-BE49-F238E27FC236}">
                  <a16:creationId xmlns:a16="http://schemas.microsoft.com/office/drawing/2014/main" id="{B5DA1DB4-3936-2551-DEFD-247084CE15D2}"/>
                </a:ext>
              </a:extLst>
            </p:cNvPr>
            <p:cNvSpPr/>
            <p:nvPr/>
          </p:nvSpPr>
          <p:spPr>
            <a:xfrm>
              <a:off x="1068739" y="1948383"/>
              <a:ext cx="442876" cy="361031"/>
            </a:xfrm>
            <a:custGeom>
              <a:avLst/>
              <a:gdLst/>
              <a:ahLst/>
              <a:cxnLst/>
              <a:rect l="l" t="t" r="r" b="b"/>
              <a:pathLst>
                <a:path w="13555" h="11050" extrusionOk="0">
                  <a:moveTo>
                    <a:pt x="13300" y="0"/>
                  </a:moveTo>
                  <a:cubicBezTo>
                    <a:pt x="13241" y="0"/>
                    <a:pt x="13176" y="18"/>
                    <a:pt x="13111" y="55"/>
                  </a:cubicBezTo>
                  <a:lnTo>
                    <a:pt x="444" y="7371"/>
                  </a:lnTo>
                  <a:cubicBezTo>
                    <a:pt x="190" y="7497"/>
                    <a:pt x="0" y="7846"/>
                    <a:pt x="0" y="8099"/>
                  </a:cubicBezTo>
                  <a:lnTo>
                    <a:pt x="0" y="10728"/>
                  </a:lnTo>
                  <a:cubicBezTo>
                    <a:pt x="0" y="10928"/>
                    <a:pt x="94" y="11050"/>
                    <a:pt x="238" y="11050"/>
                  </a:cubicBezTo>
                  <a:cubicBezTo>
                    <a:pt x="298" y="11050"/>
                    <a:pt x="368" y="11028"/>
                    <a:pt x="444" y="10981"/>
                  </a:cubicBezTo>
                  <a:lnTo>
                    <a:pt x="13111" y="3665"/>
                  </a:lnTo>
                  <a:cubicBezTo>
                    <a:pt x="13333" y="3539"/>
                    <a:pt x="13555" y="3190"/>
                    <a:pt x="13555" y="2937"/>
                  </a:cubicBezTo>
                  <a:lnTo>
                    <a:pt x="13555" y="308"/>
                  </a:lnTo>
                  <a:cubicBezTo>
                    <a:pt x="13555" y="107"/>
                    <a:pt x="13443" y="0"/>
                    <a:pt x="1330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38">
              <a:extLst>
                <a:ext uri="{FF2B5EF4-FFF2-40B4-BE49-F238E27FC236}">
                  <a16:creationId xmlns:a16="http://schemas.microsoft.com/office/drawing/2014/main" id="{F3EFB45B-055C-A20B-4B08-D73CD7E9755E}"/>
                </a:ext>
              </a:extLst>
            </p:cNvPr>
            <p:cNvSpPr/>
            <p:nvPr/>
          </p:nvSpPr>
          <p:spPr>
            <a:xfrm>
              <a:off x="1068739" y="208655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3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4"/>
                  </a:cubicBezTo>
                  <a:lnTo>
                    <a:pt x="0" y="10742"/>
                  </a:lnTo>
                  <a:cubicBezTo>
                    <a:pt x="0" y="10944"/>
                    <a:pt x="95" y="11051"/>
                    <a:pt x="241" y="11051"/>
                  </a:cubicBezTo>
                  <a:cubicBezTo>
                    <a:pt x="301" y="11051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2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38">
              <a:extLst>
                <a:ext uri="{FF2B5EF4-FFF2-40B4-BE49-F238E27FC236}">
                  <a16:creationId xmlns:a16="http://schemas.microsoft.com/office/drawing/2014/main" id="{93846113-6358-36FB-54F8-E66CFB06DA72}"/>
                </a:ext>
              </a:extLst>
            </p:cNvPr>
            <p:cNvSpPr/>
            <p:nvPr/>
          </p:nvSpPr>
          <p:spPr>
            <a:xfrm>
              <a:off x="1068739" y="222518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1"/>
                  </a:moveTo>
                  <a:cubicBezTo>
                    <a:pt x="13246" y="1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3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1"/>
                  </a:lnTo>
                  <a:cubicBezTo>
                    <a:pt x="13333" y="3554"/>
                    <a:pt x="13555" y="3206"/>
                    <a:pt x="13555" y="2921"/>
                  </a:cubicBezTo>
                  <a:lnTo>
                    <a:pt x="13555" y="292"/>
                  </a:lnTo>
                  <a:cubicBezTo>
                    <a:pt x="13555" y="116"/>
                    <a:pt x="13447" y="1"/>
                    <a:pt x="1330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38">
              <a:extLst>
                <a:ext uri="{FF2B5EF4-FFF2-40B4-BE49-F238E27FC236}">
                  <a16:creationId xmlns:a16="http://schemas.microsoft.com/office/drawing/2014/main" id="{C3C1B9A5-4F5E-3DFD-88E7-3477A659D4AC}"/>
                </a:ext>
              </a:extLst>
            </p:cNvPr>
            <p:cNvSpPr/>
            <p:nvPr/>
          </p:nvSpPr>
          <p:spPr>
            <a:xfrm>
              <a:off x="1068739" y="23634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1"/>
                  </a:moveTo>
                  <a:cubicBezTo>
                    <a:pt x="13230" y="1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3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1"/>
                    <a:pt x="13285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38">
              <a:extLst>
                <a:ext uri="{FF2B5EF4-FFF2-40B4-BE49-F238E27FC236}">
                  <a16:creationId xmlns:a16="http://schemas.microsoft.com/office/drawing/2014/main" id="{BF9B0181-3B41-4AA9-3E4F-41A56CE0A0EF}"/>
                </a:ext>
              </a:extLst>
            </p:cNvPr>
            <p:cNvSpPr/>
            <p:nvPr/>
          </p:nvSpPr>
          <p:spPr>
            <a:xfrm>
              <a:off x="1068739" y="2501920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7"/>
                    <a:pt x="0" y="8100"/>
                  </a:cubicBezTo>
                  <a:lnTo>
                    <a:pt x="0" y="10728"/>
                  </a:lnTo>
                  <a:cubicBezTo>
                    <a:pt x="0" y="10929"/>
                    <a:pt x="94" y="11051"/>
                    <a:pt x="238" y="11051"/>
                  </a:cubicBezTo>
                  <a:cubicBezTo>
                    <a:pt x="298" y="11051"/>
                    <a:pt x="368" y="11029"/>
                    <a:pt x="444" y="10982"/>
                  </a:cubicBezTo>
                  <a:lnTo>
                    <a:pt x="13111" y="3666"/>
                  </a:lnTo>
                  <a:cubicBezTo>
                    <a:pt x="13333" y="3540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38">
              <a:extLst>
                <a:ext uri="{FF2B5EF4-FFF2-40B4-BE49-F238E27FC236}">
                  <a16:creationId xmlns:a16="http://schemas.microsoft.com/office/drawing/2014/main" id="{7A0B3382-93E6-6BA8-D37F-42E02D5B3ABD}"/>
                </a:ext>
              </a:extLst>
            </p:cNvPr>
            <p:cNvSpPr/>
            <p:nvPr/>
          </p:nvSpPr>
          <p:spPr>
            <a:xfrm>
              <a:off x="1068739" y="264012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1"/>
                  </a:moveTo>
                  <a:cubicBezTo>
                    <a:pt x="13243" y="1"/>
                    <a:pt x="13177" y="22"/>
                    <a:pt x="13111" y="70"/>
                  </a:cubicBezTo>
                  <a:lnTo>
                    <a:pt x="444" y="7385"/>
                  </a:lnTo>
                  <a:cubicBezTo>
                    <a:pt x="190" y="7512"/>
                    <a:pt x="0" y="7860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1"/>
                    <a:pt x="13303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38">
              <a:extLst>
                <a:ext uri="{FF2B5EF4-FFF2-40B4-BE49-F238E27FC236}">
                  <a16:creationId xmlns:a16="http://schemas.microsoft.com/office/drawing/2014/main" id="{2AA1D8BB-500D-0491-6FC9-E0126672A243}"/>
                </a:ext>
              </a:extLst>
            </p:cNvPr>
            <p:cNvSpPr/>
            <p:nvPr/>
          </p:nvSpPr>
          <p:spPr>
            <a:xfrm>
              <a:off x="1068739" y="277875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3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38">
              <a:extLst>
                <a:ext uri="{FF2B5EF4-FFF2-40B4-BE49-F238E27FC236}">
                  <a16:creationId xmlns:a16="http://schemas.microsoft.com/office/drawing/2014/main" id="{CF3419F7-46B4-13BF-BE4C-031B47609C49}"/>
                </a:ext>
              </a:extLst>
            </p:cNvPr>
            <p:cNvSpPr/>
            <p:nvPr/>
          </p:nvSpPr>
          <p:spPr>
            <a:xfrm>
              <a:off x="1068739" y="29170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4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38">
              <a:extLst>
                <a:ext uri="{FF2B5EF4-FFF2-40B4-BE49-F238E27FC236}">
                  <a16:creationId xmlns:a16="http://schemas.microsoft.com/office/drawing/2014/main" id="{5ED0FCDF-FF50-D1DA-8383-C9442E0AAC7A}"/>
                </a:ext>
              </a:extLst>
            </p:cNvPr>
            <p:cNvSpPr/>
            <p:nvPr/>
          </p:nvSpPr>
          <p:spPr>
            <a:xfrm>
              <a:off x="1068739" y="3055490"/>
              <a:ext cx="442876" cy="360606"/>
            </a:xfrm>
            <a:custGeom>
              <a:avLst/>
              <a:gdLst/>
              <a:ahLst/>
              <a:cxnLst/>
              <a:rect l="l" t="t" r="r" b="b"/>
              <a:pathLst>
                <a:path w="13555" h="11037" extrusionOk="0">
                  <a:moveTo>
                    <a:pt x="13300" y="1"/>
                  </a:moveTo>
                  <a:cubicBezTo>
                    <a:pt x="13241" y="1"/>
                    <a:pt x="13176" y="19"/>
                    <a:pt x="13111" y="56"/>
                  </a:cubicBezTo>
                  <a:lnTo>
                    <a:pt x="444" y="7371"/>
                  </a:lnTo>
                  <a:cubicBezTo>
                    <a:pt x="190" y="7498"/>
                    <a:pt x="0" y="7846"/>
                    <a:pt x="0" y="8100"/>
                  </a:cubicBezTo>
                  <a:lnTo>
                    <a:pt x="0" y="10728"/>
                  </a:lnTo>
                  <a:cubicBezTo>
                    <a:pt x="0" y="10930"/>
                    <a:pt x="95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1" y="3666"/>
                  </a:lnTo>
                  <a:cubicBezTo>
                    <a:pt x="13333" y="3539"/>
                    <a:pt x="13555" y="3191"/>
                    <a:pt x="13555" y="2938"/>
                  </a:cubicBezTo>
                  <a:lnTo>
                    <a:pt x="13555" y="309"/>
                  </a:lnTo>
                  <a:cubicBezTo>
                    <a:pt x="13555" y="107"/>
                    <a:pt x="13443" y="1"/>
                    <a:pt x="1330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38">
              <a:extLst>
                <a:ext uri="{FF2B5EF4-FFF2-40B4-BE49-F238E27FC236}">
                  <a16:creationId xmlns:a16="http://schemas.microsoft.com/office/drawing/2014/main" id="{7B8901DB-5A81-706B-F111-E69AFD7CBD28}"/>
                </a:ext>
              </a:extLst>
            </p:cNvPr>
            <p:cNvSpPr/>
            <p:nvPr/>
          </p:nvSpPr>
          <p:spPr>
            <a:xfrm>
              <a:off x="1068739" y="3193695"/>
              <a:ext cx="442876" cy="361064"/>
            </a:xfrm>
            <a:custGeom>
              <a:avLst/>
              <a:gdLst/>
              <a:ahLst/>
              <a:cxnLst/>
              <a:rect l="l" t="t" r="r" b="b"/>
              <a:pathLst>
                <a:path w="13555" h="11051" extrusionOk="0">
                  <a:moveTo>
                    <a:pt x="13303" y="0"/>
                  </a:moveTo>
                  <a:cubicBezTo>
                    <a:pt x="13243" y="0"/>
                    <a:pt x="13177" y="22"/>
                    <a:pt x="13111" y="69"/>
                  </a:cubicBezTo>
                  <a:lnTo>
                    <a:pt x="444" y="7385"/>
                  </a:lnTo>
                  <a:cubicBezTo>
                    <a:pt x="190" y="7512"/>
                    <a:pt x="0" y="7828"/>
                    <a:pt x="0" y="8113"/>
                  </a:cubicBezTo>
                  <a:lnTo>
                    <a:pt x="0" y="10742"/>
                  </a:lnTo>
                  <a:cubicBezTo>
                    <a:pt x="0" y="10944"/>
                    <a:pt x="95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1" y="3680"/>
                  </a:lnTo>
                  <a:cubicBezTo>
                    <a:pt x="13333" y="3553"/>
                    <a:pt x="13555" y="3205"/>
                    <a:pt x="13555" y="2951"/>
                  </a:cubicBezTo>
                  <a:lnTo>
                    <a:pt x="13555" y="323"/>
                  </a:lnTo>
                  <a:cubicBezTo>
                    <a:pt x="13555" y="123"/>
                    <a:pt x="13445" y="0"/>
                    <a:pt x="1330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38">
              <a:extLst>
                <a:ext uri="{FF2B5EF4-FFF2-40B4-BE49-F238E27FC236}">
                  <a16:creationId xmlns:a16="http://schemas.microsoft.com/office/drawing/2014/main" id="{2D74D3A3-CD52-60D1-3C7C-FEADB3CAF1F0}"/>
                </a:ext>
              </a:extLst>
            </p:cNvPr>
            <p:cNvSpPr/>
            <p:nvPr/>
          </p:nvSpPr>
          <p:spPr>
            <a:xfrm>
              <a:off x="1068739" y="3332324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307" y="0"/>
                  </a:moveTo>
                  <a:cubicBezTo>
                    <a:pt x="13246" y="0"/>
                    <a:pt x="13178" y="22"/>
                    <a:pt x="13111" y="70"/>
                  </a:cubicBezTo>
                  <a:lnTo>
                    <a:pt x="444" y="7354"/>
                  </a:lnTo>
                  <a:cubicBezTo>
                    <a:pt x="190" y="7512"/>
                    <a:pt x="0" y="7829"/>
                    <a:pt x="0" y="8114"/>
                  </a:cubicBezTo>
                  <a:lnTo>
                    <a:pt x="0" y="10742"/>
                  </a:lnTo>
                  <a:cubicBezTo>
                    <a:pt x="0" y="10928"/>
                    <a:pt x="102" y="11046"/>
                    <a:pt x="256" y="11046"/>
                  </a:cubicBezTo>
                  <a:cubicBezTo>
                    <a:pt x="312" y="11046"/>
                    <a:pt x="376" y="11030"/>
                    <a:pt x="444" y="10996"/>
                  </a:cubicBezTo>
                  <a:lnTo>
                    <a:pt x="13111" y="3680"/>
                  </a:lnTo>
                  <a:cubicBezTo>
                    <a:pt x="13333" y="3554"/>
                    <a:pt x="13555" y="3205"/>
                    <a:pt x="13555" y="2920"/>
                  </a:cubicBezTo>
                  <a:lnTo>
                    <a:pt x="13555" y="292"/>
                  </a:lnTo>
                  <a:cubicBezTo>
                    <a:pt x="13555" y="115"/>
                    <a:pt x="13447" y="0"/>
                    <a:pt x="1330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38">
              <a:extLst>
                <a:ext uri="{FF2B5EF4-FFF2-40B4-BE49-F238E27FC236}">
                  <a16:creationId xmlns:a16="http://schemas.microsoft.com/office/drawing/2014/main" id="{C0F6C19B-D189-8920-E1B4-1CBFBE9F8BFA}"/>
                </a:ext>
              </a:extLst>
            </p:cNvPr>
            <p:cNvSpPr/>
            <p:nvPr/>
          </p:nvSpPr>
          <p:spPr>
            <a:xfrm>
              <a:off x="1068739" y="3470595"/>
              <a:ext cx="442876" cy="360900"/>
            </a:xfrm>
            <a:custGeom>
              <a:avLst/>
              <a:gdLst/>
              <a:ahLst/>
              <a:cxnLst/>
              <a:rect l="l" t="t" r="r" b="b"/>
              <a:pathLst>
                <a:path w="13555" h="11046" extrusionOk="0">
                  <a:moveTo>
                    <a:pt x="13285" y="0"/>
                  </a:moveTo>
                  <a:cubicBezTo>
                    <a:pt x="13230" y="0"/>
                    <a:pt x="13171" y="16"/>
                    <a:pt x="13111" y="50"/>
                  </a:cubicBezTo>
                  <a:lnTo>
                    <a:pt x="444" y="7366"/>
                  </a:lnTo>
                  <a:cubicBezTo>
                    <a:pt x="190" y="7492"/>
                    <a:pt x="0" y="7841"/>
                    <a:pt x="0" y="8126"/>
                  </a:cubicBezTo>
                  <a:lnTo>
                    <a:pt x="0" y="10754"/>
                  </a:lnTo>
                  <a:cubicBezTo>
                    <a:pt x="0" y="10931"/>
                    <a:pt x="92" y="11046"/>
                    <a:pt x="234" y="11046"/>
                  </a:cubicBezTo>
                  <a:cubicBezTo>
                    <a:pt x="296" y="11046"/>
                    <a:pt x="367" y="11024"/>
                    <a:pt x="444" y="10976"/>
                  </a:cubicBezTo>
                  <a:lnTo>
                    <a:pt x="13111" y="3692"/>
                  </a:lnTo>
                  <a:cubicBezTo>
                    <a:pt x="13333" y="3534"/>
                    <a:pt x="13555" y="3217"/>
                    <a:pt x="13555" y="2932"/>
                  </a:cubicBezTo>
                  <a:lnTo>
                    <a:pt x="13555" y="303"/>
                  </a:lnTo>
                  <a:cubicBezTo>
                    <a:pt x="13555" y="118"/>
                    <a:pt x="13436" y="0"/>
                    <a:pt x="13285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38">
              <a:extLst>
                <a:ext uri="{FF2B5EF4-FFF2-40B4-BE49-F238E27FC236}">
                  <a16:creationId xmlns:a16="http://schemas.microsoft.com/office/drawing/2014/main" id="{990DCCD6-B6B7-7765-40BA-253B63C763AE}"/>
                </a:ext>
              </a:extLst>
            </p:cNvPr>
            <p:cNvSpPr/>
            <p:nvPr/>
          </p:nvSpPr>
          <p:spPr>
            <a:xfrm>
              <a:off x="457208" y="1487668"/>
              <a:ext cx="1091654" cy="633258"/>
            </a:xfrm>
            <a:custGeom>
              <a:avLst/>
              <a:gdLst/>
              <a:ahLst/>
              <a:cxnLst/>
              <a:rect l="l" t="t" r="r" b="b"/>
              <a:pathLst>
                <a:path w="33412" h="19382" extrusionOk="0">
                  <a:moveTo>
                    <a:pt x="16184" y="0"/>
                  </a:moveTo>
                  <a:lnTo>
                    <a:pt x="1" y="9342"/>
                  </a:lnTo>
                  <a:lnTo>
                    <a:pt x="17387" y="19381"/>
                  </a:lnTo>
                  <a:lnTo>
                    <a:pt x="33412" y="10134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38">
              <a:extLst>
                <a:ext uri="{FF2B5EF4-FFF2-40B4-BE49-F238E27FC236}">
                  <a16:creationId xmlns:a16="http://schemas.microsoft.com/office/drawing/2014/main" id="{5416A2F9-2324-9EF3-5403-EF8251CEA33E}"/>
                </a:ext>
              </a:extLst>
            </p:cNvPr>
            <p:cNvSpPr/>
            <p:nvPr/>
          </p:nvSpPr>
          <p:spPr>
            <a:xfrm>
              <a:off x="631058" y="1608719"/>
              <a:ext cx="533934" cy="429415"/>
            </a:xfrm>
            <a:custGeom>
              <a:avLst/>
              <a:gdLst/>
              <a:ahLst/>
              <a:cxnLst/>
              <a:rect l="l" t="t" r="r" b="b"/>
              <a:pathLst>
                <a:path w="16342" h="13143" extrusionOk="0">
                  <a:moveTo>
                    <a:pt x="10229" y="0"/>
                  </a:moveTo>
                  <a:lnTo>
                    <a:pt x="0" y="5891"/>
                  </a:lnTo>
                  <a:lnTo>
                    <a:pt x="12509" y="13143"/>
                  </a:lnTo>
                  <a:lnTo>
                    <a:pt x="12509" y="11845"/>
                  </a:lnTo>
                  <a:lnTo>
                    <a:pt x="16341" y="3547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38">
              <a:extLst>
                <a:ext uri="{FF2B5EF4-FFF2-40B4-BE49-F238E27FC236}">
                  <a16:creationId xmlns:a16="http://schemas.microsoft.com/office/drawing/2014/main" id="{228E3C14-FE01-27B1-50AD-AD19B4D7B8BE}"/>
                </a:ext>
              </a:extLst>
            </p:cNvPr>
            <p:cNvSpPr/>
            <p:nvPr/>
          </p:nvSpPr>
          <p:spPr>
            <a:xfrm>
              <a:off x="631058" y="1758752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0" y="0"/>
                  </a:moveTo>
                  <a:lnTo>
                    <a:pt x="0" y="1299"/>
                  </a:lnTo>
                  <a:lnTo>
                    <a:pt x="2090" y="1964"/>
                  </a:lnTo>
                  <a:lnTo>
                    <a:pt x="2280" y="855"/>
                  </a:lnTo>
                  <a:lnTo>
                    <a:pt x="171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38">
              <a:extLst>
                <a:ext uri="{FF2B5EF4-FFF2-40B4-BE49-F238E27FC236}">
                  <a16:creationId xmlns:a16="http://schemas.microsoft.com/office/drawing/2014/main" id="{EE219365-79CA-1EF4-BD81-BE3A90E21A3C}"/>
                </a:ext>
              </a:extLst>
            </p:cNvPr>
            <p:cNvSpPr/>
            <p:nvPr/>
          </p:nvSpPr>
          <p:spPr>
            <a:xfrm>
              <a:off x="1039759" y="1724609"/>
              <a:ext cx="335285" cy="313525"/>
            </a:xfrm>
            <a:custGeom>
              <a:avLst/>
              <a:gdLst/>
              <a:ahLst/>
              <a:cxnLst/>
              <a:rect l="l" t="t" r="r" b="b"/>
              <a:pathLst>
                <a:path w="10262" h="9596" extrusionOk="0">
                  <a:moveTo>
                    <a:pt x="3832" y="0"/>
                  </a:moveTo>
                  <a:lnTo>
                    <a:pt x="0" y="8298"/>
                  </a:lnTo>
                  <a:lnTo>
                    <a:pt x="0" y="9596"/>
                  </a:lnTo>
                  <a:lnTo>
                    <a:pt x="10261" y="3706"/>
                  </a:lnTo>
                  <a:lnTo>
                    <a:pt x="8678" y="2819"/>
                  </a:lnTo>
                  <a:lnTo>
                    <a:pt x="383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38">
              <a:extLst>
                <a:ext uri="{FF2B5EF4-FFF2-40B4-BE49-F238E27FC236}">
                  <a16:creationId xmlns:a16="http://schemas.microsoft.com/office/drawing/2014/main" id="{7B765792-6028-3C6C-D097-77C1B66DAA89}"/>
                </a:ext>
              </a:extLst>
            </p:cNvPr>
            <p:cNvSpPr/>
            <p:nvPr/>
          </p:nvSpPr>
          <p:spPr>
            <a:xfrm>
              <a:off x="1213576" y="1800148"/>
              <a:ext cx="161467" cy="111773"/>
            </a:xfrm>
            <a:custGeom>
              <a:avLst/>
              <a:gdLst/>
              <a:ahLst/>
              <a:cxnLst/>
              <a:rect l="l" t="t" r="r" b="b"/>
              <a:pathLst>
                <a:path w="4942" h="3421" extrusionOk="0">
                  <a:moveTo>
                    <a:pt x="1204" y="0"/>
                  </a:moveTo>
                  <a:lnTo>
                    <a:pt x="1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38">
              <a:extLst>
                <a:ext uri="{FF2B5EF4-FFF2-40B4-BE49-F238E27FC236}">
                  <a16:creationId xmlns:a16="http://schemas.microsoft.com/office/drawing/2014/main" id="{206FBCFC-59FB-754D-87F5-692C4760E871}"/>
                </a:ext>
              </a:extLst>
            </p:cNvPr>
            <p:cNvSpPr/>
            <p:nvPr/>
          </p:nvSpPr>
          <p:spPr>
            <a:xfrm>
              <a:off x="631058" y="1565265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29" y="0"/>
                  </a:moveTo>
                  <a:lnTo>
                    <a:pt x="0" y="5922"/>
                  </a:lnTo>
                  <a:lnTo>
                    <a:pt x="12509" y="13175"/>
                  </a:lnTo>
                  <a:lnTo>
                    <a:pt x="22770" y="7284"/>
                  </a:lnTo>
                  <a:lnTo>
                    <a:pt x="1022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38">
              <a:extLst>
                <a:ext uri="{FF2B5EF4-FFF2-40B4-BE49-F238E27FC236}">
                  <a16:creationId xmlns:a16="http://schemas.microsoft.com/office/drawing/2014/main" id="{5DE649BA-5C46-6222-AAA2-171468718456}"/>
                </a:ext>
              </a:extLst>
            </p:cNvPr>
            <p:cNvSpPr/>
            <p:nvPr/>
          </p:nvSpPr>
          <p:spPr>
            <a:xfrm>
              <a:off x="821441" y="1673901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71" y="1"/>
                  </a:moveTo>
                  <a:cubicBezTo>
                    <a:pt x="2075" y="1"/>
                    <a:pt x="1378" y="159"/>
                    <a:pt x="855" y="476"/>
                  </a:cubicBezTo>
                  <a:cubicBezTo>
                    <a:pt x="254" y="824"/>
                    <a:pt x="0" y="1299"/>
                    <a:pt x="64" y="1742"/>
                  </a:cubicBezTo>
                  <a:cubicBezTo>
                    <a:pt x="127" y="1394"/>
                    <a:pt x="380" y="1046"/>
                    <a:pt x="855" y="792"/>
                  </a:cubicBezTo>
                  <a:cubicBezTo>
                    <a:pt x="1394" y="491"/>
                    <a:pt x="2090" y="341"/>
                    <a:pt x="2783" y="341"/>
                  </a:cubicBezTo>
                  <a:cubicBezTo>
                    <a:pt x="3476" y="341"/>
                    <a:pt x="4165" y="491"/>
                    <a:pt x="4687" y="792"/>
                  </a:cubicBezTo>
                  <a:cubicBezTo>
                    <a:pt x="5162" y="1046"/>
                    <a:pt x="5416" y="1394"/>
                    <a:pt x="5479" y="1742"/>
                  </a:cubicBezTo>
                  <a:cubicBezTo>
                    <a:pt x="5574" y="1299"/>
                    <a:pt x="5321" y="824"/>
                    <a:pt x="4687" y="476"/>
                  </a:cubicBezTo>
                  <a:cubicBezTo>
                    <a:pt x="4165" y="159"/>
                    <a:pt x="3468" y="1"/>
                    <a:pt x="2771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38">
              <a:extLst>
                <a:ext uri="{FF2B5EF4-FFF2-40B4-BE49-F238E27FC236}">
                  <a16:creationId xmlns:a16="http://schemas.microsoft.com/office/drawing/2014/main" id="{C7D182D9-1952-B488-DA97-7D108EE06F80}"/>
                </a:ext>
              </a:extLst>
            </p:cNvPr>
            <p:cNvSpPr/>
            <p:nvPr/>
          </p:nvSpPr>
          <p:spPr>
            <a:xfrm>
              <a:off x="823499" y="1685010"/>
              <a:ext cx="176987" cy="91614"/>
            </a:xfrm>
            <a:custGeom>
              <a:avLst/>
              <a:gdLst/>
              <a:ahLst/>
              <a:cxnLst/>
              <a:rect l="l" t="t" r="r" b="b"/>
              <a:pathLst>
                <a:path w="5417" h="2804" extrusionOk="0">
                  <a:moveTo>
                    <a:pt x="2708" y="1"/>
                  </a:moveTo>
                  <a:cubicBezTo>
                    <a:pt x="2012" y="1"/>
                    <a:pt x="1315" y="151"/>
                    <a:pt x="792" y="452"/>
                  </a:cubicBezTo>
                  <a:cubicBezTo>
                    <a:pt x="317" y="706"/>
                    <a:pt x="64" y="1054"/>
                    <a:pt x="1" y="1402"/>
                  </a:cubicBezTo>
                  <a:cubicBezTo>
                    <a:pt x="64" y="1751"/>
                    <a:pt x="317" y="2067"/>
                    <a:pt x="792" y="2352"/>
                  </a:cubicBezTo>
                  <a:cubicBezTo>
                    <a:pt x="1331" y="2653"/>
                    <a:pt x="2027" y="2804"/>
                    <a:pt x="2720" y="2804"/>
                  </a:cubicBezTo>
                  <a:cubicBezTo>
                    <a:pt x="3413" y="2804"/>
                    <a:pt x="4102" y="2653"/>
                    <a:pt x="4624" y="2352"/>
                  </a:cubicBezTo>
                  <a:cubicBezTo>
                    <a:pt x="5099" y="2067"/>
                    <a:pt x="5353" y="1751"/>
                    <a:pt x="5416" y="1402"/>
                  </a:cubicBezTo>
                  <a:cubicBezTo>
                    <a:pt x="5353" y="1054"/>
                    <a:pt x="5099" y="706"/>
                    <a:pt x="4624" y="452"/>
                  </a:cubicBezTo>
                  <a:cubicBezTo>
                    <a:pt x="4102" y="151"/>
                    <a:pt x="3405" y="1"/>
                    <a:pt x="2708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38">
              <a:extLst>
                <a:ext uri="{FF2B5EF4-FFF2-40B4-BE49-F238E27FC236}">
                  <a16:creationId xmlns:a16="http://schemas.microsoft.com/office/drawing/2014/main" id="{FAFA4379-3982-EE61-E6BF-71828EFF7345}"/>
                </a:ext>
              </a:extLst>
            </p:cNvPr>
            <p:cNvSpPr/>
            <p:nvPr/>
          </p:nvSpPr>
          <p:spPr>
            <a:xfrm>
              <a:off x="758318" y="1733920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1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38">
              <a:extLst>
                <a:ext uri="{FF2B5EF4-FFF2-40B4-BE49-F238E27FC236}">
                  <a16:creationId xmlns:a16="http://schemas.microsoft.com/office/drawing/2014/main" id="{43ABF304-F852-AF40-81D9-0AC836F3F27D}"/>
                </a:ext>
              </a:extLst>
            </p:cNvPr>
            <p:cNvSpPr/>
            <p:nvPr/>
          </p:nvSpPr>
          <p:spPr>
            <a:xfrm>
              <a:off x="735545" y="1747349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3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38">
              <a:extLst>
                <a:ext uri="{FF2B5EF4-FFF2-40B4-BE49-F238E27FC236}">
                  <a16:creationId xmlns:a16="http://schemas.microsoft.com/office/drawing/2014/main" id="{3B9FA5DD-676D-4245-55A3-0BF30C0FDC79}"/>
                </a:ext>
              </a:extLst>
            </p:cNvPr>
            <p:cNvSpPr/>
            <p:nvPr/>
          </p:nvSpPr>
          <p:spPr>
            <a:xfrm>
              <a:off x="712805" y="1759797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0" y="0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38">
              <a:extLst>
                <a:ext uri="{FF2B5EF4-FFF2-40B4-BE49-F238E27FC236}">
                  <a16:creationId xmlns:a16="http://schemas.microsoft.com/office/drawing/2014/main" id="{F4061E3F-4A6F-E7D4-6EAD-B397C2BD4114}"/>
                </a:ext>
              </a:extLst>
            </p:cNvPr>
            <p:cNvSpPr/>
            <p:nvPr/>
          </p:nvSpPr>
          <p:spPr>
            <a:xfrm>
              <a:off x="967324" y="1608719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38">
              <a:extLst>
                <a:ext uri="{FF2B5EF4-FFF2-40B4-BE49-F238E27FC236}">
                  <a16:creationId xmlns:a16="http://schemas.microsoft.com/office/drawing/2014/main" id="{41A82E1E-70B7-55EE-0145-908388134055}"/>
                </a:ext>
              </a:extLst>
            </p:cNvPr>
            <p:cNvSpPr/>
            <p:nvPr/>
          </p:nvSpPr>
          <p:spPr>
            <a:xfrm>
              <a:off x="944551" y="1621135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60" y="2534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38">
              <a:extLst>
                <a:ext uri="{FF2B5EF4-FFF2-40B4-BE49-F238E27FC236}">
                  <a16:creationId xmlns:a16="http://schemas.microsoft.com/office/drawing/2014/main" id="{30B3A2D0-58EB-5B2F-5729-093BC3C9FC27}"/>
                </a:ext>
              </a:extLst>
            </p:cNvPr>
            <p:cNvSpPr/>
            <p:nvPr/>
          </p:nvSpPr>
          <p:spPr>
            <a:xfrm>
              <a:off x="921811" y="1634596"/>
              <a:ext cx="141766" cy="82792"/>
            </a:xfrm>
            <a:custGeom>
              <a:avLst/>
              <a:gdLst/>
              <a:ahLst/>
              <a:cxnLst/>
              <a:rect l="l" t="t" r="r" b="b"/>
              <a:pathLst>
                <a:path w="4339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38">
              <a:extLst>
                <a:ext uri="{FF2B5EF4-FFF2-40B4-BE49-F238E27FC236}">
                  <a16:creationId xmlns:a16="http://schemas.microsoft.com/office/drawing/2014/main" id="{95356C1C-28E9-15DB-3887-70231A108A59}"/>
                </a:ext>
              </a:extLst>
            </p:cNvPr>
            <p:cNvSpPr/>
            <p:nvPr/>
          </p:nvSpPr>
          <p:spPr>
            <a:xfrm>
              <a:off x="1008720" y="1782537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803" y="1"/>
                  </a:moveTo>
                  <a:cubicBezTo>
                    <a:pt x="2106" y="1"/>
                    <a:pt x="1410" y="159"/>
                    <a:pt x="887" y="476"/>
                  </a:cubicBezTo>
                  <a:cubicBezTo>
                    <a:pt x="285" y="824"/>
                    <a:pt x="0" y="1267"/>
                    <a:pt x="95" y="1743"/>
                  </a:cubicBezTo>
                  <a:cubicBezTo>
                    <a:pt x="159" y="1394"/>
                    <a:pt x="412" y="1046"/>
                    <a:pt x="887" y="792"/>
                  </a:cubicBezTo>
                  <a:cubicBezTo>
                    <a:pt x="1410" y="492"/>
                    <a:pt x="2106" y="341"/>
                    <a:pt x="2803" y="341"/>
                  </a:cubicBezTo>
                  <a:cubicBezTo>
                    <a:pt x="3500" y="341"/>
                    <a:pt x="4197" y="492"/>
                    <a:pt x="4719" y="792"/>
                  </a:cubicBezTo>
                  <a:cubicBezTo>
                    <a:pt x="5194" y="1046"/>
                    <a:pt x="5447" y="1394"/>
                    <a:pt x="5511" y="1743"/>
                  </a:cubicBezTo>
                  <a:cubicBezTo>
                    <a:pt x="5574" y="1267"/>
                    <a:pt x="5321" y="824"/>
                    <a:pt x="4719" y="476"/>
                  </a:cubicBezTo>
                  <a:cubicBezTo>
                    <a:pt x="4197" y="159"/>
                    <a:pt x="3500" y="1"/>
                    <a:pt x="2803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38">
              <a:extLst>
                <a:ext uri="{FF2B5EF4-FFF2-40B4-BE49-F238E27FC236}">
                  <a16:creationId xmlns:a16="http://schemas.microsoft.com/office/drawing/2014/main" id="{64CE6109-65E7-F2FE-79F6-6BB3B212A1F1}"/>
                </a:ext>
              </a:extLst>
            </p:cNvPr>
            <p:cNvSpPr/>
            <p:nvPr/>
          </p:nvSpPr>
          <p:spPr>
            <a:xfrm>
              <a:off x="1011824" y="1793678"/>
              <a:ext cx="176954" cy="91581"/>
            </a:xfrm>
            <a:custGeom>
              <a:avLst/>
              <a:gdLst/>
              <a:ahLst/>
              <a:cxnLst/>
              <a:rect l="l" t="t" r="r" b="b"/>
              <a:pathLst>
                <a:path w="5416" h="2803" extrusionOk="0">
                  <a:moveTo>
                    <a:pt x="2708" y="0"/>
                  </a:moveTo>
                  <a:cubicBezTo>
                    <a:pt x="2011" y="0"/>
                    <a:pt x="1315" y="151"/>
                    <a:pt x="792" y="451"/>
                  </a:cubicBezTo>
                  <a:cubicBezTo>
                    <a:pt x="317" y="705"/>
                    <a:pt x="64" y="1053"/>
                    <a:pt x="0" y="1402"/>
                  </a:cubicBezTo>
                  <a:cubicBezTo>
                    <a:pt x="64" y="1750"/>
                    <a:pt x="317" y="2067"/>
                    <a:pt x="792" y="2352"/>
                  </a:cubicBezTo>
                  <a:cubicBezTo>
                    <a:pt x="1315" y="2652"/>
                    <a:pt x="2011" y="2803"/>
                    <a:pt x="2708" y="2803"/>
                  </a:cubicBezTo>
                  <a:cubicBezTo>
                    <a:pt x="3405" y="2803"/>
                    <a:pt x="4102" y="2652"/>
                    <a:pt x="4624" y="2352"/>
                  </a:cubicBezTo>
                  <a:cubicBezTo>
                    <a:pt x="5099" y="2067"/>
                    <a:pt x="5352" y="1750"/>
                    <a:pt x="5416" y="1402"/>
                  </a:cubicBezTo>
                  <a:cubicBezTo>
                    <a:pt x="5352" y="1053"/>
                    <a:pt x="5099" y="705"/>
                    <a:pt x="4624" y="451"/>
                  </a:cubicBezTo>
                  <a:cubicBezTo>
                    <a:pt x="4102" y="151"/>
                    <a:pt x="3405" y="0"/>
                    <a:pt x="270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38">
              <a:extLst>
                <a:ext uri="{FF2B5EF4-FFF2-40B4-BE49-F238E27FC236}">
                  <a16:creationId xmlns:a16="http://schemas.microsoft.com/office/drawing/2014/main" id="{4A8BC61F-EF38-98F0-08BB-E5AAB960B292}"/>
                </a:ext>
              </a:extLst>
            </p:cNvPr>
            <p:cNvSpPr/>
            <p:nvPr/>
          </p:nvSpPr>
          <p:spPr>
            <a:xfrm>
              <a:off x="946642" y="1842557"/>
              <a:ext cx="141766" cy="81779"/>
            </a:xfrm>
            <a:custGeom>
              <a:avLst/>
              <a:gdLst/>
              <a:ahLst/>
              <a:cxnLst/>
              <a:rect l="l" t="t" r="r" b="b"/>
              <a:pathLst>
                <a:path w="4339" h="2503" extrusionOk="0">
                  <a:moveTo>
                    <a:pt x="349" y="1"/>
                  </a:moveTo>
                  <a:lnTo>
                    <a:pt x="0" y="191"/>
                  </a:lnTo>
                  <a:lnTo>
                    <a:pt x="3991" y="2502"/>
                  </a:lnTo>
                  <a:lnTo>
                    <a:pt x="4339" y="2281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38">
              <a:extLst>
                <a:ext uri="{FF2B5EF4-FFF2-40B4-BE49-F238E27FC236}">
                  <a16:creationId xmlns:a16="http://schemas.microsoft.com/office/drawing/2014/main" id="{4E4A8883-BA61-1FFD-1E7C-0CF58D83488A}"/>
                </a:ext>
              </a:extLst>
            </p:cNvPr>
            <p:cNvSpPr/>
            <p:nvPr/>
          </p:nvSpPr>
          <p:spPr>
            <a:xfrm>
              <a:off x="923869" y="1856018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190"/>
                  </a:lnTo>
                  <a:lnTo>
                    <a:pt x="3991" y="2502"/>
                  </a:lnTo>
                  <a:lnTo>
                    <a:pt x="4339" y="228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38">
              <a:extLst>
                <a:ext uri="{FF2B5EF4-FFF2-40B4-BE49-F238E27FC236}">
                  <a16:creationId xmlns:a16="http://schemas.microsoft.com/office/drawing/2014/main" id="{4CF41BA1-4523-60A4-8B37-54C9B52443C0}"/>
                </a:ext>
              </a:extLst>
            </p:cNvPr>
            <p:cNvSpPr/>
            <p:nvPr/>
          </p:nvSpPr>
          <p:spPr>
            <a:xfrm>
              <a:off x="901097" y="1868433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38">
              <a:extLst>
                <a:ext uri="{FF2B5EF4-FFF2-40B4-BE49-F238E27FC236}">
                  <a16:creationId xmlns:a16="http://schemas.microsoft.com/office/drawing/2014/main" id="{94019758-5D5C-4A6E-2C46-67DAEA4E6992}"/>
                </a:ext>
              </a:extLst>
            </p:cNvPr>
            <p:cNvSpPr/>
            <p:nvPr/>
          </p:nvSpPr>
          <p:spPr>
            <a:xfrm>
              <a:off x="1154603" y="1717355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38">
              <a:extLst>
                <a:ext uri="{FF2B5EF4-FFF2-40B4-BE49-F238E27FC236}">
                  <a16:creationId xmlns:a16="http://schemas.microsoft.com/office/drawing/2014/main" id="{273774C1-BD5B-94D3-8F48-C3C09EB45CC3}"/>
                </a:ext>
              </a:extLst>
            </p:cNvPr>
            <p:cNvSpPr/>
            <p:nvPr/>
          </p:nvSpPr>
          <p:spPr>
            <a:xfrm>
              <a:off x="1131862" y="1729771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0" y="2534"/>
                  </a:lnTo>
                  <a:lnTo>
                    <a:pt x="4370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38">
              <a:extLst>
                <a:ext uri="{FF2B5EF4-FFF2-40B4-BE49-F238E27FC236}">
                  <a16:creationId xmlns:a16="http://schemas.microsoft.com/office/drawing/2014/main" id="{A01CEBB4-4D6F-656D-ED51-8F2ED1F04A5E}"/>
                </a:ext>
              </a:extLst>
            </p:cNvPr>
            <p:cNvSpPr/>
            <p:nvPr/>
          </p:nvSpPr>
          <p:spPr>
            <a:xfrm>
              <a:off x="1109090" y="1743232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38">
              <a:extLst>
                <a:ext uri="{FF2B5EF4-FFF2-40B4-BE49-F238E27FC236}">
                  <a16:creationId xmlns:a16="http://schemas.microsoft.com/office/drawing/2014/main" id="{83EC226E-5AF1-4EC1-2FB0-AF9973EC310D}"/>
                </a:ext>
              </a:extLst>
            </p:cNvPr>
            <p:cNvSpPr/>
            <p:nvPr/>
          </p:nvSpPr>
          <p:spPr>
            <a:xfrm>
              <a:off x="1615056" y="2159186"/>
              <a:ext cx="522564" cy="2196703"/>
            </a:xfrm>
            <a:custGeom>
              <a:avLst/>
              <a:gdLst/>
              <a:ahLst/>
              <a:cxnLst/>
              <a:rect l="l" t="t" r="r" b="b"/>
              <a:pathLst>
                <a:path w="15994" h="67234" extrusionOk="0">
                  <a:moveTo>
                    <a:pt x="15993" y="0"/>
                  </a:moveTo>
                  <a:lnTo>
                    <a:pt x="0" y="9248"/>
                  </a:lnTo>
                  <a:lnTo>
                    <a:pt x="0" y="67233"/>
                  </a:lnTo>
                  <a:lnTo>
                    <a:pt x="15993" y="57954"/>
                  </a:lnTo>
                  <a:lnTo>
                    <a:pt x="15993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38">
              <a:extLst>
                <a:ext uri="{FF2B5EF4-FFF2-40B4-BE49-F238E27FC236}">
                  <a16:creationId xmlns:a16="http://schemas.microsoft.com/office/drawing/2014/main" id="{6A321E36-1B38-FCAF-D58D-D9C651173D37}"/>
                </a:ext>
              </a:extLst>
            </p:cNvPr>
            <p:cNvSpPr/>
            <p:nvPr/>
          </p:nvSpPr>
          <p:spPr>
            <a:xfrm>
              <a:off x="1047012" y="2133309"/>
              <a:ext cx="568077" cy="2222579"/>
            </a:xfrm>
            <a:custGeom>
              <a:avLst/>
              <a:gdLst/>
              <a:ahLst/>
              <a:cxnLst/>
              <a:rect l="l" t="t" r="r" b="b"/>
              <a:pathLst>
                <a:path w="17387" h="68026" extrusionOk="0">
                  <a:moveTo>
                    <a:pt x="0" y="0"/>
                  </a:moveTo>
                  <a:lnTo>
                    <a:pt x="0" y="57986"/>
                  </a:lnTo>
                  <a:lnTo>
                    <a:pt x="17386" y="68025"/>
                  </a:lnTo>
                  <a:lnTo>
                    <a:pt x="17386" y="10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38">
              <a:extLst>
                <a:ext uri="{FF2B5EF4-FFF2-40B4-BE49-F238E27FC236}">
                  <a16:creationId xmlns:a16="http://schemas.microsoft.com/office/drawing/2014/main" id="{D6601D7B-6778-AC48-3ADD-83EBD84E64BB}"/>
                </a:ext>
              </a:extLst>
            </p:cNvPr>
            <p:cNvSpPr/>
            <p:nvPr/>
          </p:nvSpPr>
          <p:spPr>
            <a:xfrm>
              <a:off x="1071843" y="2238253"/>
              <a:ext cx="518415" cy="2103129"/>
            </a:xfrm>
            <a:custGeom>
              <a:avLst/>
              <a:gdLst/>
              <a:ahLst/>
              <a:cxnLst/>
              <a:rect l="l" t="t" r="r" b="b"/>
              <a:pathLst>
                <a:path w="15867" h="64370" extrusionOk="0">
                  <a:moveTo>
                    <a:pt x="289" y="1"/>
                  </a:moveTo>
                  <a:cubicBezTo>
                    <a:pt x="111" y="1"/>
                    <a:pt x="0" y="152"/>
                    <a:pt x="0" y="399"/>
                  </a:cubicBezTo>
                  <a:lnTo>
                    <a:pt x="0" y="55186"/>
                  </a:lnTo>
                  <a:lnTo>
                    <a:pt x="15866" y="64370"/>
                  </a:lnTo>
                  <a:lnTo>
                    <a:pt x="15866" y="9551"/>
                  </a:lnTo>
                  <a:cubicBezTo>
                    <a:pt x="15866" y="9203"/>
                    <a:pt x="15613" y="8791"/>
                    <a:pt x="15328" y="8601"/>
                  </a:cubicBezTo>
                  <a:lnTo>
                    <a:pt x="539" y="82"/>
                  </a:lnTo>
                  <a:cubicBezTo>
                    <a:pt x="446" y="27"/>
                    <a:pt x="362" y="1"/>
                    <a:pt x="28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38">
              <a:extLst>
                <a:ext uri="{FF2B5EF4-FFF2-40B4-BE49-F238E27FC236}">
                  <a16:creationId xmlns:a16="http://schemas.microsoft.com/office/drawing/2014/main" id="{7D81C7CF-1DD4-8BE8-7F83-6C9A8B80D622}"/>
                </a:ext>
              </a:extLst>
            </p:cNvPr>
            <p:cNvSpPr/>
            <p:nvPr/>
          </p:nvSpPr>
          <p:spPr>
            <a:xfrm>
              <a:off x="1087363" y="226497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38">
              <a:extLst>
                <a:ext uri="{FF2B5EF4-FFF2-40B4-BE49-F238E27FC236}">
                  <a16:creationId xmlns:a16="http://schemas.microsoft.com/office/drawing/2014/main" id="{9CBC57D7-1AC6-93BC-F5A4-E80B64625F1B}"/>
                </a:ext>
              </a:extLst>
            </p:cNvPr>
            <p:cNvSpPr/>
            <p:nvPr/>
          </p:nvSpPr>
          <p:spPr>
            <a:xfrm>
              <a:off x="1111148" y="230196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38">
              <a:extLst>
                <a:ext uri="{FF2B5EF4-FFF2-40B4-BE49-F238E27FC236}">
                  <a16:creationId xmlns:a16="http://schemas.microsoft.com/office/drawing/2014/main" id="{349CD48C-9E5F-07F5-5F07-E59395C4C698}"/>
                </a:ext>
              </a:extLst>
            </p:cNvPr>
            <p:cNvSpPr/>
            <p:nvPr/>
          </p:nvSpPr>
          <p:spPr>
            <a:xfrm>
              <a:off x="1111148" y="23278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38">
              <a:extLst>
                <a:ext uri="{FF2B5EF4-FFF2-40B4-BE49-F238E27FC236}">
                  <a16:creationId xmlns:a16="http://schemas.microsoft.com/office/drawing/2014/main" id="{0EF9CAA7-A609-5438-1DAE-851E7E3BB6F9}"/>
                </a:ext>
              </a:extLst>
            </p:cNvPr>
            <p:cNvSpPr/>
            <p:nvPr/>
          </p:nvSpPr>
          <p:spPr>
            <a:xfrm>
              <a:off x="1111148" y="235473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38">
              <a:extLst>
                <a:ext uri="{FF2B5EF4-FFF2-40B4-BE49-F238E27FC236}">
                  <a16:creationId xmlns:a16="http://schemas.microsoft.com/office/drawing/2014/main" id="{7FD7B49B-450C-170F-9589-B51D910BBADB}"/>
                </a:ext>
              </a:extLst>
            </p:cNvPr>
            <p:cNvSpPr/>
            <p:nvPr/>
          </p:nvSpPr>
          <p:spPr>
            <a:xfrm>
              <a:off x="1418466" y="2503194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4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38">
              <a:extLst>
                <a:ext uri="{FF2B5EF4-FFF2-40B4-BE49-F238E27FC236}">
                  <a16:creationId xmlns:a16="http://schemas.microsoft.com/office/drawing/2014/main" id="{3DA4668D-6FB0-B2C9-33ED-C20EC72E1349}"/>
                </a:ext>
              </a:extLst>
            </p:cNvPr>
            <p:cNvSpPr/>
            <p:nvPr/>
          </p:nvSpPr>
          <p:spPr>
            <a:xfrm>
              <a:off x="1468128" y="2530835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2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38">
              <a:extLst>
                <a:ext uri="{FF2B5EF4-FFF2-40B4-BE49-F238E27FC236}">
                  <a16:creationId xmlns:a16="http://schemas.microsoft.com/office/drawing/2014/main" id="{99B92592-16F1-2927-1E3A-1ACBABD5E7A9}"/>
                </a:ext>
              </a:extLst>
            </p:cNvPr>
            <p:cNvSpPr/>
            <p:nvPr/>
          </p:nvSpPr>
          <p:spPr>
            <a:xfrm>
              <a:off x="1514686" y="2558574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38">
              <a:extLst>
                <a:ext uri="{FF2B5EF4-FFF2-40B4-BE49-F238E27FC236}">
                  <a16:creationId xmlns:a16="http://schemas.microsoft.com/office/drawing/2014/main" id="{B9A1C5D1-19FF-8DEF-B431-6DA4FB879F70}"/>
                </a:ext>
              </a:extLst>
            </p:cNvPr>
            <p:cNvSpPr/>
            <p:nvPr/>
          </p:nvSpPr>
          <p:spPr>
            <a:xfrm>
              <a:off x="1087363" y="240318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38">
              <a:extLst>
                <a:ext uri="{FF2B5EF4-FFF2-40B4-BE49-F238E27FC236}">
                  <a16:creationId xmlns:a16="http://schemas.microsoft.com/office/drawing/2014/main" id="{BCF2AF41-279C-FCE3-1D12-600543F34896}"/>
                </a:ext>
              </a:extLst>
            </p:cNvPr>
            <p:cNvSpPr/>
            <p:nvPr/>
          </p:nvSpPr>
          <p:spPr>
            <a:xfrm>
              <a:off x="1111148" y="243958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38">
              <a:extLst>
                <a:ext uri="{FF2B5EF4-FFF2-40B4-BE49-F238E27FC236}">
                  <a16:creationId xmlns:a16="http://schemas.microsoft.com/office/drawing/2014/main" id="{7A064711-C35F-775C-7B27-05A791961FF1}"/>
                </a:ext>
              </a:extLst>
            </p:cNvPr>
            <p:cNvSpPr/>
            <p:nvPr/>
          </p:nvSpPr>
          <p:spPr>
            <a:xfrm>
              <a:off x="1111148" y="246647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38">
              <a:extLst>
                <a:ext uri="{FF2B5EF4-FFF2-40B4-BE49-F238E27FC236}">
                  <a16:creationId xmlns:a16="http://schemas.microsoft.com/office/drawing/2014/main" id="{0E42CE62-C2E3-B65B-43EB-F4EB86C34357}"/>
                </a:ext>
              </a:extLst>
            </p:cNvPr>
            <p:cNvSpPr/>
            <p:nvPr/>
          </p:nvSpPr>
          <p:spPr>
            <a:xfrm>
              <a:off x="1111148" y="249234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38">
              <a:extLst>
                <a:ext uri="{FF2B5EF4-FFF2-40B4-BE49-F238E27FC236}">
                  <a16:creationId xmlns:a16="http://schemas.microsoft.com/office/drawing/2014/main" id="{A94B6BD5-A4D7-EAD3-3B0E-2E990B1540CE}"/>
                </a:ext>
              </a:extLst>
            </p:cNvPr>
            <p:cNvSpPr/>
            <p:nvPr/>
          </p:nvSpPr>
          <p:spPr>
            <a:xfrm>
              <a:off x="1419511" y="2641562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87" y="1"/>
                  </a:moveTo>
                  <a:cubicBezTo>
                    <a:pt x="76" y="1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6"/>
                    <a:pt x="538" y="152"/>
                    <a:pt x="348" y="57"/>
                  </a:cubicBezTo>
                  <a:cubicBezTo>
                    <a:pt x="290" y="19"/>
                    <a:pt x="235" y="1"/>
                    <a:pt x="1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38">
              <a:extLst>
                <a:ext uri="{FF2B5EF4-FFF2-40B4-BE49-F238E27FC236}">
                  <a16:creationId xmlns:a16="http://schemas.microsoft.com/office/drawing/2014/main" id="{F536D1A9-B7ED-231E-89BE-0D5FF68DCA4D}"/>
                </a:ext>
              </a:extLst>
            </p:cNvPr>
            <p:cNvSpPr/>
            <p:nvPr/>
          </p:nvSpPr>
          <p:spPr>
            <a:xfrm>
              <a:off x="1467082" y="266926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38">
              <a:extLst>
                <a:ext uri="{FF2B5EF4-FFF2-40B4-BE49-F238E27FC236}">
                  <a16:creationId xmlns:a16="http://schemas.microsoft.com/office/drawing/2014/main" id="{D04E720F-FD44-5C56-8F47-C1A58E83506A}"/>
                </a:ext>
              </a:extLst>
            </p:cNvPr>
            <p:cNvSpPr/>
            <p:nvPr/>
          </p:nvSpPr>
          <p:spPr>
            <a:xfrm>
              <a:off x="1514686" y="2696681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8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38">
              <a:extLst>
                <a:ext uri="{FF2B5EF4-FFF2-40B4-BE49-F238E27FC236}">
                  <a16:creationId xmlns:a16="http://schemas.microsoft.com/office/drawing/2014/main" id="{DBF94646-A2C5-A4FD-7AEF-ECB708C2056D}"/>
                </a:ext>
              </a:extLst>
            </p:cNvPr>
            <p:cNvSpPr/>
            <p:nvPr/>
          </p:nvSpPr>
          <p:spPr>
            <a:xfrm>
              <a:off x="1087363" y="2541813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23" y="0"/>
                  </a:moveTo>
                  <a:cubicBezTo>
                    <a:pt x="92" y="0"/>
                    <a:pt x="0" y="115"/>
                    <a:pt x="0" y="292"/>
                  </a:cubicBezTo>
                  <a:lnTo>
                    <a:pt x="0" y="2920"/>
                  </a:lnTo>
                  <a:cubicBezTo>
                    <a:pt x="0" y="3205"/>
                    <a:pt x="190" y="3554"/>
                    <a:pt x="412" y="3680"/>
                  </a:cubicBezTo>
                  <a:lnTo>
                    <a:pt x="14505" y="11819"/>
                  </a:lnTo>
                  <a:cubicBezTo>
                    <a:pt x="14564" y="11853"/>
                    <a:pt x="14621" y="11869"/>
                    <a:pt x="14673" y="11869"/>
                  </a:cubicBezTo>
                  <a:cubicBezTo>
                    <a:pt x="14815" y="11869"/>
                    <a:pt x="14916" y="11751"/>
                    <a:pt x="14916" y="11566"/>
                  </a:cubicBezTo>
                  <a:lnTo>
                    <a:pt x="14916" y="8937"/>
                  </a:lnTo>
                  <a:cubicBezTo>
                    <a:pt x="14916" y="8652"/>
                    <a:pt x="14726" y="8336"/>
                    <a:pt x="14505" y="8177"/>
                  </a:cubicBezTo>
                  <a:lnTo>
                    <a:pt x="412" y="70"/>
                  </a:lnTo>
                  <a:cubicBezTo>
                    <a:pt x="345" y="22"/>
                    <a:pt x="280" y="0"/>
                    <a:pt x="223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38">
              <a:extLst>
                <a:ext uri="{FF2B5EF4-FFF2-40B4-BE49-F238E27FC236}">
                  <a16:creationId xmlns:a16="http://schemas.microsoft.com/office/drawing/2014/main" id="{84EF6B5D-3BE7-072E-FB09-995EDE42E7E1}"/>
                </a:ext>
              </a:extLst>
            </p:cNvPr>
            <p:cNvSpPr/>
            <p:nvPr/>
          </p:nvSpPr>
          <p:spPr>
            <a:xfrm>
              <a:off x="1111148" y="25782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38">
              <a:extLst>
                <a:ext uri="{FF2B5EF4-FFF2-40B4-BE49-F238E27FC236}">
                  <a16:creationId xmlns:a16="http://schemas.microsoft.com/office/drawing/2014/main" id="{6700889E-55A7-7C54-C359-B6D3D3292F81}"/>
                </a:ext>
              </a:extLst>
            </p:cNvPr>
            <p:cNvSpPr/>
            <p:nvPr/>
          </p:nvSpPr>
          <p:spPr>
            <a:xfrm>
              <a:off x="1111148" y="260513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38">
              <a:extLst>
                <a:ext uri="{FF2B5EF4-FFF2-40B4-BE49-F238E27FC236}">
                  <a16:creationId xmlns:a16="http://schemas.microsoft.com/office/drawing/2014/main" id="{55DE4842-13A1-FF57-DCCC-214211F1840B}"/>
                </a:ext>
              </a:extLst>
            </p:cNvPr>
            <p:cNvSpPr/>
            <p:nvPr/>
          </p:nvSpPr>
          <p:spPr>
            <a:xfrm>
              <a:off x="1111148" y="26310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38">
              <a:extLst>
                <a:ext uri="{FF2B5EF4-FFF2-40B4-BE49-F238E27FC236}">
                  <a16:creationId xmlns:a16="http://schemas.microsoft.com/office/drawing/2014/main" id="{6F52929B-1976-2435-315E-BD7F19B36D4E}"/>
                </a:ext>
              </a:extLst>
            </p:cNvPr>
            <p:cNvSpPr/>
            <p:nvPr/>
          </p:nvSpPr>
          <p:spPr>
            <a:xfrm>
              <a:off x="1419511" y="2779833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208" y="1"/>
                  </a:moveTo>
                  <a:cubicBezTo>
                    <a:pt x="86" y="1"/>
                    <a:pt x="0" y="95"/>
                    <a:pt x="0" y="259"/>
                  </a:cubicBezTo>
                  <a:cubicBezTo>
                    <a:pt x="0" y="449"/>
                    <a:pt x="158" y="734"/>
                    <a:pt x="348" y="829"/>
                  </a:cubicBezTo>
                  <a:cubicBezTo>
                    <a:pt x="405" y="857"/>
                    <a:pt x="457" y="872"/>
                    <a:pt x="501" y="872"/>
                  </a:cubicBezTo>
                  <a:cubicBezTo>
                    <a:pt x="603" y="872"/>
                    <a:pt x="665" y="794"/>
                    <a:pt x="665" y="639"/>
                  </a:cubicBezTo>
                  <a:cubicBezTo>
                    <a:pt x="665" y="417"/>
                    <a:pt x="538" y="164"/>
                    <a:pt x="348" y="37"/>
                  </a:cubicBezTo>
                  <a:cubicBezTo>
                    <a:pt x="299" y="12"/>
                    <a:pt x="251" y="1"/>
                    <a:pt x="2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38">
              <a:extLst>
                <a:ext uri="{FF2B5EF4-FFF2-40B4-BE49-F238E27FC236}">
                  <a16:creationId xmlns:a16="http://schemas.microsoft.com/office/drawing/2014/main" id="{47115B4C-4726-0A8A-ADDA-EA021F464FF6}"/>
                </a:ext>
              </a:extLst>
            </p:cNvPr>
            <p:cNvSpPr/>
            <p:nvPr/>
          </p:nvSpPr>
          <p:spPr>
            <a:xfrm>
              <a:off x="1467082" y="280740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6"/>
                    <a:pt x="127" y="17"/>
                  </a:cubicBezTo>
                  <a:cubicBezTo>
                    <a:pt x="1" y="112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8" y="119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38">
              <a:extLst>
                <a:ext uri="{FF2B5EF4-FFF2-40B4-BE49-F238E27FC236}">
                  <a16:creationId xmlns:a16="http://schemas.microsoft.com/office/drawing/2014/main" id="{C7F98F18-8569-C7E7-A46E-44A08BF41679}"/>
                </a:ext>
              </a:extLst>
            </p:cNvPr>
            <p:cNvSpPr/>
            <p:nvPr/>
          </p:nvSpPr>
          <p:spPr>
            <a:xfrm>
              <a:off x="1515732" y="2835506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1"/>
                  </a:moveTo>
                  <a:cubicBezTo>
                    <a:pt x="78" y="1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1"/>
                    <a:pt x="19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38">
              <a:extLst>
                <a:ext uri="{FF2B5EF4-FFF2-40B4-BE49-F238E27FC236}">
                  <a16:creationId xmlns:a16="http://schemas.microsoft.com/office/drawing/2014/main" id="{78D9A138-E6D9-2D17-7066-3D5C2229BEFA}"/>
                </a:ext>
              </a:extLst>
            </p:cNvPr>
            <p:cNvSpPr/>
            <p:nvPr/>
          </p:nvSpPr>
          <p:spPr>
            <a:xfrm>
              <a:off x="1087363" y="2679887"/>
              <a:ext cx="487376" cy="387986"/>
            </a:xfrm>
            <a:custGeom>
              <a:avLst/>
              <a:gdLst/>
              <a:ahLst/>
              <a:cxnLst/>
              <a:rect l="l" t="t" r="r" b="b"/>
              <a:pathLst>
                <a:path w="14917" h="11875" extrusionOk="0">
                  <a:moveTo>
                    <a:pt x="230" y="1"/>
                  </a:moveTo>
                  <a:cubicBezTo>
                    <a:pt x="96" y="1"/>
                    <a:pt x="0" y="108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40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2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38">
              <a:extLst>
                <a:ext uri="{FF2B5EF4-FFF2-40B4-BE49-F238E27FC236}">
                  <a16:creationId xmlns:a16="http://schemas.microsoft.com/office/drawing/2014/main" id="{5BDE4D4D-A672-37BF-16B6-38C3416A3F73}"/>
                </a:ext>
              </a:extLst>
            </p:cNvPr>
            <p:cNvSpPr/>
            <p:nvPr/>
          </p:nvSpPr>
          <p:spPr>
            <a:xfrm>
              <a:off x="1111148" y="27168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38">
              <a:extLst>
                <a:ext uri="{FF2B5EF4-FFF2-40B4-BE49-F238E27FC236}">
                  <a16:creationId xmlns:a16="http://schemas.microsoft.com/office/drawing/2014/main" id="{E6D5DFD9-01AC-9E92-007C-BE9D03EDACCE}"/>
                </a:ext>
              </a:extLst>
            </p:cNvPr>
            <p:cNvSpPr/>
            <p:nvPr/>
          </p:nvSpPr>
          <p:spPr>
            <a:xfrm>
              <a:off x="1111148" y="274274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38">
              <a:extLst>
                <a:ext uri="{FF2B5EF4-FFF2-40B4-BE49-F238E27FC236}">
                  <a16:creationId xmlns:a16="http://schemas.microsoft.com/office/drawing/2014/main" id="{2A48F415-69C8-B6D7-BDE6-F87D8F773502}"/>
                </a:ext>
              </a:extLst>
            </p:cNvPr>
            <p:cNvSpPr/>
            <p:nvPr/>
          </p:nvSpPr>
          <p:spPr>
            <a:xfrm>
              <a:off x="1111148" y="276963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38">
              <a:extLst>
                <a:ext uri="{FF2B5EF4-FFF2-40B4-BE49-F238E27FC236}">
                  <a16:creationId xmlns:a16="http://schemas.microsoft.com/office/drawing/2014/main" id="{98BBBC80-FE42-433A-CB10-840FF882B647}"/>
                </a:ext>
              </a:extLst>
            </p:cNvPr>
            <p:cNvSpPr/>
            <p:nvPr/>
          </p:nvSpPr>
          <p:spPr>
            <a:xfrm>
              <a:off x="1418466" y="291810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25" y="758"/>
                    <a:pt x="379" y="872"/>
                    <a:pt x="502" y="872"/>
                  </a:cubicBezTo>
                  <a:cubicBezTo>
                    <a:pt x="539" y="872"/>
                    <a:pt x="573" y="862"/>
                    <a:pt x="602" y="841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38">
              <a:extLst>
                <a:ext uri="{FF2B5EF4-FFF2-40B4-BE49-F238E27FC236}">
                  <a16:creationId xmlns:a16="http://schemas.microsoft.com/office/drawing/2014/main" id="{6FAF8B93-6E7E-8C73-4E21-1256298C7115}"/>
                </a:ext>
              </a:extLst>
            </p:cNvPr>
            <p:cNvSpPr/>
            <p:nvPr/>
          </p:nvSpPr>
          <p:spPr>
            <a:xfrm>
              <a:off x="1468128" y="2946234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5"/>
                    <a:pt x="127" y="708"/>
                    <a:pt x="317" y="835"/>
                  </a:cubicBezTo>
                  <a:cubicBezTo>
                    <a:pt x="367" y="859"/>
                    <a:pt x="414" y="871"/>
                    <a:pt x="457" y="871"/>
                  </a:cubicBezTo>
                  <a:cubicBezTo>
                    <a:pt x="579" y="871"/>
                    <a:pt x="666" y="777"/>
                    <a:pt x="666" y="613"/>
                  </a:cubicBezTo>
                  <a:cubicBezTo>
                    <a:pt x="666" y="423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38">
              <a:extLst>
                <a:ext uri="{FF2B5EF4-FFF2-40B4-BE49-F238E27FC236}">
                  <a16:creationId xmlns:a16="http://schemas.microsoft.com/office/drawing/2014/main" id="{0C326054-B111-E99C-7676-7F92CAD3DBF4}"/>
                </a:ext>
              </a:extLst>
            </p:cNvPr>
            <p:cNvSpPr/>
            <p:nvPr/>
          </p:nvSpPr>
          <p:spPr>
            <a:xfrm>
              <a:off x="1514686" y="297390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7"/>
                    <a:pt x="127" y="19"/>
                  </a:cubicBezTo>
                  <a:cubicBezTo>
                    <a:pt x="1" y="83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2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38">
              <a:extLst>
                <a:ext uri="{FF2B5EF4-FFF2-40B4-BE49-F238E27FC236}">
                  <a16:creationId xmlns:a16="http://schemas.microsoft.com/office/drawing/2014/main" id="{159214C1-AD3A-2D7C-BFBF-832D62DD5148}"/>
                </a:ext>
              </a:extLst>
            </p:cNvPr>
            <p:cNvSpPr/>
            <p:nvPr/>
          </p:nvSpPr>
          <p:spPr>
            <a:xfrm>
              <a:off x="1087363" y="2818549"/>
              <a:ext cx="487376" cy="387496"/>
            </a:xfrm>
            <a:custGeom>
              <a:avLst/>
              <a:gdLst/>
              <a:ahLst/>
              <a:cxnLst/>
              <a:rect l="l" t="t" r="r" b="b"/>
              <a:pathLst>
                <a:path w="14917" h="11860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191"/>
                    <a:pt x="190" y="3539"/>
                    <a:pt x="412" y="3666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3"/>
                    <a:pt x="14916" y="11551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38">
              <a:extLst>
                <a:ext uri="{FF2B5EF4-FFF2-40B4-BE49-F238E27FC236}">
                  <a16:creationId xmlns:a16="http://schemas.microsoft.com/office/drawing/2014/main" id="{AE2D2C60-95BE-143E-135E-88CD7608BD6F}"/>
                </a:ext>
              </a:extLst>
            </p:cNvPr>
            <p:cNvSpPr/>
            <p:nvPr/>
          </p:nvSpPr>
          <p:spPr>
            <a:xfrm>
              <a:off x="1111148" y="285553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38">
              <a:extLst>
                <a:ext uri="{FF2B5EF4-FFF2-40B4-BE49-F238E27FC236}">
                  <a16:creationId xmlns:a16="http://schemas.microsoft.com/office/drawing/2014/main" id="{59B2284C-D0D8-6453-92BD-07D817A09778}"/>
                </a:ext>
              </a:extLst>
            </p:cNvPr>
            <p:cNvSpPr/>
            <p:nvPr/>
          </p:nvSpPr>
          <p:spPr>
            <a:xfrm>
              <a:off x="1111148" y="28814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38">
              <a:extLst>
                <a:ext uri="{FF2B5EF4-FFF2-40B4-BE49-F238E27FC236}">
                  <a16:creationId xmlns:a16="http://schemas.microsoft.com/office/drawing/2014/main" id="{1F8A5863-4FAB-22CA-4D2D-FDA44F702BC2}"/>
                </a:ext>
              </a:extLst>
            </p:cNvPr>
            <p:cNvSpPr/>
            <p:nvPr/>
          </p:nvSpPr>
          <p:spPr>
            <a:xfrm>
              <a:off x="1111148" y="290830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38">
              <a:extLst>
                <a:ext uri="{FF2B5EF4-FFF2-40B4-BE49-F238E27FC236}">
                  <a16:creationId xmlns:a16="http://schemas.microsoft.com/office/drawing/2014/main" id="{1823AE28-6FAF-33A6-5371-CCDB3D9BA2FC}"/>
                </a:ext>
              </a:extLst>
            </p:cNvPr>
            <p:cNvSpPr/>
            <p:nvPr/>
          </p:nvSpPr>
          <p:spPr>
            <a:xfrm>
              <a:off x="1418466" y="3056765"/>
              <a:ext cx="23818" cy="28098"/>
            </a:xfrm>
            <a:custGeom>
              <a:avLst/>
              <a:gdLst/>
              <a:ahLst/>
              <a:cxnLst/>
              <a:rect l="l" t="t" r="r" b="b"/>
              <a:pathLst>
                <a:path w="729" h="860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28" y="758"/>
                    <a:pt x="391" y="859"/>
                    <a:pt x="516" y="859"/>
                  </a:cubicBezTo>
                  <a:cubicBezTo>
                    <a:pt x="548" y="859"/>
                    <a:pt x="577" y="853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38">
              <a:extLst>
                <a:ext uri="{FF2B5EF4-FFF2-40B4-BE49-F238E27FC236}">
                  <a16:creationId xmlns:a16="http://schemas.microsoft.com/office/drawing/2014/main" id="{A996CF1D-6B68-B1A4-7D1C-C4DC3EE6F784}"/>
                </a:ext>
              </a:extLst>
            </p:cNvPr>
            <p:cNvSpPr/>
            <p:nvPr/>
          </p:nvSpPr>
          <p:spPr>
            <a:xfrm>
              <a:off x="1468128" y="3084406"/>
              <a:ext cx="21760" cy="28588"/>
            </a:xfrm>
            <a:custGeom>
              <a:avLst/>
              <a:gdLst/>
              <a:ahLst/>
              <a:cxnLst/>
              <a:rect l="l" t="t" r="r" b="b"/>
              <a:pathLst>
                <a:path w="666" h="875" extrusionOk="0">
                  <a:moveTo>
                    <a:pt x="162" y="1"/>
                  </a:moveTo>
                  <a:cubicBezTo>
                    <a:pt x="62" y="1"/>
                    <a:pt x="0" y="94"/>
                    <a:pt x="0" y="248"/>
                  </a:cubicBezTo>
                  <a:cubicBezTo>
                    <a:pt x="0" y="469"/>
                    <a:pt x="127" y="723"/>
                    <a:pt x="317" y="818"/>
                  </a:cubicBezTo>
                  <a:cubicBezTo>
                    <a:pt x="375" y="856"/>
                    <a:pt x="430" y="874"/>
                    <a:pt x="479" y="874"/>
                  </a:cubicBezTo>
                  <a:cubicBezTo>
                    <a:pt x="589" y="874"/>
                    <a:pt x="666" y="781"/>
                    <a:pt x="666" y="628"/>
                  </a:cubicBezTo>
                  <a:cubicBezTo>
                    <a:pt x="666" y="406"/>
                    <a:pt x="507" y="153"/>
                    <a:pt x="317" y="58"/>
                  </a:cubicBezTo>
                  <a:cubicBezTo>
                    <a:pt x="259" y="19"/>
                    <a:pt x="207" y="1"/>
                    <a:pt x="16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38">
              <a:extLst>
                <a:ext uri="{FF2B5EF4-FFF2-40B4-BE49-F238E27FC236}">
                  <a16:creationId xmlns:a16="http://schemas.microsoft.com/office/drawing/2014/main" id="{B10A30F3-D790-193B-C6B6-F498107DA567}"/>
                </a:ext>
              </a:extLst>
            </p:cNvPr>
            <p:cNvSpPr/>
            <p:nvPr/>
          </p:nvSpPr>
          <p:spPr>
            <a:xfrm>
              <a:off x="1514686" y="3112145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1" y="95"/>
                    <a:pt x="1" y="349"/>
                    <a:pt x="127" y="570"/>
                  </a:cubicBezTo>
                  <a:cubicBezTo>
                    <a:pt x="232" y="753"/>
                    <a:pt x="401" y="872"/>
                    <a:pt x="528" y="872"/>
                  </a:cubicBezTo>
                  <a:cubicBezTo>
                    <a:pt x="555" y="872"/>
                    <a:pt x="580" y="866"/>
                    <a:pt x="602" y="855"/>
                  </a:cubicBezTo>
                  <a:cubicBezTo>
                    <a:pt x="729" y="760"/>
                    <a:pt x="729" y="539"/>
                    <a:pt x="602" y="285"/>
                  </a:cubicBezTo>
                  <a:cubicBezTo>
                    <a:pt x="505" y="114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38">
              <a:extLst>
                <a:ext uri="{FF2B5EF4-FFF2-40B4-BE49-F238E27FC236}">
                  <a16:creationId xmlns:a16="http://schemas.microsoft.com/office/drawing/2014/main" id="{64B6F15B-D14E-AA9E-3610-96A635A3A18E}"/>
                </a:ext>
              </a:extLst>
            </p:cNvPr>
            <p:cNvSpPr/>
            <p:nvPr/>
          </p:nvSpPr>
          <p:spPr>
            <a:xfrm>
              <a:off x="1087363" y="2956754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0"/>
                  </a:moveTo>
                  <a:cubicBezTo>
                    <a:pt x="94" y="0"/>
                    <a:pt x="0" y="122"/>
                    <a:pt x="0" y="323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80"/>
                  </a:cubicBezTo>
                  <a:lnTo>
                    <a:pt x="14505" y="11818"/>
                  </a:lnTo>
                  <a:cubicBezTo>
                    <a:pt x="14569" y="11855"/>
                    <a:pt x="14631" y="11873"/>
                    <a:pt x="14687" y="11873"/>
                  </a:cubicBezTo>
                  <a:cubicBezTo>
                    <a:pt x="14821" y="11873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38">
              <a:extLst>
                <a:ext uri="{FF2B5EF4-FFF2-40B4-BE49-F238E27FC236}">
                  <a16:creationId xmlns:a16="http://schemas.microsoft.com/office/drawing/2014/main" id="{D2C3DF96-3D51-CF6E-6C7A-3795CDDBAA11}"/>
                </a:ext>
              </a:extLst>
            </p:cNvPr>
            <p:cNvSpPr/>
            <p:nvPr/>
          </p:nvSpPr>
          <p:spPr>
            <a:xfrm>
              <a:off x="1111148" y="299315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38">
              <a:extLst>
                <a:ext uri="{FF2B5EF4-FFF2-40B4-BE49-F238E27FC236}">
                  <a16:creationId xmlns:a16="http://schemas.microsoft.com/office/drawing/2014/main" id="{2D4ACD47-EBD2-0A93-C385-9799A680883B}"/>
                </a:ext>
              </a:extLst>
            </p:cNvPr>
            <p:cNvSpPr/>
            <p:nvPr/>
          </p:nvSpPr>
          <p:spPr>
            <a:xfrm>
              <a:off x="1111148" y="302004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38">
              <a:extLst>
                <a:ext uri="{FF2B5EF4-FFF2-40B4-BE49-F238E27FC236}">
                  <a16:creationId xmlns:a16="http://schemas.microsoft.com/office/drawing/2014/main" id="{9C3BF5FA-9251-28B7-6993-70EEFCB48C74}"/>
                </a:ext>
              </a:extLst>
            </p:cNvPr>
            <p:cNvSpPr/>
            <p:nvPr/>
          </p:nvSpPr>
          <p:spPr>
            <a:xfrm>
              <a:off x="1111148" y="3045917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38">
              <a:extLst>
                <a:ext uri="{FF2B5EF4-FFF2-40B4-BE49-F238E27FC236}">
                  <a16:creationId xmlns:a16="http://schemas.microsoft.com/office/drawing/2014/main" id="{D133A3EB-5F77-410A-217C-69213DE38EB4}"/>
                </a:ext>
              </a:extLst>
            </p:cNvPr>
            <p:cNvSpPr/>
            <p:nvPr/>
          </p:nvSpPr>
          <p:spPr>
            <a:xfrm>
              <a:off x="1419511" y="319513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37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38">
              <a:extLst>
                <a:ext uri="{FF2B5EF4-FFF2-40B4-BE49-F238E27FC236}">
                  <a16:creationId xmlns:a16="http://schemas.microsoft.com/office/drawing/2014/main" id="{8C1F98E1-6B7D-5B0A-31BF-65FCAE9E16BF}"/>
                </a:ext>
              </a:extLst>
            </p:cNvPr>
            <p:cNvSpPr/>
            <p:nvPr/>
          </p:nvSpPr>
          <p:spPr>
            <a:xfrm>
              <a:off x="1467082" y="322283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38">
              <a:extLst>
                <a:ext uri="{FF2B5EF4-FFF2-40B4-BE49-F238E27FC236}">
                  <a16:creationId xmlns:a16="http://schemas.microsoft.com/office/drawing/2014/main" id="{895874B0-15F4-71B9-3B35-C90DF00A7CA3}"/>
                </a:ext>
              </a:extLst>
            </p:cNvPr>
            <p:cNvSpPr/>
            <p:nvPr/>
          </p:nvSpPr>
          <p:spPr>
            <a:xfrm>
              <a:off x="1515732" y="325061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8"/>
                  </a:cubicBezTo>
                  <a:cubicBezTo>
                    <a:pt x="0" y="449"/>
                    <a:pt x="159" y="703"/>
                    <a:pt x="349" y="829"/>
                  </a:cubicBezTo>
                  <a:cubicBezTo>
                    <a:pt x="400" y="855"/>
                    <a:pt x="446" y="867"/>
                    <a:pt x="486" y="867"/>
                  </a:cubicBezTo>
                  <a:cubicBezTo>
                    <a:pt x="597" y="867"/>
                    <a:pt x="665" y="778"/>
                    <a:pt x="665" y="639"/>
                  </a:cubicBezTo>
                  <a:cubicBezTo>
                    <a:pt x="665" y="418"/>
                    <a:pt x="539" y="164"/>
                    <a:pt x="349" y="38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38">
              <a:extLst>
                <a:ext uri="{FF2B5EF4-FFF2-40B4-BE49-F238E27FC236}">
                  <a16:creationId xmlns:a16="http://schemas.microsoft.com/office/drawing/2014/main" id="{8AB2EBBD-6AE8-6CE3-5D3C-8ABC3DFFDB1C}"/>
                </a:ext>
              </a:extLst>
            </p:cNvPr>
            <p:cNvSpPr/>
            <p:nvPr/>
          </p:nvSpPr>
          <p:spPr>
            <a:xfrm>
              <a:off x="1087363" y="3094991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1"/>
                  </a:moveTo>
                  <a:cubicBezTo>
                    <a:pt x="102" y="1"/>
                    <a:pt x="0" y="118"/>
                    <a:pt x="0" y="304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1"/>
                    <a:pt x="24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38">
              <a:extLst>
                <a:ext uri="{FF2B5EF4-FFF2-40B4-BE49-F238E27FC236}">
                  <a16:creationId xmlns:a16="http://schemas.microsoft.com/office/drawing/2014/main" id="{ADE5DC09-8892-1585-6729-F4BB775570AA}"/>
                </a:ext>
              </a:extLst>
            </p:cNvPr>
            <p:cNvSpPr/>
            <p:nvPr/>
          </p:nvSpPr>
          <p:spPr>
            <a:xfrm>
              <a:off x="1111148" y="313178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38">
              <a:extLst>
                <a:ext uri="{FF2B5EF4-FFF2-40B4-BE49-F238E27FC236}">
                  <a16:creationId xmlns:a16="http://schemas.microsoft.com/office/drawing/2014/main" id="{B07491A8-BE1F-1158-1B60-D5F5693F692F}"/>
                </a:ext>
              </a:extLst>
            </p:cNvPr>
            <p:cNvSpPr/>
            <p:nvPr/>
          </p:nvSpPr>
          <p:spPr>
            <a:xfrm>
              <a:off x="1111148" y="315870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38">
              <a:extLst>
                <a:ext uri="{FF2B5EF4-FFF2-40B4-BE49-F238E27FC236}">
                  <a16:creationId xmlns:a16="http://schemas.microsoft.com/office/drawing/2014/main" id="{00A68C8D-2C84-C66E-2FC8-E373F59410D8}"/>
                </a:ext>
              </a:extLst>
            </p:cNvPr>
            <p:cNvSpPr/>
            <p:nvPr/>
          </p:nvSpPr>
          <p:spPr>
            <a:xfrm>
              <a:off x="1111148" y="31845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3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38">
              <a:extLst>
                <a:ext uri="{FF2B5EF4-FFF2-40B4-BE49-F238E27FC236}">
                  <a16:creationId xmlns:a16="http://schemas.microsoft.com/office/drawing/2014/main" id="{6EEB736D-0468-9DD6-1225-85D4EDF227C9}"/>
                </a:ext>
              </a:extLst>
            </p:cNvPr>
            <p:cNvSpPr/>
            <p:nvPr/>
          </p:nvSpPr>
          <p:spPr>
            <a:xfrm>
              <a:off x="1418466" y="3333566"/>
              <a:ext cx="23818" cy="28490"/>
            </a:xfrm>
            <a:custGeom>
              <a:avLst/>
              <a:gdLst/>
              <a:ahLst/>
              <a:cxnLst/>
              <a:rect l="l" t="t" r="r" b="b"/>
              <a:pathLst>
                <a:path w="729" h="872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58" y="753"/>
                    <a:pt x="410" y="872"/>
                    <a:pt x="531" y="872"/>
                  </a:cubicBezTo>
                  <a:cubicBezTo>
                    <a:pt x="556" y="872"/>
                    <a:pt x="580" y="867"/>
                    <a:pt x="602" y="855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5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38">
              <a:extLst>
                <a:ext uri="{FF2B5EF4-FFF2-40B4-BE49-F238E27FC236}">
                  <a16:creationId xmlns:a16="http://schemas.microsoft.com/office/drawing/2014/main" id="{7B161C4B-5C00-8F9B-F38C-075CBC8B4F1E}"/>
                </a:ext>
              </a:extLst>
            </p:cNvPr>
            <p:cNvSpPr/>
            <p:nvPr/>
          </p:nvSpPr>
          <p:spPr>
            <a:xfrm>
              <a:off x="1467082" y="336097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65"/>
                    <a:pt x="127" y="587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2"/>
                    <a:pt x="602" y="840"/>
                  </a:cubicBezTo>
                  <a:cubicBezTo>
                    <a:pt x="729" y="777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38">
              <a:extLst>
                <a:ext uri="{FF2B5EF4-FFF2-40B4-BE49-F238E27FC236}">
                  <a16:creationId xmlns:a16="http://schemas.microsoft.com/office/drawing/2014/main" id="{2C75A9C1-F2FB-6E00-DD90-4D155AA034AF}"/>
                </a:ext>
              </a:extLst>
            </p:cNvPr>
            <p:cNvSpPr/>
            <p:nvPr/>
          </p:nvSpPr>
          <p:spPr>
            <a:xfrm>
              <a:off x="1515732" y="338907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2"/>
                    <a:pt x="483" y="872"/>
                  </a:cubicBezTo>
                  <a:cubicBezTo>
                    <a:pt x="596" y="872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38">
              <a:extLst>
                <a:ext uri="{FF2B5EF4-FFF2-40B4-BE49-F238E27FC236}">
                  <a16:creationId xmlns:a16="http://schemas.microsoft.com/office/drawing/2014/main" id="{F1D905BC-D894-5448-32DD-64EDB5544A9B}"/>
                </a:ext>
              </a:extLst>
            </p:cNvPr>
            <p:cNvSpPr/>
            <p:nvPr/>
          </p:nvSpPr>
          <p:spPr>
            <a:xfrm>
              <a:off x="1087363" y="3233458"/>
              <a:ext cx="487376" cy="387529"/>
            </a:xfrm>
            <a:custGeom>
              <a:avLst/>
              <a:gdLst/>
              <a:ahLst/>
              <a:cxnLst/>
              <a:rect l="l" t="t" r="r" b="b"/>
              <a:pathLst>
                <a:path w="14917" h="11861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69" y="11842"/>
                    <a:pt x="14631" y="11860"/>
                    <a:pt x="14687" y="11860"/>
                  </a:cubicBezTo>
                  <a:cubicBezTo>
                    <a:pt x="14821" y="11860"/>
                    <a:pt x="14916" y="11754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38">
              <a:extLst>
                <a:ext uri="{FF2B5EF4-FFF2-40B4-BE49-F238E27FC236}">
                  <a16:creationId xmlns:a16="http://schemas.microsoft.com/office/drawing/2014/main" id="{36D42904-ED4A-4941-B537-A82DD6DF07EC}"/>
                </a:ext>
              </a:extLst>
            </p:cNvPr>
            <p:cNvSpPr/>
            <p:nvPr/>
          </p:nvSpPr>
          <p:spPr>
            <a:xfrm>
              <a:off x="1111148" y="327044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38">
              <a:extLst>
                <a:ext uri="{FF2B5EF4-FFF2-40B4-BE49-F238E27FC236}">
                  <a16:creationId xmlns:a16="http://schemas.microsoft.com/office/drawing/2014/main" id="{0B5E359C-890F-AC4B-ECEB-97A2E3AEEA59}"/>
                </a:ext>
              </a:extLst>
            </p:cNvPr>
            <p:cNvSpPr/>
            <p:nvPr/>
          </p:nvSpPr>
          <p:spPr>
            <a:xfrm>
              <a:off x="1111148" y="329631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38">
              <a:extLst>
                <a:ext uri="{FF2B5EF4-FFF2-40B4-BE49-F238E27FC236}">
                  <a16:creationId xmlns:a16="http://schemas.microsoft.com/office/drawing/2014/main" id="{F9049D9A-9E0C-1974-87EE-40529C822B3E}"/>
                </a:ext>
              </a:extLst>
            </p:cNvPr>
            <p:cNvSpPr/>
            <p:nvPr/>
          </p:nvSpPr>
          <p:spPr>
            <a:xfrm>
              <a:off x="1111148" y="332320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38">
              <a:extLst>
                <a:ext uri="{FF2B5EF4-FFF2-40B4-BE49-F238E27FC236}">
                  <a16:creationId xmlns:a16="http://schemas.microsoft.com/office/drawing/2014/main" id="{C09AB905-9C4C-2110-A411-59EA96A28892}"/>
                </a:ext>
              </a:extLst>
            </p:cNvPr>
            <p:cNvSpPr/>
            <p:nvPr/>
          </p:nvSpPr>
          <p:spPr>
            <a:xfrm>
              <a:off x="1418466" y="347167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38">
              <a:extLst>
                <a:ext uri="{FF2B5EF4-FFF2-40B4-BE49-F238E27FC236}">
                  <a16:creationId xmlns:a16="http://schemas.microsoft.com/office/drawing/2014/main" id="{083997FE-19C3-4669-DDF3-145AAB237A57}"/>
                </a:ext>
              </a:extLst>
            </p:cNvPr>
            <p:cNvSpPr/>
            <p:nvPr/>
          </p:nvSpPr>
          <p:spPr>
            <a:xfrm>
              <a:off x="1468128" y="3499804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65" y="0"/>
                  </a:moveTo>
                  <a:cubicBezTo>
                    <a:pt x="63" y="0"/>
                    <a:pt x="0" y="78"/>
                    <a:pt x="0" y="233"/>
                  </a:cubicBezTo>
                  <a:cubicBezTo>
                    <a:pt x="0" y="454"/>
                    <a:pt x="127" y="708"/>
                    <a:pt x="317" y="803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7"/>
                    <a:pt x="666" y="613"/>
                  </a:cubicBezTo>
                  <a:cubicBezTo>
                    <a:pt x="666" y="391"/>
                    <a:pt x="507" y="138"/>
                    <a:pt x="317" y="43"/>
                  </a:cubicBezTo>
                  <a:cubicBezTo>
                    <a:pt x="260" y="14"/>
                    <a:pt x="209" y="0"/>
                    <a:pt x="16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38">
              <a:extLst>
                <a:ext uri="{FF2B5EF4-FFF2-40B4-BE49-F238E27FC236}">
                  <a16:creationId xmlns:a16="http://schemas.microsoft.com/office/drawing/2014/main" id="{3BC81568-0E24-7EBC-3F58-F2497C1E6485}"/>
                </a:ext>
              </a:extLst>
            </p:cNvPr>
            <p:cNvSpPr/>
            <p:nvPr/>
          </p:nvSpPr>
          <p:spPr>
            <a:xfrm>
              <a:off x="1514686" y="352747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8"/>
                  </a:cubicBezTo>
                  <a:cubicBezTo>
                    <a:pt x="232" y="741"/>
                    <a:pt x="401" y="859"/>
                    <a:pt x="528" y="859"/>
                  </a:cubicBezTo>
                  <a:cubicBezTo>
                    <a:pt x="555" y="859"/>
                    <a:pt x="580" y="854"/>
                    <a:pt x="602" y="843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38">
              <a:extLst>
                <a:ext uri="{FF2B5EF4-FFF2-40B4-BE49-F238E27FC236}">
                  <a16:creationId xmlns:a16="http://schemas.microsoft.com/office/drawing/2014/main" id="{A53A7B29-C84E-B303-B29C-B09A16A27E89}"/>
                </a:ext>
              </a:extLst>
            </p:cNvPr>
            <p:cNvSpPr/>
            <p:nvPr/>
          </p:nvSpPr>
          <p:spPr>
            <a:xfrm>
              <a:off x="1087363" y="3371662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27" y="1"/>
                  </a:moveTo>
                  <a:cubicBezTo>
                    <a:pt x="94" y="1"/>
                    <a:pt x="0" y="123"/>
                    <a:pt x="0" y="323"/>
                  </a:cubicBezTo>
                  <a:lnTo>
                    <a:pt x="0" y="2951"/>
                  </a:lnTo>
                  <a:cubicBezTo>
                    <a:pt x="0" y="3205"/>
                    <a:pt x="190" y="3553"/>
                    <a:pt x="412" y="3680"/>
                  </a:cubicBezTo>
                  <a:lnTo>
                    <a:pt x="14505" y="11819"/>
                  </a:lnTo>
                  <a:cubicBezTo>
                    <a:pt x="14569" y="11856"/>
                    <a:pt x="14631" y="11874"/>
                    <a:pt x="14687" y="11874"/>
                  </a:cubicBezTo>
                  <a:cubicBezTo>
                    <a:pt x="14821" y="11874"/>
                    <a:pt x="14916" y="11767"/>
                    <a:pt x="14916" y="11565"/>
                  </a:cubicBezTo>
                  <a:lnTo>
                    <a:pt x="14916" y="8937"/>
                  </a:lnTo>
                  <a:cubicBezTo>
                    <a:pt x="14916" y="8652"/>
                    <a:pt x="14726" y="8335"/>
                    <a:pt x="14505" y="8177"/>
                  </a:cubicBezTo>
                  <a:lnTo>
                    <a:pt x="412" y="69"/>
                  </a:lnTo>
                  <a:cubicBezTo>
                    <a:pt x="346" y="22"/>
                    <a:pt x="283" y="1"/>
                    <a:pt x="22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38">
              <a:extLst>
                <a:ext uri="{FF2B5EF4-FFF2-40B4-BE49-F238E27FC236}">
                  <a16:creationId xmlns:a16="http://schemas.microsoft.com/office/drawing/2014/main" id="{F0C6CCE8-8BAB-5076-E8D7-CECE00C1F390}"/>
                </a:ext>
              </a:extLst>
            </p:cNvPr>
            <p:cNvSpPr/>
            <p:nvPr/>
          </p:nvSpPr>
          <p:spPr>
            <a:xfrm>
              <a:off x="1111148" y="3409105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38">
              <a:extLst>
                <a:ext uri="{FF2B5EF4-FFF2-40B4-BE49-F238E27FC236}">
                  <a16:creationId xmlns:a16="http://schemas.microsoft.com/office/drawing/2014/main" id="{9A707BA0-5685-1211-E69C-9E9B75257413}"/>
                </a:ext>
              </a:extLst>
            </p:cNvPr>
            <p:cNvSpPr/>
            <p:nvPr/>
          </p:nvSpPr>
          <p:spPr>
            <a:xfrm>
              <a:off x="1111148" y="3434949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38">
              <a:extLst>
                <a:ext uri="{FF2B5EF4-FFF2-40B4-BE49-F238E27FC236}">
                  <a16:creationId xmlns:a16="http://schemas.microsoft.com/office/drawing/2014/main" id="{FCE4CC68-8380-D9B5-739A-CBE917E5D38C}"/>
                </a:ext>
              </a:extLst>
            </p:cNvPr>
            <p:cNvSpPr/>
            <p:nvPr/>
          </p:nvSpPr>
          <p:spPr>
            <a:xfrm>
              <a:off x="1111148" y="346187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38">
              <a:extLst>
                <a:ext uri="{FF2B5EF4-FFF2-40B4-BE49-F238E27FC236}">
                  <a16:creationId xmlns:a16="http://schemas.microsoft.com/office/drawing/2014/main" id="{22046B6A-AB14-264F-5C12-E219E0E537B1}"/>
                </a:ext>
              </a:extLst>
            </p:cNvPr>
            <p:cNvSpPr/>
            <p:nvPr/>
          </p:nvSpPr>
          <p:spPr>
            <a:xfrm>
              <a:off x="1418466" y="3610335"/>
              <a:ext cx="23818" cy="28000"/>
            </a:xfrm>
            <a:custGeom>
              <a:avLst/>
              <a:gdLst/>
              <a:ahLst/>
              <a:cxnLst/>
              <a:rect l="l" t="t" r="r" b="b"/>
              <a:pathLst>
                <a:path w="729" h="857" extrusionOk="0">
                  <a:moveTo>
                    <a:pt x="201" y="0"/>
                  </a:moveTo>
                  <a:cubicBezTo>
                    <a:pt x="174" y="0"/>
                    <a:pt x="149" y="6"/>
                    <a:pt x="127" y="17"/>
                  </a:cubicBezTo>
                  <a:cubicBezTo>
                    <a:pt x="0" y="80"/>
                    <a:pt x="0" y="333"/>
                    <a:pt x="127" y="555"/>
                  </a:cubicBezTo>
                  <a:cubicBezTo>
                    <a:pt x="258" y="738"/>
                    <a:pt x="410" y="856"/>
                    <a:pt x="531" y="856"/>
                  </a:cubicBezTo>
                  <a:cubicBezTo>
                    <a:pt x="556" y="856"/>
                    <a:pt x="580" y="851"/>
                    <a:pt x="602" y="840"/>
                  </a:cubicBezTo>
                  <a:cubicBezTo>
                    <a:pt x="729" y="777"/>
                    <a:pt x="729" y="523"/>
                    <a:pt x="602" y="302"/>
                  </a:cubicBezTo>
                  <a:cubicBezTo>
                    <a:pt x="497" y="119"/>
                    <a:pt x="328" y="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38">
              <a:extLst>
                <a:ext uri="{FF2B5EF4-FFF2-40B4-BE49-F238E27FC236}">
                  <a16:creationId xmlns:a16="http://schemas.microsoft.com/office/drawing/2014/main" id="{0C0249A8-8A14-A1AF-03A4-EEF2C872BA90}"/>
                </a:ext>
              </a:extLst>
            </p:cNvPr>
            <p:cNvSpPr/>
            <p:nvPr/>
          </p:nvSpPr>
          <p:spPr>
            <a:xfrm>
              <a:off x="1467082" y="3637747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1"/>
                  </a:moveTo>
                  <a:cubicBezTo>
                    <a:pt x="191" y="1"/>
                    <a:pt x="157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38">
              <a:extLst>
                <a:ext uri="{FF2B5EF4-FFF2-40B4-BE49-F238E27FC236}">
                  <a16:creationId xmlns:a16="http://schemas.microsoft.com/office/drawing/2014/main" id="{1B6E1117-10D8-7E4E-C521-780097434FB7}"/>
                </a:ext>
              </a:extLst>
            </p:cNvPr>
            <p:cNvSpPr/>
            <p:nvPr/>
          </p:nvSpPr>
          <p:spPr>
            <a:xfrm>
              <a:off x="1514686" y="3665682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27" y="1"/>
                  </a:moveTo>
                  <a:cubicBezTo>
                    <a:pt x="190" y="1"/>
                    <a:pt x="156" y="11"/>
                    <a:pt x="127" y="33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8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39"/>
                    <a:pt x="602" y="286"/>
                  </a:cubicBezTo>
                  <a:cubicBezTo>
                    <a:pt x="505" y="115"/>
                    <a:pt x="351" y="1"/>
                    <a:pt x="22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38">
              <a:extLst>
                <a:ext uri="{FF2B5EF4-FFF2-40B4-BE49-F238E27FC236}">
                  <a16:creationId xmlns:a16="http://schemas.microsoft.com/office/drawing/2014/main" id="{E3CDF81A-0DA0-21D0-F43B-E4B24608E0F6}"/>
                </a:ext>
              </a:extLst>
            </p:cNvPr>
            <p:cNvSpPr/>
            <p:nvPr/>
          </p:nvSpPr>
          <p:spPr>
            <a:xfrm>
              <a:off x="1087363" y="3510324"/>
              <a:ext cx="487376" cy="387757"/>
            </a:xfrm>
            <a:custGeom>
              <a:avLst/>
              <a:gdLst/>
              <a:ahLst/>
              <a:cxnLst/>
              <a:rect l="l" t="t" r="r" b="b"/>
              <a:pathLst>
                <a:path w="14917" h="11868" extrusionOk="0">
                  <a:moveTo>
                    <a:pt x="227" y="0"/>
                  </a:moveTo>
                  <a:cubicBezTo>
                    <a:pt x="94" y="0"/>
                    <a:pt x="0" y="122"/>
                    <a:pt x="0" y="322"/>
                  </a:cubicBezTo>
                  <a:lnTo>
                    <a:pt x="0" y="2919"/>
                  </a:lnTo>
                  <a:cubicBezTo>
                    <a:pt x="0" y="3204"/>
                    <a:pt x="190" y="3553"/>
                    <a:pt x="412" y="3679"/>
                  </a:cubicBezTo>
                  <a:lnTo>
                    <a:pt x="14505" y="11818"/>
                  </a:lnTo>
                  <a:cubicBezTo>
                    <a:pt x="14564" y="11852"/>
                    <a:pt x="14621" y="11868"/>
                    <a:pt x="14673" y="11868"/>
                  </a:cubicBezTo>
                  <a:cubicBezTo>
                    <a:pt x="14815" y="11868"/>
                    <a:pt x="14916" y="11750"/>
                    <a:pt x="14916" y="11565"/>
                  </a:cubicBezTo>
                  <a:lnTo>
                    <a:pt x="14916" y="8936"/>
                  </a:lnTo>
                  <a:cubicBezTo>
                    <a:pt x="14916" y="8651"/>
                    <a:pt x="14726" y="8335"/>
                    <a:pt x="14505" y="8176"/>
                  </a:cubicBezTo>
                  <a:lnTo>
                    <a:pt x="412" y="69"/>
                  </a:lnTo>
                  <a:cubicBezTo>
                    <a:pt x="346" y="22"/>
                    <a:pt x="283" y="0"/>
                    <a:pt x="227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38">
              <a:extLst>
                <a:ext uri="{FF2B5EF4-FFF2-40B4-BE49-F238E27FC236}">
                  <a16:creationId xmlns:a16="http://schemas.microsoft.com/office/drawing/2014/main" id="{1090AD65-E64D-8AD4-9AF9-5D87450DFBB4}"/>
                </a:ext>
              </a:extLst>
            </p:cNvPr>
            <p:cNvSpPr/>
            <p:nvPr/>
          </p:nvSpPr>
          <p:spPr>
            <a:xfrm>
              <a:off x="1111148" y="354672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38">
              <a:extLst>
                <a:ext uri="{FF2B5EF4-FFF2-40B4-BE49-F238E27FC236}">
                  <a16:creationId xmlns:a16="http://schemas.microsoft.com/office/drawing/2014/main" id="{BA3A3B9C-FE82-6431-88EC-630BCDEEA2C3}"/>
                </a:ext>
              </a:extLst>
            </p:cNvPr>
            <p:cNvSpPr/>
            <p:nvPr/>
          </p:nvSpPr>
          <p:spPr>
            <a:xfrm>
              <a:off x="1111148" y="3573611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38">
              <a:extLst>
                <a:ext uri="{FF2B5EF4-FFF2-40B4-BE49-F238E27FC236}">
                  <a16:creationId xmlns:a16="http://schemas.microsoft.com/office/drawing/2014/main" id="{1F9DB788-5373-BF87-7748-63B22957A293}"/>
                </a:ext>
              </a:extLst>
            </p:cNvPr>
            <p:cNvSpPr/>
            <p:nvPr/>
          </p:nvSpPr>
          <p:spPr>
            <a:xfrm>
              <a:off x="1111148" y="3599488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38">
              <a:extLst>
                <a:ext uri="{FF2B5EF4-FFF2-40B4-BE49-F238E27FC236}">
                  <a16:creationId xmlns:a16="http://schemas.microsoft.com/office/drawing/2014/main" id="{9CB3A7B5-4BA6-409E-ABF3-569717E5523D}"/>
                </a:ext>
              </a:extLst>
            </p:cNvPr>
            <p:cNvSpPr/>
            <p:nvPr/>
          </p:nvSpPr>
          <p:spPr>
            <a:xfrm>
              <a:off x="1419511" y="3748703"/>
              <a:ext cx="21760" cy="28098"/>
            </a:xfrm>
            <a:custGeom>
              <a:avLst/>
              <a:gdLst/>
              <a:ahLst/>
              <a:cxnLst/>
              <a:rect l="l" t="t" r="r" b="b"/>
              <a:pathLst>
                <a:path w="666" h="860" extrusionOk="0">
                  <a:moveTo>
                    <a:pt x="187" y="0"/>
                  </a:moveTo>
                  <a:cubicBezTo>
                    <a:pt x="76" y="0"/>
                    <a:pt x="0" y="93"/>
                    <a:pt x="0" y="247"/>
                  </a:cubicBezTo>
                  <a:cubicBezTo>
                    <a:pt x="0" y="469"/>
                    <a:pt x="158" y="722"/>
                    <a:pt x="348" y="817"/>
                  </a:cubicBezTo>
                  <a:cubicBezTo>
                    <a:pt x="405" y="846"/>
                    <a:pt x="457" y="860"/>
                    <a:pt x="501" y="860"/>
                  </a:cubicBezTo>
                  <a:cubicBezTo>
                    <a:pt x="603" y="860"/>
                    <a:pt x="665" y="782"/>
                    <a:pt x="665" y="627"/>
                  </a:cubicBezTo>
                  <a:cubicBezTo>
                    <a:pt x="665" y="405"/>
                    <a:pt x="538" y="152"/>
                    <a:pt x="348" y="57"/>
                  </a:cubicBezTo>
                  <a:cubicBezTo>
                    <a:pt x="290" y="18"/>
                    <a:pt x="235" y="0"/>
                    <a:pt x="1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38">
              <a:extLst>
                <a:ext uri="{FF2B5EF4-FFF2-40B4-BE49-F238E27FC236}">
                  <a16:creationId xmlns:a16="http://schemas.microsoft.com/office/drawing/2014/main" id="{41945A85-1499-352B-E7C4-62D0B42E4DAA}"/>
                </a:ext>
              </a:extLst>
            </p:cNvPr>
            <p:cNvSpPr/>
            <p:nvPr/>
          </p:nvSpPr>
          <p:spPr>
            <a:xfrm>
              <a:off x="1467082" y="3776409"/>
              <a:ext cx="23851" cy="28523"/>
            </a:xfrm>
            <a:custGeom>
              <a:avLst/>
              <a:gdLst/>
              <a:ahLst/>
              <a:cxnLst/>
              <a:rect l="l" t="t" r="r" b="b"/>
              <a:pathLst>
                <a:path w="730" h="873" extrusionOk="0">
                  <a:moveTo>
                    <a:pt x="227" y="0"/>
                  </a:moveTo>
                  <a:cubicBezTo>
                    <a:pt x="191" y="0"/>
                    <a:pt x="157" y="11"/>
                    <a:pt x="127" y="32"/>
                  </a:cubicBezTo>
                  <a:cubicBezTo>
                    <a:pt x="1" y="96"/>
                    <a:pt x="1" y="349"/>
                    <a:pt x="127" y="571"/>
                  </a:cubicBezTo>
                  <a:cubicBezTo>
                    <a:pt x="232" y="754"/>
                    <a:pt x="401" y="872"/>
                    <a:pt x="529" y="872"/>
                  </a:cubicBezTo>
                  <a:cubicBezTo>
                    <a:pt x="555" y="872"/>
                    <a:pt x="580" y="867"/>
                    <a:pt x="602" y="856"/>
                  </a:cubicBezTo>
                  <a:cubicBezTo>
                    <a:pt x="729" y="761"/>
                    <a:pt x="729" y="507"/>
                    <a:pt x="602" y="286"/>
                  </a:cubicBezTo>
                  <a:cubicBezTo>
                    <a:pt x="505" y="115"/>
                    <a:pt x="351" y="0"/>
                    <a:pt x="22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38">
              <a:extLst>
                <a:ext uri="{FF2B5EF4-FFF2-40B4-BE49-F238E27FC236}">
                  <a16:creationId xmlns:a16="http://schemas.microsoft.com/office/drawing/2014/main" id="{A9C36778-9C21-C396-1DB1-2382E51FCA61}"/>
                </a:ext>
              </a:extLst>
            </p:cNvPr>
            <p:cNvSpPr/>
            <p:nvPr/>
          </p:nvSpPr>
          <p:spPr>
            <a:xfrm>
              <a:off x="1515732" y="3804181"/>
              <a:ext cx="21760" cy="28327"/>
            </a:xfrm>
            <a:custGeom>
              <a:avLst/>
              <a:gdLst/>
              <a:ahLst/>
              <a:cxnLst/>
              <a:rect l="l" t="t" r="r" b="b"/>
              <a:pathLst>
                <a:path w="666" h="867" extrusionOk="0">
                  <a:moveTo>
                    <a:pt x="205" y="0"/>
                  </a:moveTo>
                  <a:cubicBezTo>
                    <a:pt x="85" y="0"/>
                    <a:pt x="0" y="88"/>
                    <a:pt x="0" y="227"/>
                  </a:cubicBezTo>
                  <a:cubicBezTo>
                    <a:pt x="0" y="449"/>
                    <a:pt x="159" y="702"/>
                    <a:pt x="349" y="829"/>
                  </a:cubicBezTo>
                  <a:cubicBezTo>
                    <a:pt x="400" y="855"/>
                    <a:pt x="446" y="866"/>
                    <a:pt x="486" y="866"/>
                  </a:cubicBezTo>
                  <a:cubicBezTo>
                    <a:pt x="597" y="866"/>
                    <a:pt x="665" y="778"/>
                    <a:pt x="665" y="639"/>
                  </a:cubicBezTo>
                  <a:cubicBezTo>
                    <a:pt x="665" y="417"/>
                    <a:pt x="539" y="164"/>
                    <a:pt x="349" y="37"/>
                  </a:cubicBezTo>
                  <a:cubicBezTo>
                    <a:pt x="298" y="12"/>
                    <a:pt x="249" y="0"/>
                    <a:pt x="20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38">
              <a:extLst>
                <a:ext uri="{FF2B5EF4-FFF2-40B4-BE49-F238E27FC236}">
                  <a16:creationId xmlns:a16="http://schemas.microsoft.com/office/drawing/2014/main" id="{E58F5FA0-BABC-33E6-AFC2-079031CF992F}"/>
                </a:ext>
              </a:extLst>
            </p:cNvPr>
            <p:cNvSpPr/>
            <p:nvPr/>
          </p:nvSpPr>
          <p:spPr>
            <a:xfrm>
              <a:off x="1087363" y="3648562"/>
              <a:ext cx="487376" cy="387790"/>
            </a:xfrm>
            <a:custGeom>
              <a:avLst/>
              <a:gdLst/>
              <a:ahLst/>
              <a:cxnLst/>
              <a:rect l="l" t="t" r="r" b="b"/>
              <a:pathLst>
                <a:path w="14917" h="11869" extrusionOk="0">
                  <a:moveTo>
                    <a:pt x="244" y="0"/>
                  </a:moveTo>
                  <a:cubicBezTo>
                    <a:pt x="102" y="0"/>
                    <a:pt x="0" y="118"/>
                    <a:pt x="0" y="303"/>
                  </a:cubicBezTo>
                  <a:lnTo>
                    <a:pt x="0" y="2932"/>
                  </a:lnTo>
                  <a:cubicBezTo>
                    <a:pt x="0" y="3217"/>
                    <a:pt x="190" y="3534"/>
                    <a:pt x="412" y="3692"/>
                  </a:cubicBezTo>
                  <a:lnTo>
                    <a:pt x="14505" y="11799"/>
                  </a:lnTo>
                  <a:cubicBezTo>
                    <a:pt x="14571" y="11846"/>
                    <a:pt x="14634" y="11868"/>
                    <a:pt x="14690" y="11868"/>
                  </a:cubicBezTo>
                  <a:cubicBezTo>
                    <a:pt x="14823" y="11868"/>
                    <a:pt x="14916" y="11746"/>
                    <a:pt x="14916" y="11546"/>
                  </a:cubicBezTo>
                  <a:lnTo>
                    <a:pt x="14916" y="8949"/>
                  </a:lnTo>
                  <a:cubicBezTo>
                    <a:pt x="14916" y="8664"/>
                    <a:pt x="14726" y="8316"/>
                    <a:pt x="14505" y="8189"/>
                  </a:cubicBezTo>
                  <a:lnTo>
                    <a:pt x="412" y="50"/>
                  </a:lnTo>
                  <a:cubicBezTo>
                    <a:pt x="353" y="16"/>
                    <a:pt x="295" y="0"/>
                    <a:pt x="24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38">
              <a:extLst>
                <a:ext uri="{FF2B5EF4-FFF2-40B4-BE49-F238E27FC236}">
                  <a16:creationId xmlns:a16="http://schemas.microsoft.com/office/drawing/2014/main" id="{B9189FF6-0CC0-3F37-DCD9-6FDC58F05B46}"/>
                </a:ext>
              </a:extLst>
            </p:cNvPr>
            <p:cNvSpPr/>
            <p:nvPr/>
          </p:nvSpPr>
          <p:spPr>
            <a:xfrm>
              <a:off x="1111148" y="3685351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54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38">
              <a:extLst>
                <a:ext uri="{FF2B5EF4-FFF2-40B4-BE49-F238E27FC236}">
                  <a16:creationId xmlns:a16="http://schemas.microsoft.com/office/drawing/2014/main" id="{0B734C2F-1F73-9658-9480-656034C0B147}"/>
                </a:ext>
              </a:extLst>
            </p:cNvPr>
            <p:cNvSpPr/>
            <p:nvPr/>
          </p:nvSpPr>
          <p:spPr>
            <a:xfrm>
              <a:off x="1111148" y="371227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5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38">
              <a:extLst>
                <a:ext uri="{FF2B5EF4-FFF2-40B4-BE49-F238E27FC236}">
                  <a16:creationId xmlns:a16="http://schemas.microsoft.com/office/drawing/2014/main" id="{46A06BCA-EFCA-582F-4C55-91AD0307C12E}"/>
                </a:ext>
              </a:extLst>
            </p:cNvPr>
            <p:cNvSpPr/>
            <p:nvPr/>
          </p:nvSpPr>
          <p:spPr>
            <a:xfrm>
              <a:off x="1111148" y="3738117"/>
              <a:ext cx="164571" cy="102494"/>
            </a:xfrm>
            <a:custGeom>
              <a:avLst/>
              <a:gdLst/>
              <a:ahLst/>
              <a:cxnLst/>
              <a:rect l="l" t="t" r="r" b="b"/>
              <a:pathLst>
                <a:path w="5037" h="3137" extrusionOk="0">
                  <a:moveTo>
                    <a:pt x="1" y="1"/>
                  </a:moveTo>
                  <a:lnTo>
                    <a:pt x="1" y="223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38">
              <a:extLst>
                <a:ext uri="{FF2B5EF4-FFF2-40B4-BE49-F238E27FC236}">
                  <a16:creationId xmlns:a16="http://schemas.microsoft.com/office/drawing/2014/main" id="{8CFA2CD8-B6EC-50DE-3E38-1EC1C801541F}"/>
                </a:ext>
              </a:extLst>
            </p:cNvPr>
            <p:cNvSpPr/>
            <p:nvPr/>
          </p:nvSpPr>
          <p:spPr>
            <a:xfrm>
              <a:off x="1418466" y="3887136"/>
              <a:ext cx="23818" cy="27968"/>
            </a:xfrm>
            <a:custGeom>
              <a:avLst/>
              <a:gdLst/>
              <a:ahLst/>
              <a:cxnLst/>
              <a:rect l="l" t="t" r="r" b="b"/>
              <a:pathLst>
                <a:path w="729" h="856" extrusionOk="0">
                  <a:moveTo>
                    <a:pt x="227" y="0"/>
                  </a:moveTo>
                  <a:cubicBezTo>
                    <a:pt x="190" y="0"/>
                    <a:pt x="156" y="10"/>
                    <a:pt x="127" y="32"/>
                  </a:cubicBezTo>
                  <a:cubicBezTo>
                    <a:pt x="0" y="95"/>
                    <a:pt x="0" y="349"/>
                    <a:pt x="127" y="570"/>
                  </a:cubicBezTo>
                  <a:cubicBezTo>
                    <a:pt x="249" y="741"/>
                    <a:pt x="390" y="856"/>
                    <a:pt x="506" y="856"/>
                  </a:cubicBezTo>
                  <a:cubicBezTo>
                    <a:pt x="541" y="856"/>
                    <a:pt x="573" y="845"/>
                    <a:pt x="602" y="824"/>
                  </a:cubicBezTo>
                  <a:cubicBezTo>
                    <a:pt x="729" y="760"/>
                    <a:pt x="729" y="507"/>
                    <a:pt x="602" y="285"/>
                  </a:cubicBezTo>
                  <a:cubicBezTo>
                    <a:pt x="504" y="114"/>
                    <a:pt x="350" y="0"/>
                    <a:pt x="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38">
              <a:extLst>
                <a:ext uri="{FF2B5EF4-FFF2-40B4-BE49-F238E27FC236}">
                  <a16:creationId xmlns:a16="http://schemas.microsoft.com/office/drawing/2014/main" id="{20C66266-66EC-8F29-3205-7DC2EAB7CD11}"/>
                </a:ext>
              </a:extLst>
            </p:cNvPr>
            <p:cNvSpPr/>
            <p:nvPr/>
          </p:nvSpPr>
          <p:spPr>
            <a:xfrm>
              <a:off x="1467082" y="3914548"/>
              <a:ext cx="23851" cy="28490"/>
            </a:xfrm>
            <a:custGeom>
              <a:avLst/>
              <a:gdLst/>
              <a:ahLst/>
              <a:cxnLst/>
              <a:rect l="l" t="t" r="r" b="b"/>
              <a:pathLst>
                <a:path w="730" h="872" extrusionOk="0">
                  <a:moveTo>
                    <a:pt x="201" y="0"/>
                  </a:moveTo>
                  <a:cubicBezTo>
                    <a:pt x="174" y="0"/>
                    <a:pt x="150" y="5"/>
                    <a:pt x="127" y="16"/>
                  </a:cubicBezTo>
                  <a:cubicBezTo>
                    <a:pt x="1" y="111"/>
                    <a:pt x="1" y="333"/>
                    <a:pt x="127" y="586"/>
                  </a:cubicBezTo>
                  <a:cubicBezTo>
                    <a:pt x="225" y="757"/>
                    <a:pt x="379" y="872"/>
                    <a:pt x="503" y="872"/>
                  </a:cubicBezTo>
                  <a:cubicBezTo>
                    <a:pt x="539" y="872"/>
                    <a:pt x="573" y="861"/>
                    <a:pt x="602" y="840"/>
                  </a:cubicBezTo>
                  <a:cubicBezTo>
                    <a:pt x="729" y="776"/>
                    <a:pt x="729" y="523"/>
                    <a:pt x="602" y="301"/>
                  </a:cubicBezTo>
                  <a:cubicBezTo>
                    <a:pt x="498" y="118"/>
                    <a:pt x="329" y="0"/>
                    <a:pt x="20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38">
              <a:extLst>
                <a:ext uri="{FF2B5EF4-FFF2-40B4-BE49-F238E27FC236}">
                  <a16:creationId xmlns:a16="http://schemas.microsoft.com/office/drawing/2014/main" id="{98363611-EF89-1710-1155-0EA942DF1B59}"/>
                </a:ext>
              </a:extLst>
            </p:cNvPr>
            <p:cNvSpPr/>
            <p:nvPr/>
          </p:nvSpPr>
          <p:spPr>
            <a:xfrm>
              <a:off x="1515732" y="3942647"/>
              <a:ext cx="21760" cy="28490"/>
            </a:xfrm>
            <a:custGeom>
              <a:avLst/>
              <a:gdLst/>
              <a:ahLst/>
              <a:cxnLst/>
              <a:rect l="l" t="t" r="r" b="b"/>
              <a:pathLst>
                <a:path w="666" h="872" extrusionOk="0">
                  <a:moveTo>
                    <a:pt x="190" y="0"/>
                  </a:moveTo>
                  <a:cubicBezTo>
                    <a:pt x="78" y="0"/>
                    <a:pt x="0" y="78"/>
                    <a:pt x="0" y="233"/>
                  </a:cubicBezTo>
                  <a:cubicBezTo>
                    <a:pt x="0" y="455"/>
                    <a:pt x="159" y="708"/>
                    <a:pt x="349" y="835"/>
                  </a:cubicBezTo>
                  <a:cubicBezTo>
                    <a:pt x="398" y="860"/>
                    <a:pt x="444" y="871"/>
                    <a:pt x="483" y="871"/>
                  </a:cubicBezTo>
                  <a:cubicBezTo>
                    <a:pt x="596" y="871"/>
                    <a:pt x="665" y="777"/>
                    <a:pt x="665" y="613"/>
                  </a:cubicBezTo>
                  <a:cubicBezTo>
                    <a:pt x="665" y="423"/>
                    <a:pt x="539" y="138"/>
                    <a:pt x="349" y="43"/>
                  </a:cubicBezTo>
                  <a:cubicBezTo>
                    <a:pt x="292" y="15"/>
                    <a:pt x="237" y="0"/>
                    <a:pt x="19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38">
              <a:extLst>
                <a:ext uri="{FF2B5EF4-FFF2-40B4-BE49-F238E27FC236}">
                  <a16:creationId xmlns:a16="http://schemas.microsoft.com/office/drawing/2014/main" id="{468EB7CB-85E1-9D41-6FA0-4A5F8BB6AD8D}"/>
                </a:ext>
              </a:extLst>
            </p:cNvPr>
            <p:cNvSpPr/>
            <p:nvPr/>
          </p:nvSpPr>
          <p:spPr>
            <a:xfrm>
              <a:off x="1087363" y="3787028"/>
              <a:ext cx="487376" cy="387953"/>
            </a:xfrm>
            <a:custGeom>
              <a:avLst/>
              <a:gdLst/>
              <a:ahLst/>
              <a:cxnLst/>
              <a:rect l="l" t="t" r="r" b="b"/>
              <a:pathLst>
                <a:path w="14917" h="11874" extrusionOk="0">
                  <a:moveTo>
                    <a:pt x="230" y="1"/>
                  </a:moveTo>
                  <a:cubicBezTo>
                    <a:pt x="96" y="1"/>
                    <a:pt x="0" y="107"/>
                    <a:pt x="0" y="309"/>
                  </a:cubicBezTo>
                  <a:lnTo>
                    <a:pt x="0" y="2938"/>
                  </a:lnTo>
                  <a:cubicBezTo>
                    <a:pt x="0" y="3223"/>
                    <a:pt x="190" y="3539"/>
                    <a:pt x="412" y="3698"/>
                  </a:cubicBezTo>
                  <a:lnTo>
                    <a:pt x="14505" y="11805"/>
                  </a:lnTo>
                  <a:cubicBezTo>
                    <a:pt x="14571" y="11852"/>
                    <a:pt x="14634" y="11874"/>
                    <a:pt x="14690" y="11874"/>
                  </a:cubicBezTo>
                  <a:cubicBezTo>
                    <a:pt x="14823" y="11874"/>
                    <a:pt x="14916" y="11752"/>
                    <a:pt x="14916" y="11552"/>
                  </a:cubicBezTo>
                  <a:lnTo>
                    <a:pt x="14916" y="8923"/>
                  </a:lnTo>
                  <a:cubicBezTo>
                    <a:pt x="14916" y="8670"/>
                    <a:pt x="14726" y="8321"/>
                    <a:pt x="14505" y="8195"/>
                  </a:cubicBezTo>
                  <a:lnTo>
                    <a:pt x="412" y="56"/>
                  </a:lnTo>
                  <a:cubicBezTo>
                    <a:pt x="347" y="19"/>
                    <a:pt x="285" y="1"/>
                    <a:pt x="23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38">
              <a:extLst>
                <a:ext uri="{FF2B5EF4-FFF2-40B4-BE49-F238E27FC236}">
                  <a16:creationId xmlns:a16="http://schemas.microsoft.com/office/drawing/2014/main" id="{52AD2463-82BB-3D88-B9B0-7287361439ED}"/>
                </a:ext>
              </a:extLst>
            </p:cNvPr>
            <p:cNvSpPr/>
            <p:nvPr/>
          </p:nvSpPr>
          <p:spPr>
            <a:xfrm>
              <a:off x="1111148" y="3824013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38">
              <a:extLst>
                <a:ext uri="{FF2B5EF4-FFF2-40B4-BE49-F238E27FC236}">
                  <a16:creationId xmlns:a16="http://schemas.microsoft.com/office/drawing/2014/main" id="{3C09AAC8-2EB1-A5C1-B037-A2CBDED5379F}"/>
                </a:ext>
              </a:extLst>
            </p:cNvPr>
            <p:cNvSpPr/>
            <p:nvPr/>
          </p:nvSpPr>
          <p:spPr>
            <a:xfrm>
              <a:off x="1111148" y="3849890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0"/>
                  </a:moveTo>
                  <a:lnTo>
                    <a:pt x="1" y="254"/>
                  </a:lnTo>
                  <a:lnTo>
                    <a:pt x="5036" y="3135"/>
                  </a:lnTo>
                  <a:lnTo>
                    <a:pt x="5036" y="2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38">
              <a:extLst>
                <a:ext uri="{FF2B5EF4-FFF2-40B4-BE49-F238E27FC236}">
                  <a16:creationId xmlns:a16="http://schemas.microsoft.com/office/drawing/2014/main" id="{032FBDB0-FB52-8A4A-8CD0-585BF095B273}"/>
                </a:ext>
              </a:extLst>
            </p:cNvPr>
            <p:cNvSpPr/>
            <p:nvPr/>
          </p:nvSpPr>
          <p:spPr>
            <a:xfrm>
              <a:off x="1111148" y="3876779"/>
              <a:ext cx="164571" cy="102461"/>
            </a:xfrm>
            <a:custGeom>
              <a:avLst/>
              <a:gdLst/>
              <a:ahLst/>
              <a:cxnLst/>
              <a:rect l="l" t="t" r="r" b="b"/>
              <a:pathLst>
                <a:path w="5037" h="3136" extrusionOk="0">
                  <a:moveTo>
                    <a:pt x="1" y="1"/>
                  </a:moveTo>
                  <a:lnTo>
                    <a:pt x="1" y="222"/>
                  </a:lnTo>
                  <a:lnTo>
                    <a:pt x="5036" y="3136"/>
                  </a:lnTo>
                  <a:lnTo>
                    <a:pt x="5036" y="29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38">
              <a:extLst>
                <a:ext uri="{FF2B5EF4-FFF2-40B4-BE49-F238E27FC236}">
                  <a16:creationId xmlns:a16="http://schemas.microsoft.com/office/drawing/2014/main" id="{6308102C-A48F-85B2-174D-35175068EE26}"/>
                </a:ext>
              </a:extLst>
            </p:cNvPr>
            <p:cNvSpPr/>
            <p:nvPr/>
          </p:nvSpPr>
          <p:spPr>
            <a:xfrm>
              <a:off x="1418466" y="4025243"/>
              <a:ext cx="23818" cy="28523"/>
            </a:xfrm>
            <a:custGeom>
              <a:avLst/>
              <a:gdLst/>
              <a:ahLst/>
              <a:cxnLst/>
              <a:rect l="l" t="t" r="r" b="b"/>
              <a:pathLst>
                <a:path w="729" h="873" extrusionOk="0">
                  <a:moveTo>
                    <a:pt x="201" y="1"/>
                  </a:moveTo>
                  <a:cubicBezTo>
                    <a:pt x="174" y="1"/>
                    <a:pt x="149" y="6"/>
                    <a:pt x="127" y="17"/>
                  </a:cubicBezTo>
                  <a:cubicBezTo>
                    <a:pt x="0" y="112"/>
                    <a:pt x="0" y="334"/>
                    <a:pt x="127" y="587"/>
                  </a:cubicBezTo>
                  <a:cubicBezTo>
                    <a:pt x="249" y="758"/>
                    <a:pt x="390" y="872"/>
                    <a:pt x="506" y="872"/>
                  </a:cubicBezTo>
                  <a:cubicBezTo>
                    <a:pt x="541" y="872"/>
                    <a:pt x="573" y="862"/>
                    <a:pt x="602" y="840"/>
                  </a:cubicBezTo>
                  <a:cubicBezTo>
                    <a:pt x="729" y="777"/>
                    <a:pt x="729" y="524"/>
                    <a:pt x="602" y="302"/>
                  </a:cubicBezTo>
                  <a:cubicBezTo>
                    <a:pt x="497" y="119"/>
                    <a:pt x="328" y="1"/>
                    <a:pt x="2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38">
              <a:extLst>
                <a:ext uri="{FF2B5EF4-FFF2-40B4-BE49-F238E27FC236}">
                  <a16:creationId xmlns:a16="http://schemas.microsoft.com/office/drawing/2014/main" id="{F9A0B0A2-992F-52AC-0ECA-3016CD860E5F}"/>
                </a:ext>
              </a:extLst>
            </p:cNvPr>
            <p:cNvSpPr/>
            <p:nvPr/>
          </p:nvSpPr>
          <p:spPr>
            <a:xfrm>
              <a:off x="1468128" y="4053341"/>
              <a:ext cx="21760" cy="28131"/>
            </a:xfrm>
            <a:custGeom>
              <a:avLst/>
              <a:gdLst/>
              <a:ahLst/>
              <a:cxnLst/>
              <a:rect l="l" t="t" r="r" b="b"/>
              <a:pathLst>
                <a:path w="666" h="861" extrusionOk="0">
                  <a:moveTo>
                    <a:pt x="165" y="1"/>
                  </a:moveTo>
                  <a:cubicBezTo>
                    <a:pt x="63" y="1"/>
                    <a:pt x="0" y="78"/>
                    <a:pt x="0" y="234"/>
                  </a:cubicBezTo>
                  <a:cubicBezTo>
                    <a:pt x="0" y="455"/>
                    <a:pt x="127" y="709"/>
                    <a:pt x="317" y="804"/>
                  </a:cubicBezTo>
                  <a:cubicBezTo>
                    <a:pt x="375" y="842"/>
                    <a:pt x="430" y="860"/>
                    <a:pt x="479" y="860"/>
                  </a:cubicBezTo>
                  <a:cubicBezTo>
                    <a:pt x="589" y="860"/>
                    <a:pt x="666" y="768"/>
                    <a:pt x="666" y="614"/>
                  </a:cubicBezTo>
                  <a:cubicBezTo>
                    <a:pt x="666" y="424"/>
                    <a:pt x="507" y="139"/>
                    <a:pt x="317" y="44"/>
                  </a:cubicBezTo>
                  <a:cubicBezTo>
                    <a:pt x="260" y="15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38">
              <a:extLst>
                <a:ext uri="{FF2B5EF4-FFF2-40B4-BE49-F238E27FC236}">
                  <a16:creationId xmlns:a16="http://schemas.microsoft.com/office/drawing/2014/main" id="{75A183F9-50DE-D5CF-2139-649F6BE1CFEE}"/>
                </a:ext>
              </a:extLst>
            </p:cNvPr>
            <p:cNvSpPr/>
            <p:nvPr/>
          </p:nvSpPr>
          <p:spPr>
            <a:xfrm>
              <a:off x="1514686" y="4081047"/>
              <a:ext cx="23818" cy="28066"/>
            </a:xfrm>
            <a:custGeom>
              <a:avLst/>
              <a:gdLst/>
              <a:ahLst/>
              <a:cxnLst/>
              <a:rect l="l" t="t" r="r" b="b"/>
              <a:pathLst>
                <a:path w="729" h="859" extrusionOk="0">
                  <a:moveTo>
                    <a:pt x="213" y="0"/>
                  </a:moveTo>
                  <a:cubicBezTo>
                    <a:pt x="182" y="0"/>
                    <a:pt x="153" y="6"/>
                    <a:pt x="127" y="19"/>
                  </a:cubicBezTo>
                  <a:cubicBezTo>
                    <a:pt x="1" y="82"/>
                    <a:pt x="1" y="336"/>
                    <a:pt x="127" y="557"/>
                  </a:cubicBezTo>
                  <a:cubicBezTo>
                    <a:pt x="232" y="740"/>
                    <a:pt x="401" y="859"/>
                    <a:pt x="528" y="859"/>
                  </a:cubicBezTo>
                  <a:cubicBezTo>
                    <a:pt x="555" y="859"/>
                    <a:pt x="580" y="853"/>
                    <a:pt x="602" y="842"/>
                  </a:cubicBezTo>
                  <a:cubicBezTo>
                    <a:pt x="729" y="779"/>
                    <a:pt x="729" y="526"/>
                    <a:pt x="602" y="304"/>
                  </a:cubicBezTo>
                  <a:cubicBezTo>
                    <a:pt x="501" y="101"/>
                    <a:pt x="339" y="0"/>
                    <a:pt x="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38">
              <a:extLst>
                <a:ext uri="{FF2B5EF4-FFF2-40B4-BE49-F238E27FC236}">
                  <a16:creationId xmlns:a16="http://schemas.microsoft.com/office/drawing/2014/main" id="{0B14EC41-83A9-6FF9-AC6A-F43551B6ACD5}"/>
                </a:ext>
              </a:extLst>
            </p:cNvPr>
            <p:cNvSpPr/>
            <p:nvPr/>
          </p:nvSpPr>
          <p:spPr>
            <a:xfrm>
              <a:off x="1642991" y="2262071"/>
              <a:ext cx="472902" cy="2076207"/>
            </a:xfrm>
            <a:custGeom>
              <a:avLst/>
              <a:gdLst/>
              <a:ahLst/>
              <a:cxnLst/>
              <a:rect l="l" t="t" r="r" b="b"/>
              <a:pathLst>
                <a:path w="14474" h="63546" extrusionOk="0">
                  <a:moveTo>
                    <a:pt x="14185" y="0"/>
                  </a:moveTo>
                  <a:cubicBezTo>
                    <a:pt x="14112" y="0"/>
                    <a:pt x="14027" y="26"/>
                    <a:pt x="13935" y="81"/>
                  </a:cubicBezTo>
                  <a:lnTo>
                    <a:pt x="539" y="7777"/>
                  </a:lnTo>
                  <a:cubicBezTo>
                    <a:pt x="254" y="7967"/>
                    <a:pt x="1" y="8379"/>
                    <a:pt x="1" y="8727"/>
                  </a:cubicBezTo>
                  <a:lnTo>
                    <a:pt x="1" y="63546"/>
                  </a:lnTo>
                  <a:lnTo>
                    <a:pt x="14473" y="55185"/>
                  </a:lnTo>
                  <a:lnTo>
                    <a:pt x="14473" y="398"/>
                  </a:lnTo>
                  <a:cubicBezTo>
                    <a:pt x="14473" y="152"/>
                    <a:pt x="14362" y="0"/>
                    <a:pt x="1418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38">
              <a:extLst>
                <a:ext uri="{FF2B5EF4-FFF2-40B4-BE49-F238E27FC236}">
                  <a16:creationId xmlns:a16="http://schemas.microsoft.com/office/drawing/2014/main" id="{F508FB49-E333-1414-8527-09986DDAE4D2}"/>
                </a:ext>
              </a:extLst>
            </p:cNvPr>
            <p:cNvSpPr/>
            <p:nvPr/>
          </p:nvSpPr>
          <p:spPr>
            <a:xfrm>
              <a:off x="1658511" y="2288798"/>
              <a:ext cx="441863" cy="360574"/>
            </a:xfrm>
            <a:custGeom>
              <a:avLst/>
              <a:gdLst/>
              <a:ahLst/>
              <a:cxnLst/>
              <a:rect l="l" t="t" r="r" b="b"/>
              <a:pathLst>
                <a:path w="13524" h="11036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099"/>
                  </a:cubicBezTo>
                  <a:lnTo>
                    <a:pt x="1" y="10728"/>
                  </a:lnTo>
                  <a:cubicBezTo>
                    <a:pt x="1" y="10929"/>
                    <a:pt x="96" y="11036"/>
                    <a:pt x="241" y="11036"/>
                  </a:cubicBezTo>
                  <a:cubicBezTo>
                    <a:pt x="301" y="11036"/>
                    <a:pt x="370" y="11018"/>
                    <a:pt x="444" y="10981"/>
                  </a:cubicBezTo>
                  <a:lnTo>
                    <a:pt x="13112" y="3665"/>
                  </a:lnTo>
                  <a:cubicBezTo>
                    <a:pt x="13333" y="3539"/>
                    <a:pt x="13523" y="3190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38">
              <a:extLst>
                <a:ext uri="{FF2B5EF4-FFF2-40B4-BE49-F238E27FC236}">
                  <a16:creationId xmlns:a16="http://schemas.microsoft.com/office/drawing/2014/main" id="{66A7EE81-4E71-3760-4433-D46AFE1396CE}"/>
                </a:ext>
              </a:extLst>
            </p:cNvPr>
            <p:cNvSpPr/>
            <p:nvPr/>
          </p:nvSpPr>
          <p:spPr>
            <a:xfrm>
              <a:off x="1658511" y="242697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4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1"/>
                    <a:pt x="241" y="11051"/>
                  </a:cubicBezTo>
                  <a:cubicBezTo>
                    <a:pt x="301" y="11051"/>
                    <a:pt x="370" y="11033"/>
                    <a:pt x="444" y="10996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38">
              <a:extLst>
                <a:ext uri="{FF2B5EF4-FFF2-40B4-BE49-F238E27FC236}">
                  <a16:creationId xmlns:a16="http://schemas.microsoft.com/office/drawing/2014/main" id="{00F0A48B-FCAD-00E3-A9B3-00D2B5307A4E}"/>
                </a:ext>
              </a:extLst>
            </p:cNvPr>
            <p:cNvSpPr/>
            <p:nvPr/>
          </p:nvSpPr>
          <p:spPr>
            <a:xfrm>
              <a:off x="1658511" y="2565240"/>
              <a:ext cx="441863" cy="361260"/>
            </a:xfrm>
            <a:custGeom>
              <a:avLst/>
              <a:gdLst/>
              <a:ahLst/>
              <a:cxnLst/>
              <a:rect l="l" t="t" r="r" b="b"/>
              <a:pathLst>
                <a:path w="13524" h="11057" extrusionOk="0">
                  <a:moveTo>
                    <a:pt x="13280" y="0"/>
                  </a:moveTo>
                  <a:cubicBezTo>
                    <a:pt x="13228" y="0"/>
                    <a:pt x="13171" y="16"/>
                    <a:pt x="13112" y="50"/>
                  </a:cubicBezTo>
                  <a:lnTo>
                    <a:pt x="444" y="7365"/>
                  </a:lnTo>
                  <a:cubicBezTo>
                    <a:pt x="191" y="7524"/>
                    <a:pt x="1" y="7840"/>
                    <a:pt x="1" y="8125"/>
                  </a:cubicBezTo>
                  <a:lnTo>
                    <a:pt x="1" y="10754"/>
                  </a:lnTo>
                  <a:cubicBezTo>
                    <a:pt x="1" y="10939"/>
                    <a:pt x="102" y="11057"/>
                    <a:pt x="256" y="11057"/>
                  </a:cubicBezTo>
                  <a:cubicBezTo>
                    <a:pt x="313" y="11057"/>
                    <a:pt x="376" y="11041"/>
                    <a:pt x="444" y="11007"/>
                  </a:cubicBezTo>
                  <a:lnTo>
                    <a:pt x="13112" y="3692"/>
                  </a:lnTo>
                  <a:cubicBezTo>
                    <a:pt x="13333" y="3533"/>
                    <a:pt x="13523" y="3217"/>
                    <a:pt x="13523" y="2932"/>
                  </a:cubicBezTo>
                  <a:lnTo>
                    <a:pt x="13523" y="303"/>
                  </a:lnTo>
                  <a:cubicBezTo>
                    <a:pt x="13523" y="118"/>
                    <a:pt x="13421" y="0"/>
                    <a:pt x="13280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38">
              <a:extLst>
                <a:ext uri="{FF2B5EF4-FFF2-40B4-BE49-F238E27FC236}">
                  <a16:creationId xmlns:a16="http://schemas.microsoft.com/office/drawing/2014/main" id="{8BD4378D-C5DD-EFF2-9398-C123D0C68F7A}"/>
                </a:ext>
              </a:extLst>
            </p:cNvPr>
            <p:cNvSpPr/>
            <p:nvPr/>
          </p:nvSpPr>
          <p:spPr>
            <a:xfrm>
              <a:off x="1658511" y="2703706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38">
              <a:extLst>
                <a:ext uri="{FF2B5EF4-FFF2-40B4-BE49-F238E27FC236}">
                  <a16:creationId xmlns:a16="http://schemas.microsoft.com/office/drawing/2014/main" id="{D7754C3D-44C4-595E-EF7F-D19A1CDB3F78}"/>
                </a:ext>
              </a:extLst>
            </p:cNvPr>
            <p:cNvSpPr/>
            <p:nvPr/>
          </p:nvSpPr>
          <p:spPr>
            <a:xfrm>
              <a:off x="1658511" y="284233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2"/>
                  </a:lnTo>
                  <a:cubicBezTo>
                    <a:pt x="191" y="7498"/>
                    <a:pt x="1" y="7847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40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8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38">
              <a:extLst>
                <a:ext uri="{FF2B5EF4-FFF2-40B4-BE49-F238E27FC236}">
                  <a16:creationId xmlns:a16="http://schemas.microsoft.com/office/drawing/2014/main" id="{92D984B4-AF91-FE94-AFDC-2CE1A00B9A4F}"/>
                </a:ext>
              </a:extLst>
            </p:cNvPr>
            <p:cNvSpPr/>
            <p:nvPr/>
          </p:nvSpPr>
          <p:spPr>
            <a:xfrm>
              <a:off x="1658511" y="298054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3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9"/>
                    <a:pt x="1" y="8114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38">
              <a:extLst>
                <a:ext uri="{FF2B5EF4-FFF2-40B4-BE49-F238E27FC236}">
                  <a16:creationId xmlns:a16="http://schemas.microsoft.com/office/drawing/2014/main" id="{81471492-774A-DD18-1851-D46F66B691DD}"/>
                </a:ext>
              </a:extLst>
            </p:cNvPr>
            <p:cNvSpPr/>
            <p:nvPr/>
          </p:nvSpPr>
          <p:spPr>
            <a:xfrm>
              <a:off x="1658511" y="311877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1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3"/>
                  </a:lnTo>
                  <a:cubicBezTo>
                    <a:pt x="13333" y="3534"/>
                    <a:pt x="13523" y="3218"/>
                    <a:pt x="13523" y="2932"/>
                  </a:cubicBezTo>
                  <a:lnTo>
                    <a:pt x="13523" y="304"/>
                  </a:lnTo>
                  <a:cubicBezTo>
                    <a:pt x="13523" y="119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38">
              <a:extLst>
                <a:ext uri="{FF2B5EF4-FFF2-40B4-BE49-F238E27FC236}">
                  <a16:creationId xmlns:a16="http://schemas.microsoft.com/office/drawing/2014/main" id="{DF4318AC-CFCA-8A4F-ADF4-C95129EAF1E4}"/>
                </a:ext>
              </a:extLst>
            </p:cNvPr>
            <p:cNvSpPr/>
            <p:nvPr/>
          </p:nvSpPr>
          <p:spPr>
            <a:xfrm>
              <a:off x="1658511" y="325727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9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38">
              <a:extLst>
                <a:ext uri="{FF2B5EF4-FFF2-40B4-BE49-F238E27FC236}">
                  <a16:creationId xmlns:a16="http://schemas.microsoft.com/office/drawing/2014/main" id="{1CCC9D0F-1749-A04E-3B43-EEF7BEDE0BA4}"/>
                </a:ext>
              </a:extLst>
            </p:cNvPr>
            <p:cNvSpPr/>
            <p:nvPr/>
          </p:nvSpPr>
          <p:spPr>
            <a:xfrm>
              <a:off x="1658511" y="3395905"/>
              <a:ext cx="441863" cy="360606"/>
            </a:xfrm>
            <a:custGeom>
              <a:avLst/>
              <a:gdLst/>
              <a:ahLst/>
              <a:cxnLst/>
              <a:rect l="l" t="t" r="r" b="b"/>
              <a:pathLst>
                <a:path w="13524" h="11037" extrusionOk="0">
                  <a:moveTo>
                    <a:pt x="13294" y="1"/>
                  </a:moveTo>
                  <a:cubicBezTo>
                    <a:pt x="13238" y="1"/>
                    <a:pt x="13176" y="19"/>
                    <a:pt x="13112" y="56"/>
                  </a:cubicBezTo>
                  <a:lnTo>
                    <a:pt x="444" y="7371"/>
                  </a:lnTo>
                  <a:cubicBezTo>
                    <a:pt x="191" y="7498"/>
                    <a:pt x="1" y="7846"/>
                    <a:pt x="1" y="8100"/>
                  </a:cubicBezTo>
                  <a:lnTo>
                    <a:pt x="1" y="10728"/>
                  </a:lnTo>
                  <a:cubicBezTo>
                    <a:pt x="1" y="10930"/>
                    <a:pt x="96" y="11037"/>
                    <a:pt x="241" y="11037"/>
                  </a:cubicBezTo>
                  <a:cubicBezTo>
                    <a:pt x="301" y="11037"/>
                    <a:pt x="370" y="11019"/>
                    <a:pt x="444" y="10982"/>
                  </a:cubicBezTo>
                  <a:lnTo>
                    <a:pt x="13112" y="3666"/>
                  </a:lnTo>
                  <a:cubicBezTo>
                    <a:pt x="13333" y="3539"/>
                    <a:pt x="13523" y="3191"/>
                    <a:pt x="13523" y="2938"/>
                  </a:cubicBezTo>
                  <a:lnTo>
                    <a:pt x="13523" y="309"/>
                  </a:lnTo>
                  <a:cubicBezTo>
                    <a:pt x="13523" y="107"/>
                    <a:pt x="13428" y="1"/>
                    <a:pt x="13294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38">
              <a:extLst>
                <a:ext uri="{FF2B5EF4-FFF2-40B4-BE49-F238E27FC236}">
                  <a16:creationId xmlns:a16="http://schemas.microsoft.com/office/drawing/2014/main" id="{5555E3CE-0A00-C2B8-F0BD-64C545A85F02}"/>
                </a:ext>
              </a:extLst>
            </p:cNvPr>
            <p:cNvSpPr/>
            <p:nvPr/>
          </p:nvSpPr>
          <p:spPr>
            <a:xfrm>
              <a:off x="1658511" y="3534110"/>
              <a:ext cx="441863" cy="361064"/>
            </a:xfrm>
            <a:custGeom>
              <a:avLst/>
              <a:gdLst/>
              <a:ahLst/>
              <a:cxnLst/>
              <a:rect l="l" t="t" r="r" b="b"/>
              <a:pathLst>
                <a:path w="13524" h="11051" extrusionOk="0">
                  <a:moveTo>
                    <a:pt x="13297" y="1"/>
                  </a:moveTo>
                  <a:cubicBezTo>
                    <a:pt x="13241" y="1"/>
                    <a:pt x="13177" y="22"/>
                    <a:pt x="13112" y="70"/>
                  </a:cubicBezTo>
                  <a:lnTo>
                    <a:pt x="444" y="7353"/>
                  </a:lnTo>
                  <a:cubicBezTo>
                    <a:pt x="191" y="7512"/>
                    <a:pt x="1" y="7828"/>
                    <a:pt x="1" y="8113"/>
                  </a:cubicBezTo>
                  <a:lnTo>
                    <a:pt x="1" y="10742"/>
                  </a:lnTo>
                  <a:cubicBezTo>
                    <a:pt x="1" y="10944"/>
                    <a:pt x="96" y="11050"/>
                    <a:pt x="241" y="11050"/>
                  </a:cubicBezTo>
                  <a:cubicBezTo>
                    <a:pt x="301" y="11050"/>
                    <a:pt x="370" y="11032"/>
                    <a:pt x="444" y="10995"/>
                  </a:cubicBezTo>
                  <a:lnTo>
                    <a:pt x="13112" y="3680"/>
                  </a:lnTo>
                  <a:cubicBezTo>
                    <a:pt x="13333" y="3553"/>
                    <a:pt x="13523" y="3205"/>
                    <a:pt x="13523" y="2920"/>
                  </a:cubicBezTo>
                  <a:lnTo>
                    <a:pt x="13523" y="323"/>
                  </a:lnTo>
                  <a:cubicBezTo>
                    <a:pt x="13523" y="123"/>
                    <a:pt x="13429" y="1"/>
                    <a:pt x="13297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38">
              <a:extLst>
                <a:ext uri="{FF2B5EF4-FFF2-40B4-BE49-F238E27FC236}">
                  <a16:creationId xmlns:a16="http://schemas.microsoft.com/office/drawing/2014/main" id="{6635C8CC-5C98-EE28-0812-91FB62149E7B}"/>
                </a:ext>
              </a:extLst>
            </p:cNvPr>
            <p:cNvSpPr/>
            <p:nvPr/>
          </p:nvSpPr>
          <p:spPr>
            <a:xfrm>
              <a:off x="1658511" y="3672347"/>
              <a:ext cx="441863" cy="361293"/>
            </a:xfrm>
            <a:custGeom>
              <a:avLst/>
              <a:gdLst/>
              <a:ahLst/>
              <a:cxnLst/>
              <a:rect l="l" t="t" r="r" b="b"/>
              <a:pathLst>
                <a:path w="13524" h="11058" extrusionOk="0">
                  <a:moveTo>
                    <a:pt x="13280" y="1"/>
                  </a:moveTo>
                  <a:cubicBezTo>
                    <a:pt x="13228" y="1"/>
                    <a:pt x="13171" y="17"/>
                    <a:pt x="13112" y="50"/>
                  </a:cubicBezTo>
                  <a:lnTo>
                    <a:pt x="444" y="7366"/>
                  </a:lnTo>
                  <a:cubicBezTo>
                    <a:pt x="191" y="7524"/>
                    <a:pt x="1" y="7841"/>
                    <a:pt x="1" y="8126"/>
                  </a:cubicBezTo>
                  <a:lnTo>
                    <a:pt x="1" y="10755"/>
                  </a:lnTo>
                  <a:cubicBezTo>
                    <a:pt x="1" y="10940"/>
                    <a:pt x="102" y="11058"/>
                    <a:pt x="256" y="11058"/>
                  </a:cubicBezTo>
                  <a:cubicBezTo>
                    <a:pt x="313" y="11058"/>
                    <a:pt x="376" y="11042"/>
                    <a:pt x="444" y="11008"/>
                  </a:cubicBezTo>
                  <a:lnTo>
                    <a:pt x="13112" y="3692"/>
                  </a:lnTo>
                  <a:cubicBezTo>
                    <a:pt x="13333" y="3534"/>
                    <a:pt x="13523" y="3217"/>
                    <a:pt x="13523" y="2932"/>
                  </a:cubicBezTo>
                  <a:lnTo>
                    <a:pt x="13523" y="304"/>
                  </a:lnTo>
                  <a:cubicBezTo>
                    <a:pt x="13523" y="118"/>
                    <a:pt x="13421" y="1"/>
                    <a:pt x="13280" y="1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38">
              <a:extLst>
                <a:ext uri="{FF2B5EF4-FFF2-40B4-BE49-F238E27FC236}">
                  <a16:creationId xmlns:a16="http://schemas.microsoft.com/office/drawing/2014/main" id="{4A7432CC-22A8-A85D-750B-FE6F7C5B1E38}"/>
                </a:ext>
              </a:extLst>
            </p:cNvPr>
            <p:cNvSpPr/>
            <p:nvPr/>
          </p:nvSpPr>
          <p:spPr>
            <a:xfrm>
              <a:off x="1658511" y="3810846"/>
              <a:ext cx="441863" cy="361031"/>
            </a:xfrm>
            <a:custGeom>
              <a:avLst/>
              <a:gdLst/>
              <a:ahLst/>
              <a:cxnLst/>
              <a:rect l="l" t="t" r="r" b="b"/>
              <a:pathLst>
                <a:path w="13524" h="11050" extrusionOk="0">
                  <a:moveTo>
                    <a:pt x="13294" y="0"/>
                  </a:moveTo>
                  <a:cubicBezTo>
                    <a:pt x="13238" y="0"/>
                    <a:pt x="13176" y="18"/>
                    <a:pt x="13112" y="55"/>
                  </a:cubicBezTo>
                  <a:lnTo>
                    <a:pt x="444" y="7371"/>
                  </a:lnTo>
                  <a:cubicBezTo>
                    <a:pt x="191" y="7497"/>
                    <a:pt x="1" y="7846"/>
                    <a:pt x="1" y="8131"/>
                  </a:cubicBezTo>
                  <a:lnTo>
                    <a:pt x="1" y="10728"/>
                  </a:lnTo>
                  <a:cubicBezTo>
                    <a:pt x="1" y="10928"/>
                    <a:pt x="94" y="11050"/>
                    <a:pt x="238" y="11050"/>
                  </a:cubicBezTo>
                  <a:cubicBezTo>
                    <a:pt x="299" y="11050"/>
                    <a:pt x="369" y="11028"/>
                    <a:pt x="444" y="10981"/>
                  </a:cubicBezTo>
                  <a:lnTo>
                    <a:pt x="13112" y="3697"/>
                  </a:lnTo>
                  <a:cubicBezTo>
                    <a:pt x="13333" y="3539"/>
                    <a:pt x="13523" y="3222"/>
                    <a:pt x="13523" y="2937"/>
                  </a:cubicBezTo>
                  <a:lnTo>
                    <a:pt x="13523" y="308"/>
                  </a:lnTo>
                  <a:cubicBezTo>
                    <a:pt x="13523" y="107"/>
                    <a:pt x="13428" y="0"/>
                    <a:pt x="13294" y="0"/>
                  </a:cubicBezTo>
                  <a:close/>
                </a:path>
              </a:pathLst>
            </a:custGeom>
            <a:solidFill>
              <a:srgbClr val="DD9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38">
              <a:extLst>
                <a:ext uri="{FF2B5EF4-FFF2-40B4-BE49-F238E27FC236}">
                  <a16:creationId xmlns:a16="http://schemas.microsoft.com/office/drawing/2014/main" id="{60CAF6DA-B7D1-B5E0-7348-57C254EC6F80}"/>
                </a:ext>
              </a:extLst>
            </p:cNvPr>
            <p:cNvSpPr/>
            <p:nvPr/>
          </p:nvSpPr>
          <p:spPr>
            <a:xfrm>
              <a:off x="1047012" y="1828083"/>
              <a:ext cx="1090608" cy="633258"/>
            </a:xfrm>
            <a:custGeom>
              <a:avLst/>
              <a:gdLst/>
              <a:ahLst/>
              <a:cxnLst/>
              <a:rect l="l" t="t" r="r" b="b"/>
              <a:pathLst>
                <a:path w="33380" h="19382" extrusionOk="0">
                  <a:moveTo>
                    <a:pt x="16151" y="0"/>
                  </a:moveTo>
                  <a:lnTo>
                    <a:pt x="0" y="9342"/>
                  </a:lnTo>
                  <a:lnTo>
                    <a:pt x="17386" y="19382"/>
                  </a:lnTo>
                  <a:lnTo>
                    <a:pt x="33379" y="10134"/>
                  </a:lnTo>
                  <a:lnTo>
                    <a:pt x="1615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38">
              <a:extLst>
                <a:ext uri="{FF2B5EF4-FFF2-40B4-BE49-F238E27FC236}">
                  <a16:creationId xmlns:a16="http://schemas.microsoft.com/office/drawing/2014/main" id="{A087F06D-F67A-2C9E-1408-1EA1FF5353C2}"/>
                </a:ext>
              </a:extLst>
            </p:cNvPr>
            <p:cNvSpPr/>
            <p:nvPr/>
          </p:nvSpPr>
          <p:spPr>
            <a:xfrm>
              <a:off x="1220830" y="1949134"/>
              <a:ext cx="533934" cy="429447"/>
            </a:xfrm>
            <a:custGeom>
              <a:avLst/>
              <a:gdLst/>
              <a:ahLst/>
              <a:cxnLst/>
              <a:rect l="l" t="t" r="r" b="b"/>
              <a:pathLst>
                <a:path w="16342" h="13144" extrusionOk="0">
                  <a:moveTo>
                    <a:pt x="10230" y="0"/>
                  </a:moveTo>
                  <a:lnTo>
                    <a:pt x="1" y="5891"/>
                  </a:lnTo>
                  <a:lnTo>
                    <a:pt x="12510" y="13143"/>
                  </a:lnTo>
                  <a:lnTo>
                    <a:pt x="12510" y="11845"/>
                  </a:lnTo>
                  <a:lnTo>
                    <a:pt x="16342" y="3516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38">
              <a:extLst>
                <a:ext uri="{FF2B5EF4-FFF2-40B4-BE49-F238E27FC236}">
                  <a16:creationId xmlns:a16="http://schemas.microsoft.com/office/drawing/2014/main" id="{C0EC7C8D-2984-32E7-3CB6-631696C8E447}"/>
                </a:ext>
              </a:extLst>
            </p:cNvPr>
            <p:cNvSpPr/>
            <p:nvPr/>
          </p:nvSpPr>
          <p:spPr>
            <a:xfrm>
              <a:off x="1220830" y="2099166"/>
              <a:ext cx="74526" cy="64169"/>
            </a:xfrm>
            <a:custGeom>
              <a:avLst/>
              <a:gdLst/>
              <a:ahLst/>
              <a:cxnLst/>
              <a:rect l="l" t="t" r="r" b="b"/>
              <a:pathLst>
                <a:path w="2281" h="1964" extrusionOk="0">
                  <a:moveTo>
                    <a:pt x="1" y="0"/>
                  </a:moveTo>
                  <a:lnTo>
                    <a:pt x="1" y="1299"/>
                  </a:lnTo>
                  <a:lnTo>
                    <a:pt x="2091" y="1964"/>
                  </a:lnTo>
                  <a:lnTo>
                    <a:pt x="2281" y="855"/>
                  </a:lnTo>
                  <a:lnTo>
                    <a:pt x="1711" y="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38">
              <a:extLst>
                <a:ext uri="{FF2B5EF4-FFF2-40B4-BE49-F238E27FC236}">
                  <a16:creationId xmlns:a16="http://schemas.microsoft.com/office/drawing/2014/main" id="{DA56ACC7-DA7E-FCCF-7969-60FF3DE0E7B3}"/>
                </a:ext>
              </a:extLst>
            </p:cNvPr>
            <p:cNvSpPr/>
            <p:nvPr/>
          </p:nvSpPr>
          <p:spPr>
            <a:xfrm>
              <a:off x="1629530" y="2063978"/>
              <a:ext cx="335285" cy="314604"/>
            </a:xfrm>
            <a:custGeom>
              <a:avLst/>
              <a:gdLst/>
              <a:ahLst/>
              <a:cxnLst/>
              <a:rect l="l" t="t" r="r" b="b"/>
              <a:pathLst>
                <a:path w="10262" h="9629" extrusionOk="0">
                  <a:moveTo>
                    <a:pt x="3833" y="1"/>
                  </a:moveTo>
                  <a:lnTo>
                    <a:pt x="1" y="8330"/>
                  </a:lnTo>
                  <a:lnTo>
                    <a:pt x="1" y="9628"/>
                  </a:lnTo>
                  <a:lnTo>
                    <a:pt x="10262" y="3738"/>
                  </a:lnTo>
                  <a:lnTo>
                    <a:pt x="8678" y="2819"/>
                  </a:lnTo>
                  <a:lnTo>
                    <a:pt x="3833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38">
              <a:extLst>
                <a:ext uri="{FF2B5EF4-FFF2-40B4-BE49-F238E27FC236}">
                  <a16:creationId xmlns:a16="http://schemas.microsoft.com/office/drawing/2014/main" id="{41631FB1-21E5-1CFA-FB07-0813D7CBD7EC}"/>
                </a:ext>
              </a:extLst>
            </p:cNvPr>
            <p:cNvSpPr/>
            <p:nvPr/>
          </p:nvSpPr>
          <p:spPr>
            <a:xfrm>
              <a:off x="1803380" y="2140562"/>
              <a:ext cx="161435" cy="111773"/>
            </a:xfrm>
            <a:custGeom>
              <a:avLst/>
              <a:gdLst/>
              <a:ahLst/>
              <a:cxnLst/>
              <a:rect l="l" t="t" r="r" b="b"/>
              <a:pathLst>
                <a:path w="4941" h="3421" extrusionOk="0">
                  <a:moveTo>
                    <a:pt x="1172" y="0"/>
                  </a:moveTo>
                  <a:lnTo>
                    <a:pt x="0" y="3420"/>
                  </a:lnTo>
                  <a:lnTo>
                    <a:pt x="4941" y="1394"/>
                  </a:lnTo>
                  <a:lnTo>
                    <a:pt x="4941" y="95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38">
              <a:extLst>
                <a:ext uri="{FF2B5EF4-FFF2-40B4-BE49-F238E27FC236}">
                  <a16:creationId xmlns:a16="http://schemas.microsoft.com/office/drawing/2014/main" id="{1B2A13F5-0CFE-AB2A-CE27-2A36738BB596}"/>
                </a:ext>
              </a:extLst>
            </p:cNvPr>
            <p:cNvSpPr/>
            <p:nvPr/>
          </p:nvSpPr>
          <p:spPr>
            <a:xfrm>
              <a:off x="1220830" y="1905680"/>
              <a:ext cx="743985" cy="430460"/>
            </a:xfrm>
            <a:custGeom>
              <a:avLst/>
              <a:gdLst/>
              <a:ahLst/>
              <a:cxnLst/>
              <a:rect l="l" t="t" r="r" b="b"/>
              <a:pathLst>
                <a:path w="22771" h="13175" extrusionOk="0">
                  <a:moveTo>
                    <a:pt x="10230" y="0"/>
                  </a:moveTo>
                  <a:lnTo>
                    <a:pt x="1" y="5922"/>
                  </a:lnTo>
                  <a:lnTo>
                    <a:pt x="12510" y="13175"/>
                  </a:lnTo>
                  <a:lnTo>
                    <a:pt x="22771" y="7284"/>
                  </a:lnTo>
                  <a:lnTo>
                    <a:pt x="10230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38">
              <a:extLst>
                <a:ext uri="{FF2B5EF4-FFF2-40B4-BE49-F238E27FC236}">
                  <a16:creationId xmlns:a16="http://schemas.microsoft.com/office/drawing/2014/main" id="{6B92D7F9-35A3-A62E-9808-7F7B4E74590A}"/>
                </a:ext>
              </a:extLst>
            </p:cNvPr>
            <p:cNvSpPr/>
            <p:nvPr/>
          </p:nvSpPr>
          <p:spPr>
            <a:xfrm>
              <a:off x="1410167" y="2014316"/>
              <a:ext cx="182149" cy="56948"/>
            </a:xfrm>
            <a:custGeom>
              <a:avLst/>
              <a:gdLst/>
              <a:ahLst/>
              <a:cxnLst/>
              <a:rect l="l" t="t" r="r" b="b"/>
              <a:pathLst>
                <a:path w="5575" h="1743" extrusionOk="0">
                  <a:moveTo>
                    <a:pt x="2792" y="1"/>
                  </a:moveTo>
                  <a:cubicBezTo>
                    <a:pt x="2099" y="1"/>
                    <a:pt x="1410" y="159"/>
                    <a:pt x="888" y="476"/>
                  </a:cubicBezTo>
                  <a:cubicBezTo>
                    <a:pt x="254" y="824"/>
                    <a:pt x="1" y="1267"/>
                    <a:pt x="96" y="1742"/>
                  </a:cubicBezTo>
                  <a:cubicBezTo>
                    <a:pt x="159" y="1394"/>
                    <a:pt x="413" y="1046"/>
                    <a:pt x="888" y="792"/>
                  </a:cubicBezTo>
                  <a:cubicBezTo>
                    <a:pt x="1410" y="491"/>
                    <a:pt x="2107" y="341"/>
                    <a:pt x="2804" y="341"/>
                  </a:cubicBezTo>
                  <a:cubicBezTo>
                    <a:pt x="3500" y="341"/>
                    <a:pt x="4197" y="491"/>
                    <a:pt x="4720" y="792"/>
                  </a:cubicBezTo>
                  <a:cubicBezTo>
                    <a:pt x="5195" y="1046"/>
                    <a:pt x="5448" y="1394"/>
                    <a:pt x="5511" y="1742"/>
                  </a:cubicBezTo>
                  <a:cubicBezTo>
                    <a:pt x="5575" y="1267"/>
                    <a:pt x="5321" y="824"/>
                    <a:pt x="4720" y="476"/>
                  </a:cubicBezTo>
                  <a:cubicBezTo>
                    <a:pt x="4181" y="159"/>
                    <a:pt x="3485" y="1"/>
                    <a:pt x="2792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38">
              <a:extLst>
                <a:ext uri="{FF2B5EF4-FFF2-40B4-BE49-F238E27FC236}">
                  <a16:creationId xmlns:a16="http://schemas.microsoft.com/office/drawing/2014/main" id="{D0C3FE29-2D8B-C0F6-B93E-446AFA08B800}"/>
                </a:ext>
              </a:extLst>
            </p:cNvPr>
            <p:cNvSpPr/>
            <p:nvPr/>
          </p:nvSpPr>
          <p:spPr>
            <a:xfrm>
              <a:off x="1413271" y="2025457"/>
              <a:ext cx="176987" cy="91581"/>
            </a:xfrm>
            <a:custGeom>
              <a:avLst/>
              <a:gdLst/>
              <a:ahLst/>
              <a:cxnLst/>
              <a:rect l="l" t="t" r="r" b="b"/>
              <a:pathLst>
                <a:path w="5417" h="2803" extrusionOk="0">
                  <a:moveTo>
                    <a:pt x="2697" y="0"/>
                  </a:moveTo>
                  <a:cubicBezTo>
                    <a:pt x="2004" y="0"/>
                    <a:pt x="1315" y="150"/>
                    <a:pt x="793" y="451"/>
                  </a:cubicBezTo>
                  <a:cubicBezTo>
                    <a:pt x="318" y="705"/>
                    <a:pt x="64" y="1053"/>
                    <a:pt x="1" y="1401"/>
                  </a:cubicBezTo>
                  <a:cubicBezTo>
                    <a:pt x="64" y="1750"/>
                    <a:pt x="318" y="2066"/>
                    <a:pt x="793" y="2351"/>
                  </a:cubicBezTo>
                  <a:cubicBezTo>
                    <a:pt x="1315" y="2652"/>
                    <a:pt x="2012" y="2803"/>
                    <a:pt x="2709" y="2803"/>
                  </a:cubicBezTo>
                  <a:cubicBezTo>
                    <a:pt x="3405" y="2803"/>
                    <a:pt x="4102" y="2652"/>
                    <a:pt x="4625" y="2351"/>
                  </a:cubicBezTo>
                  <a:cubicBezTo>
                    <a:pt x="5100" y="2066"/>
                    <a:pt x="5353" y="1750"/>
                    <a:pt x="5416" y="1401"/>
                  </a:cubicBezTo>
                  <a:cubicBezTo>
                    <a:pt x="5353" y="1053"/>
                    <a:pt x="5100" y="705"/>
                    <a:pt x="4625" y="451"/>
                  </a:cubicBezTo>
                  <a:cubicBezTo>
                    <a:pt x="4086" y="150"/>
                    <a:pt x="3390" y="0"/>
                    <a:pt x="2697" y="0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38">
              <a:extLst>
                <a:ext uri="{FF2B5EF4-FFF2-40B4-BE49-F238E27FC236}">
                  <a16:creationId xmlns:a16="http://schemas.microsoft.com/office/drawing/2014/main" id="{2BB19D82-4D13-0A1D-3C2A-B27C6DA2FD38}"/>
                </a:ext>
              </a:extLst>
            </p:cNvPr>
            <p:cNvSpPr/>
            <p:nvPr/>
          </p:nvSpPr>
          <p:spPr>
            <a:xfrm>
              <a:off x="1348089" y="2074335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49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40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38">
              <a:extLst>
                <a:ext uri="{FF2B5EF4-FFF2-40B4-BE49-F238E27FC236}">
                  <a16:creationId xmlns:a16="http://schemas.microsoft.com/office/drawing/2014/main" id="{A1528A7A-30EE-876B-3EA3-F999278B0A48}"/>
                </a:ext>
              </a:extLst>
            </p:cNvPr>
            <p:cNvSpPr/>
            <p:nvPr/>
          </p:nvSpPr>
          <p:spPr>
            <a:xfrm>
              <a:off x="1325349" y="2087796"/>
              <a:ext cx="141766" cy="81747"/>
            </a:xfrm>
            <a:custGeom>
              <a:avLst/>
              <a:gdLst/>
              <a:ahLst/>
              <a:cxnLst/>
              <a:rect l="l" t="t" r="r" b="b"/>
              <a:pathLst>
                <a:path w="4339" h="2502" extrusionOk="0">
                  <a:moveTo>
                    <a:pt x="348" y="0"/>
                  </a:moveTo>
                  <a:lnTo>
                    <a:pt x="0" y="190"/>
                  </a:lnTo>
                  <a:lnTo>
                    <a:pt x="3990" y="2502"/>
                  </a:lnTo>
                  <a:lnTo>
                    <a:pt x="4339" y="228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38">
              <a:extLst>
                <a:ext uri="{FF2B5EF4-FFF2-40B4-BE49-F238E27FC236}">
                  <a16:creationId xmlns:a16="http://schemas.microsoft.com/office/drawing/2014/main" id="{2DEB0EF7-B063-5B50-3883-AE2B44FDAFD1}"/>
                </a:ext>
              </a:extLst>
            </p:cNvPr>
            <p:cNvSpPr/>
            <p:nvPr/>
          </p:nvSpPr>
          <p:spPr>
            <a:xfrm>
              <a:off x="1302576" y="2100212"/>
              <a:ext cx="141799" cy="82792"/>
            </a:xfrm>
            <a:custGeom>
              <a:avLst/>
              <a:gdLst/>
              <a:ahLst/>
              <a:cxnLst/>
              <a:rect l="l" t="t" r="r" b="b"/>
              <a:pathLst>
                <a:path w="4340" h="2534" extrusionOk="0">
                  <a:moveTo>
                    <a:pt x="349" y="0"/>
                  </a:moveTo>
                  <a:lnTo>
                    <a:pt x="0" y="222"/>
                  </a:lnTo>
                  <a:lnTo>
                    <a:pt x="3959" y="2534"/>
                  </a:lnTo>
                  <a:lnTo>
                    <a:pt x="4339" y="2312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38">
              <a:extLst>
                <a:ext uri="{FF2B5EF4-FFF2-40B4-BE49-F238E27FC236}">
                  <a16:creationId xmlns:a16="http://schemas.microsoft.com/office/drawing/2014/main" id="{7E9F8C9B-3FA4-C527-8DE5-5B9348166C37}"/>
                </a:ext>
              </a:extLst>
            </p:cNvPr>
            <p:cNvSpPr/>
            <p:nvPr/>
          </p:nvSpPr>
          <p:spPr>
            <a:xfrm>
              <a:off x="1556082" y="1949134"/>
              <a:ext cx="142811" cy="81779"/>
            </a:xfrm>
            <a:custGeom>
              <a:avLst/>
              <a:gdLst/>
              <a:ahLst/>
              <a:cxnLst/>
              <a:rect l="l" t="t" r="r" b="b"/>
              <a:pathLst>
                <a:path w="4371" h="2503" extrusionOk="0">
                  <a:moveTo>
                    <a:pt x="380" y="0"/>
                  </a:moveTo>
                  <a:lnTo>
                    <a:pt x="0" y="190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0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38">
              <a:extLst>
                <a:ext uri="{FF2B5EF4-FFF2-40B4-BE49-F238E27FC236}">
                  <a16:creationId xmlns:a16="http://schemas.microsoft.com/office/drawing/2014/main" id="{E9AD6D0A-ED4A-48E8-115E-439A2BF6044C}"/>
                </a:ext>
              </a:extLst>
            </p:cNvPr>
            <p:cNvSpPr/>
            <p:nvPr/>
          </p:nvSpPr>
          <p:spPr>
            <a:xfrm>
              <a:off x="1533310" y="1961550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38">
              <a:extLst>
                <a:ext uri="{FF2B5EF4-FFF2-40B4-BE49-F238E27FC236}">
                  <a16:creationId xmlns:a16="http://schemas.microsoft.com/office/drawing/2014/main" id="{5908E72F-9B11-7EAE-3843-68824B5EB890}"/>
                </a:ext>
              </a:extLst>
            </p:cNvPr>
            <p:cNvSpPr/>
            <p:nvPr/>
          </p:nvSpPr>
          <p:spPr>
            <a:xfrm>
              <a:off x="1510537" y="1975011"/>
              <a:ext cx="142844" cy="81747"/>
            </a:xfrm>
            <a:custGeom>
              <a:avLst/>
              <a:gdLst/>
              <a:ahLst/>
              <a:cxnLst/>
              <a:rect l="l" t="t" r="r" b="b"/>
              <a:pathLst>
                <a:path w="4372" h="2502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38">
              <a:extLst>
                <a:ext uri="{FF2B5EF4-FFF2-40B4-BE49-F238E27FC236}">
                  <a16:creationId xmlns:a16="http://schemas.microsoft.com/office/drawing/2014/main" id="{1D96A7D1-D3CA-EFB9-94C8-9047662BEAC7}"/>
                </a:ext>
              </a:extLst>
            </p:cNvPr>
            <p:cNvSpPr/>
            <p:nvPr/>
          </p:nvSpPr>
          <p:spPr>
            <a:xfrm>
              <a:off x="1598491" y="2122691"/>
              <a:ext cx="182149" cy="57210"/>
            </a:xfrm>
            <a:custGeom>
              <a:avLst/>
              <a:gdLst/>
              <a:ahLst/>
              <a:cxnLst/>
              <a:rect l="l" t="t" r="r" b="b"/>
              <a:pathLst>
                <a:path w="5575" h="1751" extrusionOk="0">
                  <a:moveTo>
                    <a:pt x="2788" y="1"/>
                  </a:moveTo>
                  <a:cubicBezTo>
                    <a:pt x="2091" y="1"/>
                    <a:pt x="1394" y="151"/>
                    <a:pt x="856" y="452"/>
                  </a:cubicBezTo>
                  <a:cubicBezTo>
                    <a:pt x="254" y="801"/>
                    <a:pt x="1" y="1276"/>
                    <a:pt x="96" y="1751"/>
                  </a:cubicBezTo>
                  <a:cubicBezTo>
                    <a:pt x="159" y="1402"/>
                    <a:pt x="412" y="1054"/>
                    <a:pt x="856" y="801"/>
                  </a:cubicBezTo>
                  <a:cubicBezTo>
                    <a:pt x="1394" y="484"/>
                    <a:pt x="2091" y="325"/>
                    <a:pt x="2788" y="325"/>
                  </a:cubicBezTo>
                  <a:cubicBezTo>
                    <a:pt x="3484" y="325"/>
                    <a:pt x="4181" y="484"/>
                    <a:pt x="4719" y="801"/>
                  </a:cubicBezTo>
                  <a:cubicBezTo>
                    <a:pt x="5163" y="1054"/>
                    <a:pt x="5448" y="1402"/>
                    <a:pt x="5511" y="1751"/>
                  </a:cubicBezTo>
                  <a:cubicBezTo>
                    <a:pt x="5575" y="1276"/>
                    <a:pt x="5321" y="801"/>
                    <a:pt x="4719" y="452"/>
                  </a:cubicBezTo>
                  <a:cubicBezTo>
                    <a:pt x="4181" y="151"/>
                    <a:pt x="3484" y="1"/>
                    <a:pt x="2788" y="1"/>
                  </a:cubicBez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38">
              <a:extLst>
                <a:ext uri="{FF2B5EF4-FFF2-40B4-BE49-F238E27FC236}">
                  <a16:creationId xmlns:a16="http://schemas.microsoft.com/office/drawing/2014/main" id="{3A942951-3B59-C421-BC0D-A7E4590A497B}"/>
                </a:ext>
              </a:extLst>
            </p:cNvPr>
            <p:cNvSpPr/>
            <p:nvPr/>
          </p:nvSpPr>
          <p:spPr>
            <a:xfrm>
              <a:off x="1601595" y="2133309"/>
              <a:ext cx="176987" cy="92136"/>
            </a:xfrm>
            <a:custGeom>
              <a:avLst/>
              <a:gdLst/>
              <a:ahLst/>
              <a:cxnLst/>
              <a:rect l="l" t="t" r="r" b="b"/>
              <a:pathLst>
                <a:path w="5417" h="2820" extrusionOk="0">
                  <a:moveTo>
                    <a:pt x="2693" y="0"/>
                  </a:moveTo>
                  <a:cubicBezTo>
                    <a:pt x="1996" y="0"/>
                    <a:pt x="1299" y="159"/>
                    <a:pt x="761" y="476"/>
                  </a:cubicBezTo>
                  <a:cubicBezTo>
                    <a:pt x="317" y="729"/>
                    <a:pt x="64" y="1077"/>
                    <a:pt x="1" y="1426"/>
                  </a:cubicBezTo>
                  <a:cubicBezTo>
                    <a:pt x="64" y="1742"/>
                    <a:pt x="317" y="2091"/>
                    <a:pt x="761" y="2344"/>
                  </a:cubicBezTo>
                  <a:cubicBezTo>
                    <a:pt x="1299" y="2661"/>
                    <a:pt x="1996" y="2819"/>
                    <a:pt x="2693" y="2819"/>
                  </a:cubicBezTo>
                  <a:cubicBezTo>
                    <a:pt x="3389" y="2819"/>
                    <a:pt x="4086" y="2661"/>
                    <a:pt x="4624" y="2344"/>
                  </a:cubicBezTo>
                  <a:cubicBezTo>
                    <a:pt x="5068" y="2091"/>
                    <a:pt x="5353" y="1774"/>
                    <a:pt x="5416" y="1426"/>
                  </a:cubicBezTo>
                  <a:cubicBezTo>
                    <a:pt x="5353" y="1077"/>
                    <a:pt x="5068" y="729"/>
                    <a:pt x="4624" y="476"/>
                  </a:cubicBezTo>
                  <a:cubicBezTo>
                    <a:pt x="4086" y="159"/>
                    <a:pt x="3389" y="0"/>
                    <a:pt x="269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38">
              <a:extLst>
                <a:ext uri="{FF2B5EF4-FFF2-40B4-BE49-F238E27FC236}">
                  <a16:creationId xmlns:a16="http://schemas.microsoft.com/office/drawing/2014/main" id="{AD7E52A4-943C-8825-E427-0B4E02A0333A}"/>
                </a:ext>
              </a:extLst>
            </p:cNvPr>
            <p:cNvSpPr/>
            <p:nvPr/>
          </p:nvSpPr>
          <p:spPr>
            <a:xfrm>
              <a:off x="1535368" y="2182971"/>
              <a:ext cx="142844" cy="81779"/>
            </a:xfrm>
            <a:custGeom>
              <a:avLst/>
              <a:gdLst/>
              <a:ahLst/>
              <a:cxnLst/>
              <a:rect l="l" t="t" r="r" b="b"/>
              <a:pathLst>
                <a:path w="4372" h="2503" extrusionOk="0">
                  <a:moveTo>
                    <a:pt x="381" y="1"/>
                  </a:moveTo>
                  <a:lnTo>
                    <a:pt x="1" y="191"/>
                  </a:lnTo>
                  <a:lnTo>
                    <a:pt x="3991" y="2502"/>
                  </a:lnTo>
                  <a:lnTo>
                    <a:pt x="4371" y="2281"/>
                  </a:lnTo>
                  <a:lnTo>
                    <a:pt x="381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38">
              <a:extLst>
                <a:ext uri="{FF2B5EF4-FFF2-40B4-BE49-F238E27FC236}">
                  <a16:creationId xmlns:a16="http://schemas.microsoft.com/office/drawing/2014/main" id="{9A96AF29-5440-ED40-2E6C-8D57869A3857}"/>
                </a:ext>
              </a:extLst>
            </p:cNvPr>
            <p:cNvSpPr/>
            <p:nvPr/>
          </p:nvSpPr>
          <p:spPr>
            <a:xfrm>
              <a:off x="1512628" y="2195387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38">
              <a:extLst>
                <a:ext uri="{FF2B5EF4-FFF2-40B4-BE49-F238E27FC236}">
                  <a16:creationId xmlns:a16="http://schemas.microsoft.com/office/drawing/2014/main" id="{F22B675E-8CF7-37E6-D232-5B48D7F33E1C}"/>
                </a:ext>
              </a:extLst>
            </p:cNvPr>
            <p:cNvSpPr/>
            <p:nvPr/>
          </p:nvSpPr>
          <p:spPr>
            <a:xfrm>
              <a:off x="1489855" y="2208848"/>
              <a:ext cx="142811" cy="82792"/>
            </a:xfrm>
            <a:custGeom>
              <a:avLst/>
              <a:gdLst/>
              <a:ahLst/>
              <a:cxnLst/>
              <a:rect l="l" t="t" r="r" b="b"/>
              <a:pathLst>
                <a:path w="4371" h="2534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34"/>
                  </a:lnTo>
                  <a:lnTo>
                    <a:pt x="4371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38">
              <a:extLst>
                <a:ext uri="{FF2B5EF4-FFF2-40B4-BE49-F238E27FC236}">
                  <a16:creationId xmlns:a16="http://schemas.microsoft.com/office/drawing/2014/main" id="{1AC6B97B-2FDF-5F70-B7EF-8510910972E7}"/>
                </a:ext>
              </a:extLst>
            </p:cNvPr>
            <p:cNvSpPr/>
            <p:nvPr/>
          </p:nvSpPr>
          <p:spPr>
            <a:xfrm>
              <a:off x="1744407" y="2056725"/>
              <a:ext cx="142811" cy="82825"/>
            </a:xfrm>
            <a:custGeom>
              <a:avLst/>
              <a:gdLst/>
              <a:ahLst/>
              <a:cxnLst/>
              <a:rect l="l" t="t" r="r" b="b"/>
              <a:pathLst>
                <a:path w="4371" h="2535" extrusionOk="0">
                  <a:moveTo>
                    <a:pt x="380" y="1"/>
                  </a:moveTo>
                  <a:lnTo>
                    <a:pt x="0" y="223"/>
                  </a:lnTo>
                  <a:lnTo>
                    <a:pt x="3990" y="2535"/>
                  </a:lnTo>
                  <a:lnTo>
                    <a:pt x="4370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38">
              <a:extLst>
                <a:ext uri="{FF2B5EF4-FFF2-40B4-BE49-F238E27FC236}">
                  <a16:creationId xmlns:a16="http://schemas.microsoft.com/office/drawing/2014/main" id="{1258E368-D844-7CD2-6B19-7F99262B9F1B}"/>
                </a:ext>
              </a:extLst>
            </p:cNvPr>
            <p:cNvSpPr/>
            <p:nvPr/>
          </p:nvSpPr>
          <p:spPr>
            <a:xfrm>
              <a:off x="1721634" y="2070186"/>
              <a:ext cx="141799" cy="82825"/>
            </a:xfrm>
            <a:custGeom>
              <a:avLst/>
              <a:gdLst/>
              <a:ahLst/>
              <a:cxnLst/>
              <a:rect l="l" t="t" r="r" b="b"/>
              <a:pathLst>
                <a:path w="4340" h="2535" extrusionOk="0">
                  <a:moveTo>
                    <a:pt x="380" y="1"/>
                  </a:moveTo>
                  <a:lnTo>
                    <a:pt x="0" y="222"/>
                  </a:lnTo>
                  <a:lnTo>
                    <a:pt x="3991" y="2534"/>
                  </a:lnTo>
                  <a:lnTo>
                    <a:pt x="4339" y="231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38">
              <a:extLst>
                <a:ext uri="{FF2B5EF4-FFF2-40B4-BE49-F238E27FC236}">
                  <a16:creationId xmlns:a16="http://schemas.microsoft.com/office/drawing/2014/main" id="{50CEF759-26D9-96D5-8198-92E27438E174}"/>
                </a:ext>
              </a:extLst>
            </p:cNvPr>
            <p:cNvSpPr/>
            <p:nvPr/>
          </p:nvSpPr>
          <p:spPr>
            <a:xfrm>
              <a:off x="1698861" y="2083647"/>
              <a:ext cx="141799" cy="81779"/>
            </a:xfrm>
            <a:custGeom>
              <a:avLst/>
              <a:gdLst/>
              <a:ahLst/>
              <a:cxnLst/>
              <a:rect l="l" t="t" r="r" b="b"/>
              <a:pathLst>
                <a:path w="4340" h="2503" extrusionOk="0">
                  <a:moveTo>
                    <a:pt x="381" y="0"/>
                  </a:moveTo>
                  <a:lnTo>
                    <a:pt x="1" y="222"/>
                  </a:lnTo>
                  <a:lnTo>
                    <a:pt x="3991" y="2502"/>
                  </a:lnTo>
                  <a:lnTo>
                    <a:pt x="4339" y="2312"/>
                  </a:lnTo>
                  <a:lnTo>
                    <a:pt x="381" y="0"/>
                  </a:lnTo>
                  <a:close/>
                </a:path>
              </a:pathLst>
            </a:custGeom>
            <a:solidFill>
              <a:srgbClr val="1B1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1" name="Google Shape;4441;p38">
            <a:extLst>
              <a:ext uri="{FF2B5EF4-FFF2-40B4-BE49-F238E27FC236}">
                <a16:creationId xmlns:a16="http://schemas.microsoft.com/office/drawing/2014/main" id="{865E2BD6-4F1A-E8F5-73B2-34DF3480BD5D}"/>
              </a:ext>
            </a:extLst>
          </p:cNvPr>
          <p:cNvSpPr txBox="1"/>
          <p:nvPr/>
        </p:nvSpPr>
        <p:spPr>
          <a:xfrm>
            <a:off x="263131" y="181999"/>
            <a:ext cx="77235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latin typeface="Bodoni MT Black" panose="02070A03080606020203" pitchFamily="18" charset="0"/>
                <a:ea typeface="Fira Sans Medium"/>
                <a:cs typeface="Fira Sans Medium"/>
                <a:sym typeface="Fira Sans Medium"/>
              </a:rPr>
              <a:t>DATASETS</a:t>
            </a:r>
            <a:endParaRPr sz="2500" dirty="0">
              <a:latin typeface="Bodoni MT Black" panose="02070A03080606020203" pitchFamily="18" charset="0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19615A-98F6-67C0-C194-C2EB359FDF24}"/>
              </a:ext>
            </a:extLst>
          </p:cNvPr>
          <p:cNvSpPr txBox="1"/>
          <p:nvPr/>
        </p:nvSpPr>
        <p:spPr>
          <a:xfrm>
            <a:off x="1912403" y="794699"/>
            <a:ext cx="25206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Bahnschrift" panose="020B0502040204020203" pitchFamily="34" charset="0"/>
              </a:rPr>
              <a:t>Cardiovascular Disease Dataset</a:t>
            </a:r>
            <a:endParaRPr lang="en-US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6A138-7355-B93B-69A0-D405FFBB4AE1}"/>
              </a:ext>
            </a:extLst>
          </p:cNvPr>
          <p:cNvSpPr txBox="1"/>
          <p:nvPr/>
        </p:nvSpPr>
        <p:spPr>
          <a:xfrm>
            <a:off x="1873183" y="1561660"/>
            <a:ext cx="25206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Contains:  70,000 patients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Balanced classes: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34,979 diseased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35,021 healthy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F25DC9-C9BF-4F62-2B71-8FA11B1D13C4}"/>
              </a:ext>
            </a:extLst>
          </p:cNvPr>
          <p:cNvSpPr txBox="1"/>
          <p:nvPr/>
        </p:nvSpPr>
        <p:spPr>
          <a:xfrm>
            <a:off x="263131" y="3243422"/>
            <a:ext cx="1693541" cy="160043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Objective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age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height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weight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4B7B3-24DA-F72C-5395-5EE809B816AA}"/>
              </a:ext>
            </a:extLst>
          </p:cNvPr>
          <p:cNvSpPr txBox="1"/>
          <p:nvPr/>
        </p:nvSpPr>
        <p:spPr>
          <a:xfrm>
            <a:off x="2130633" y="3357134"/>
            <a:ext cx="1693542" cy="160043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Clinical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systolic BP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diastolic BP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cholesterol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glucose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E943C-639B-D005-8A62-93C6C8868F10}"/>
              </a:ext>
            </a:extLst>
          </p:cNvPr>
          <p:cNvSpPr txBox="1"/>
          <p:nvPr/>
        </p:nvSpPr>
        <p:spPr>
          <a:xfrm>
            <a:off x="3998136" y="3243422"/>
            <a:ext cx="1601826" cy="160043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Lifestyle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Smoking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alcohol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activity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86F0A0-C6AA-D4F0-56B7-6594548CEC6C}"/>
              </a:ext>
            </a:extLst>
          </p:cNvPr>
          <p:cNvSpPr txBox="1"/>
          <p:nvPr/>
        </p:nvSpPr>
        <p:spPr>
          <a:xfrm>
            <a:off x="2287608" y="2935645"/>
            <a:ext cx="141723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Bahnschrift" panose="020B0502040204020203" pitchFamily="34" charset="0"/>
              </a:rPr>
              <a:t>Features</a:t>
            </a:r>
          </a:p>
        </p:txBody>
      </p:sp>
      <p:grpSp>
        <p:nvGrpSpPr>
          <p:cNvPr id="10" name="Google Shape;1827;p23">
            <a:extLst>
              <a:ext uri="{FF2B5EF4-FFF2-40B4-BE49-F238E27FC236}">
                <a16:creationId xmlns:a16="http://schemas.microsoft.com/office/drawing/2014/main" id="{FE10FE71-2A69-E15E-0DAD-03D77B280446}"/>
              </a:ext>
            </a:extLst>
          </p:cNvPr>
          <p:cNvGrpSpPr/>
          <p:nvPr/>
        </p:nvGrpSpPr>
        <p:grpSpPr>
          <a:xfrm>
            <a:off x="8056122" y="-977535"/>
            <a:ext cx="2340864" cy="1904379"/>
            <a:chOff x="7414685" y="1926697"/>
            <a:chExt cx="621974" cy="623058"/>
          </a:xfrm>
        </p:grpSpPr>
        <p:sp>
          <p:nvSpPr>
            <p:cNvPr id="11" name="Google Shape;1828;p23">
              <a:extLst>
                <a:ext uri="{FF2B5EF4-FFF2-40B4-BE49-F238E27FC236}">
                  <a16:creationId xmlns:a16="http://schemas.microsoft.com/office/drawing/2014/main" id="{6FC40720-A3F9-DBA5-26F0-72539C11C4FC}"/>
                </a:ext>
              </a:extLst>
            </p:cNvPr>
            <p:cNvSpPr/>
            <p:nvPr/>
          </p:nvSpPr>
          <p:spPr>
            <a:xfrm>
              <a:off x="7551953" y="2088616"/>
              <a:ext cx="347471" cy="298137"/>
            </a:xfrm>
            <a:custGeom>
              <a:avLst/>
              <a:gdLst/>
              <a:ahLst/>
              <a:cxnLst/>
              <a:rect l="l" t="t" r="r" b="b"/>
              <a:pathLst>
                <a:path w="10262" h="8805" extrusionOk="0">
                  <a:moveTo>
                    <a:pt x="9976" y="286"/>
                  </a:moveTo>
                  <a:lnTo>
                    <a:pt x="10008" y="8520"/>
                  </a:lnTo>
                  <a:cubicBezTo>
                    <a:pt x="7043" y="8507"/>
                    <a:pt x="4959" y="8499"/>
                    <a:pt x="3494" y="8499"/>
                  </a:cubicBezTo>
                  <a:cubicBezTo>
                    <a:pt x="1422" y="8499"/>
                    <a:pt x="588" y="8514"/>
                    <a:pt x="254" y="8551"/>
                  </a:cubicBezTo>
                  <a:lnTo>
                    <a:pt x="254" y="286"/>
                  </a:lnTo>
                  <a:close/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8678"/>
                  </a:lnTo>
                  <a:cubicBezTo>
                    <a:pt x="0" y="8710"/>
                    <a:pt x="0" y="8741"/>
                    <a:pt x="32" y="8773"/>
                  </a:cubicBezTo>
                  <a:cubicBezTo>
                    <a:pt x="64" y="8805"/>
                    <a:pt x="95" y="8805"/>
                    <a:pt x="127" y="8805"/>
                  </a:cubicBezTo>
                  <a:lnTo>
                    <a:pt x="190" y="8805"/>
                  </a:lnTo>
                  <a:cubicBezTo>
                    <a:pt x="450" y="8768"/>
                    <a:pt x="2514" y="8752"/>
                    <a:pt x="4943" y="8752"/>
                  </a:cubicBezTo>
                  <a:cubicBezTo>
                    <a:pt x="6660" y="8752"/>
                    <a:pt x="8560" y="8760"/>
                    <a:pt x="10135" y="8773"/>
                  </a:cubicBezTo>
                  <a:cubicBezTo>
                    <a:pt x="10166" y="8773"/>
                    <a:pt x="10198" y="8741"/>
                    <a:pt x="10230" y="8710"/>
                  </a:cubicBezTo>
                  <a:cubicBezTo>
                    <a:pt x="10261" y="8710"/>
                    <a:pt x="10261" y="8678"/>
                    <a:pt x="10261" y="8646"/>
                  </a:cubicBezTo>
                  <a:lnTo>
                    <a:pt x="10261" y="127"/>
                  </a:lnTo>
                  <a:cubicBezTo>
                    <a:pt x="10261" y="64"/>
                    <a:pt x="10198" y="1"/>
                    <a:pt x="101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829;p23">
              <a:extLst>
                <a:ext uri="{FF2B5EF4-FFF2-40B4-BE49-F238E27FC236}">
                  <a16:creationId xmlns:a16="http://schemas.microsoft.com/office/drawing/2014/main" id="{F1AE7140-060F-D3C3-4092-EA8BE2913F2D}"/>
                </a:ext>
              </a:extLst>
            </p:cNvPr>
            <p:cNvSpPr/>
            <p:nvPr/>
          </p:nvSpPr>
          <p:spPr>
            <a:xfrm>
              <a:off x="7624854" y="2089699"/>
              <a:ext cx="201636" cy="168386"/>
            </a:xfrm>
            <a:custGeom>
              <a:avLst/>
              <a:gdLst/>
              <a:ahLst/>
              <a:cxnLst/>
              <a:rect l="l" t="t" r="r" b="b"/>
              <a:pathLst>
                <a:path w="5955" h="4973" extrusionOk="0">
                  <a:moveTo>
                    <a:pt x="5828" y="0"/>
                  </a:moveTo>
                  <a:cubicBezTo>
                    <a:pt x="5765" y="0"/>
                    <a:pt x="5701" y="64"/>
                    <a:pt x="5701" y="127"/>
                  </a:cubicBezTo>
                  <a:lnTo>
                    <a:pt x="5701" y="4497"/>
                  </a:lnTo>
                  <a:lnTo>
                    <a:pt x="4593" y="3262"/>
                  </a:lnTo>
                  <a:cubicBezTo>
                    <a:pt x="4561" y="3231"/>
                    <a:pt x="4530" y="3231"/>
                    <a:pt x="4498" y="3231"/>
                  </a:cubicBezTo>
                  <a:cubicBezTo>
                    <a:pt x="4466" y="3231"/>
                    <a:pt x="4435" y="3231"/>
                    <a:pt x="4403" y="3262"/>
                  </a:cubicBezTo>
                  <a:lnTo>
                    <a:pt x="3041" y="4656"/>
                  </a:lnTo>
                  <a:lnTo>
                    <a:pt x="1679" y="3231"/>
                  </a:lnTo>
                  <a:cubicBezTo>
                    <a:pt x="1648" y="3215"/>
                    <a:pt x="1608" y="3207"/>
                    <a:pt x="1573" y="3207"/>
                  </a:cubicBezTo>
                  <a:cubicBezTo>
                    <a:pt x="1537" y="3207"/>
                    <a:pt x="1505" y="3215"/>
                    <a:pt x="1489" y="3231"/>
                  </a:cubicBezTo>
                  <a:lnTo>
                    <a:pt x="254" y="4529"/>
                  </a:lnTo>
                  <a:lnTo>
                    <a:pt x="254" y="190"/>
                  </a:lnTo>
                  <a:cubicBezTo>
                    <a:pt x="254" y="95"/>
                    <a:pt x="191" y="32"/>
                    <a:pt x="128" y="32"/>
                  </a:cubicBezTo>
                  <a:cubicBezTo>
                    <a:pt x="64" y="32"/>
                    <a:pt x="1" y="95"/>
                    <a:pt x="1" y="190"/>
                  </a:cubicBezTo>
                  <a:lnTo>
                    <a:pt x="1" y="4846"/>
                  </a:lnTo>
                  <a:cubicBezTo>
                    <a:pt x="1" y="4909"/>
                    <a:pt x="33" y="4941"/>
                    <a:pt x="96" y="4972"/>
                  </a:cubicBezTo>
                  <a:lnTo>
                    <a:pt x="128" y="4972"/>
                  </a:lnTo>
                  <a:cubicBezTo>
                    <a:pt x="159" y="4972"/>
                    <a:pt x="191" y="4972"/>
                    <a:pt x="223" y="4941"/>
                  </a:cubicBezTo>
                  <a:lnTo>
                    <a:pt x="1584" y="3516"/>
                  </a:lnTo>
                  <a:lnTo>
                    <a:pt x="2946" y="4941"/>
                  </a:lnTo>
                  <a:cubicBezTo>
                    <a:pt x="2978" y="4972"/>
                    <a:pt x="3010" y="4972"/>
                    <a:pt x="3041" y="4972"/>
                  </a:cubicBezTo>
                  <a:cubicBezTo>
                    <a:pt x="3073" y="4972"/>
                    <a:pt x="3105" y="4972"/>
                    <a:pt x="3136" y="4941"/>
                  </a:cubicBezTo>
                  <a:lnTo>
                    <a:pt x="4498" y="3547"/>
                  </a:lnTo>
                  <a:lnTo>
                    <a:pt x="5733" y="4909"/>
                  </a:lnTo>
                  <a:cubicBezTo>
                    <a:pt x="5755" y="4931"/>
                    <a:pt x="5794" y="4954"/>
                    <a:pt x="5837" y="4954"/>
                  </a:cubicBezTo>
                  <a:cubicBezTo>
                    <a:pt x="5854" y="4954"/>
                    <a:pt x="5873" y="4950"/>
                    <a:pt x="5891" y="4941"/>
                  </a:cubicBezTo>
                  <a:cubicBezTo>
                    <a:pt x="5923" y="4941"/>
                    <a:pt x="5955" y="4877"/>
                    <a:pt x="5955" y="4814"/>
                  </a:cubicBezTo>
                  <a:lnTo>
                    <a:pt x="5955" y="127"/>
                  </a:lnTo>
                  <a:cubicBezTo>
                    <a:pt x="5955" y="64"/>
                    <a:pt x="5891" y="0"/>
                    <a:pt x="582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830;p23">
              <a:extLst>
                <a:ext uri="{FF2B5EF4-FFF2-40B4-BE49-F238E27FC236}">
                  <a16:creationId xmlns:a16="http://schemas.microsoft.com/office/drawing/2014/main" id="{80D231B1-01E4-D4FC-63AA-A20AAA8B88D8}"/>
                </a:ext>
              </a:extLst>
            </p:cNvPr>
            <p:cNvSpPr/>
            <p:nvPr/>
          </p:nvSpPr>
          <p:spPr>
            <a:xfrm>
              <a:off x="7414685" y="1926697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5" y="507"/>
                  </a:moveTo>
                  <a:cubicBezTo>
                    <a:pt x="13967" y="507"/>
                    <a:pt x="17862" y="4403"/>
                    <a:pt x="17862" y="9185"/>
                  </a:cubicBezTo>
                  <a:cubicBezTo>
                    <a:pt x="17862" y="13967"/>
                    <a:pt x="13967" y="17862"/>
                    <a:pt x="9185" y="17862"/>
                  </a:cubicBezTo>
                  <a:cubicBezTo>
                    <a:pt x="4403" y="17862"/>
                    <a:pt x="508" y="13967"/>
                    <a:pt x="508" y="9185"/>
                  </a:cubicBezTo>
                  <a:cubicBezTo>
                    <a:pt x="508" y="4403"/>
                    <a:pt x="4403" y="507"/>
                    <a:pt x="9185" y="507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18"/>
                    <a:pt x="1" y="9185"/>
                  </a:cubicBezTo>
                  <a:cubicBezTo>
                    <a:pt x="1" y="14252"/>
                    <a:pt x="4118" y="18400"/>
                    <a:pt x="9185" y="18400"/>
                  </a:cubicBezTo>
                  <a:cubicBezTo>
                    <a:pt x="14252" y="18400"/>
                    <a:pt x="18369" y="14252"/>
                    <a:pt x="18369" y="9185"/>
                  </a:cubicBezTo>
                  <a:cubicBezTo>
                    <a:pt x="18369" y="4118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B42B2B0-8534-4A98-E243-F04035903D1B}"/>
              </a:ext>
            </a:extLst>
          </p:cNvPr>
          <p:cNvSpPr txBox="1"/>
          <p:nvPr/>
        </p:nvSpPr>
        <p:spPr>
          <a:xfrm>
            <a:off x="8508206" y="4693444"/>
            <a:ext cx="514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09129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CC7A3A-9B2C-86E4-C33B-E63F095A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514"/>
            <a:ext cx="9139141" cy="5143500"/>
          </a:xfrm>
          <a:prstGeom prst="rect">
            <a:avLst/>
          </a:prstGeom>
        </p:spPr>
      </p:pic>
      <p:grpSp>
        <p:nvGrpSpPr>
          <p:cNvPr id="4" name="Google Shape;1827;p23">
            <a:extLst>
              <a:ext uri="{FF2B5EF4-FFF2-40B4-BE49-F238E27FC236}">
                <a16:creationId xmlns:a16="http://schemas.microsoft.com/office/drawing/2014/main" id="{FDC8DE4F-F630-CABB-E102-AB05FD2FD2A0}"/>
              </a:ext>
            </a:extLst>
          </p:cNvPr>
          <p:cNvGrpSpPr/>
          <p:nvPr/>
        </p:nvGrpSpPr>
        <p:grpSpPr>
          <a:xfrm>
            <a:off x="-123501" y="-164224"/>
            <a:ext cx="562413" cy="576079"/>
            <a:chOff x="7414685" y="1926697"/>
            <a:chExt cx="621974" cy="623058"/>
          </a:xfrm>
        </p:grpSpPr>
        <p:sp>
          <p:nvSpPr>
            <p:cNvPr id="5" name="Google Shape;1828;p23">
              <a:extLst>
                <a:ext uri="{FF2B5EF4-FFF2-40B4-BE49-F238E27FC236}">
                  <a16:creationId xmlns:a16="http://schemas.microsoft.com/office/drawing/2014/main" id="{21FBA682-0F0D-9B60-678B-DE3063B4370F}"/>
                </a:ext>
              </a:extLst>
            </p:cNvPr>
            <p:cNvSpPr/>
            <p:nvPr/>
          </p:nvSpPr>
          <p:spPr>
            <a:xfrm>
              <a:off x="7551953" y="2088616"/>
              <a:ext cx="347471" cy="298137"/>
            </a:xfrm>
            <a:custGeom>
              <a:avLst/>
              <a:gdLst/>
              <a:ahLst/>
              <a:cxnLst/>
              <a:rect l="l" t="t" r="r" b="b"/>
              <a:pathLst>
                <a:path w="10262" h="8805" extrusionOk="0">
                  <a:moveTo>
                    <a:pt x="9976" y="286"/>
                  </a:moveTo>
                  <a:lnTo>
                    <a:pt x="10008" y="8520"/>
                  </a:lnTo>
                  <a:cubicBezTo>
                    <a:pt x="7043" y="8507"/>
                    <a:pt x="4959" y="8499"/>
                    <a:pt x="3494" y="8499"/>
                  </a:cubicBezTo>
                  <a:cubicBezTo>
                    <a:pt x="1422" y="8499"/>
                    <a:pt x="588" y="8514"/>
                    <a:pt x="254" y="8551"/>
                  </a:cubicBezTo>
                  <a:lnTo>
                    <a:pt x="254" y="286"/>
                  </a:lnTo>
                  <a:close/>
                  <a:moveTo>
                    <a:pt x="127" y="1"/>
                  </a:moveTo>
                  <a:cubicBezTo>
                    <a:pt x="64" y="1"/>
                    <a:pt x="0" y="64"/>
                    <a:pt x="0" y="127"/>
                  </a:cubicBezTo>
                  <a:lnTo>
                    <a:pt x="0" y="8678"/>
                  </a:lnTo>
                  <a:cubicBezTo>
                    <a:pt x="0" y="8710"/>
                    <a:pt x="0" y="8741"/>
                    <a:pt x="32" y="8773"/>
                  </a:cubicBezTo>
                  <a:cubicBezTo>
                    <a:pt x="64" y="8805"/>
                    <a:pt x="95" y="8805"/>
                    <a:pt x="127" y="8805"/>
                  </a:cubicBezTo>
                  <a:lnTo>
                    <a:pt x="190" y="8805"/>
                  </a:lnTo>
                  <a:cubicBezTo>
                    <a:pt x="450" y="8768"/>
                    <a:pt x="2514" y="8752"/>
                    <a:pt x="4943" y="8752"/>
                  </a:cubicBezTo>
                  <a:cubicBezTo>
                    <a:pt x="6660" y="8752"/>
                    <a:pt x="8560" y="8760"/>
                    <a:pt x="10135" y="8773"/>
                  </a:cubicBezTo>
                  <a:cubicBezTo>
                    <a:pt x="10166" y="8773"/>
                    <a:pt x="10198" y="8741"/>
                    <a:pt x="10230" y="8710"/>
                  </a:cubicBezTo>
                  <a:cubicBezTo>
                    <a:pt x="10261" y="8710"/>
                    <a:pt x="10261" y="8678"/>
                    <a:pt x="10261" y="8646"/>
                  </a:cubicBezTo>
                  <a:lnTo>
                    <a:pt x="10261" y="127"/>
                  </a:lnTo>
                  <a:cubicBezTo>
                    <a:pt x="10261" y="64"/>
                    <a:pt x="10198" y="1"/>
                    <a:pt x="10103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829;p23">
              <a:extLst>
                <a:ext uri="{FF2B5EF4-FFF2-40B4-BE49-F238E27FC236}">
                  <a16:creationId xmlns:a16="http://schemas.microsoft.com/office/drawing/2014/main" id="{2CA9333B-B9DB-D69D-20C2-E1563F05E32F}"/>
                </a:ext>
              </a:extLst>
            </p:cNvPr>
            <p:cNvSpPr/>
            <p:nvPr/>
          </p:nvSpPr>
          <p:spPr>
            <a:xfrm>
              <a:off x="7624854" y="2089699"/>
              <a:ext cx="201636" cy="168386"/>
            </a:xfrm>
            <a:custGeom>
              <a:avLst/>
              <a:gdLst/>
              <a:ahLst/>
              <a:cxnLst/>
              <a:rect l="l" t="t" r="r" b="b"/>
              <a:pathLst>
                <a:path w="5955" h="4973" extrusionOk="0">
                  <a:moveTo>
                    <a:pt x="5828" y="0"/>
                  </a:moveTo>
                  <a:cubicBezTo>
                    <a:pt x="5765" y="0"/>
                    <a:pt x="5701" y="64"/>
                    <a:pt x="5701" y="127"/>
                  </a:cubicBezTo>
                  <a:lnTo>
                    <a:pt x="5701" y="4497"/>
                  </a:lnTo>
                  <a:lnTo>
                    <a:pt x="4593" y="3262"/>
                  </a:lnTo>
                  <a:cubicBezTo>
                    <a:pt x="4561" y="3231"/>
                    <a:pt x="4530" y="3231"/>
                    <a:pt x="4498" y="3231"/>
                  </a:cubicBezTo>
                  <a:cubicBezTo>
                    <a:pt x="4466" y="3231"/>
                    <a:pt x="4435" y="3231"/>
                    <a:pt x="4403" y="3262"/>
                  </a:cubicBezTo>
                  <a:lnTo>
                    <a:pt x="3041" y="4656"/>
                  </a:lnTo>
                  <a:lnTo>
                    <a:pt x="1679" y="3231"/>
                  </a:lnTo>
                  <a:cubicBezTo>
                    <a:pt x="1648" y="3215"/>
                    <a:pt x="1608" y="3207"/>
                    <a:pt x="1573" y="3207"/>
                  </a:cubicBezTo>
                  <a:cubicBezTo>
                    <a:pt x="1537" y="3207"/>
                    <a:pt x="1505" y="3215"/>
                    <a:pt x="1489" y="3231"/>
                  </a:cubicBezTo>
                  <a:lnTo>
                    <a:pt x="254" y="4529"/>
                  </a:lnTo>
                  <a:lnTo>
                    <a:pt x="254" y="190"/>
                  </a:lnTo>
                  <a:cubicBezTo>
                    <a:pt x="254" y="95"/>
                    <a:pt x="191" y="32"/>
                    <a:pt x="128" y="32"/>
                  </a:cubicBezTo>
                  <a:cubicBezTo>
                    <a:pt x="64" y="32"/>
                    <a:pt x="1" y="95"/>
                    <a:pt x="1" y="190"/>
                  </a:cubicBezTo>
                  <a:lnTo>
                    <a:pt x="1" y="4846"/>
                  </a:lnTo>
                  <a:cubicBezTo>
                    <a:pt x="1" y="4909"/>
                    <a:pt x="33" y="4941"/>
                    <a:pt x="96" y="4972"/>
                  </a:cubicBezTo>
                  <a:lnTo>
                    <a:pt x="128" y="4972"/>
                  </a:lnTo>
                  <a:cubicBezTo>
                    <a:pt x="159" y="4972"/>
                    <a:pt x="191" y="4972"/>
                    <a:pt x="223" y="4941"/>
                  </a:cubicBezTo>
                  <a:lnTo>
                    <a:pt x="1584" y="3516"/>
                  </a:lnTo>
                  <a:lnTo>
                    <a:pt x="2946" y="4941"/>
                  </a:lnTo>
                  <a:cubicBezTo>
                    <a:pt x="2978" y="4972"/>
                    <a:pt x="3010" y="4972"/>
                    <a:pt x="3041" y="4972"/>
                  </a:cubicBezTo>
                  <a:cubicBezTo>
                    <a:pt x="3073" y="4972"/>
                    <a:pt x="3105" y="4972"/>
                    <a:pt x="3136" y="4941"/>
                  </a:cubicBezTo>
                  <a:lnTo>
                    <a:pt x="4498" y="3547"/>
                  </a:lnTo>
                  <a:lnTo>
                    <a:pt x="5733" y="4909"/>
                  </a:lnTo>
                  <a:cubicBezTo>
                    <a:pt x="5755" y="4931"/>
                    <a:pt x="5794" y="4954"/>
                    <a:pt x="5837" y="4954"/>
                  </a:cubicBezTo>
                  <a:cubicBezTo>
                    <a:pt x="5854" y="4954"/>
                    <a:pt x="5873" y="4950"/>
                    <a:pt x="5891" y="4941"/>
                  </a:cubicBezTo>
                  <a:cubicBezTo>
                    <a:pt x="5923" y="4941"/>
                    <a:pt x="5955" y="4877"/>
                    <a:pt x="5955" y="4814"/>
                  </a:cubicBezTo>
                  <a:lnTo>
                    <a:pt x="5955" y="127"/>
                  </a:lnTo>
                  <a:cubicBezTo>
                    <a:pt x="5955" y="64"/>
                    <a:pt x="5891" y="0"/>
                    <a:pt x="5828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830;p23">
              <a:extLst>
                <a:ext uri="{FF2B5EF4-FFF2-40B4-BE49-F238E27FC236}">
                  <a16:creationId xmlns:a16="http://schemas.microsoft.com/office/drawing/2014/main" id="{4E572726-46F0-871D-82DD-9211A551B6D2}"/>
                </a:ext>
              </a:extLst>
            </p:cNvPr>
            <p:cNvSpPr/>
            <p:nvPr/>
          </p:nvSpPr>
          <p:spPr>
            <a:xfrm>
              <a:off x="7414685" y="1926697"/>
              <a:ext cx="621974" cy="623058"/>
            </a:xfrm>
            <a:custGeom>
              <a:avLst/>
              <a:gdLst/>
              <a:ahLst/>
              <a:cxnLst/>
              <a:rect l="l" t="t" r="r" b="b"/>
              <a:pathLst>
                <a:path w="18369" h="18401" extrusionOk="0">
                  <a:moveTo>
                    <a:pt x="9185" y="507"/>
                  </a:moveTo>
                  <a:cubicBezTo>
                    <a:pt x="13967" y="507"/>
                    <a:pt x="17862" y="4403"/>
                    <a:pt x="17862" y="9185"/>
                  </a:cubicBezTo>
                  <a:cubicBezTo>
                    <a:pt x="17862" y="13967"/>
                    <a:pt x="13967" y="17862"/>
                    <a:pt x="9185" y="17862"/>
                  </a:cubicBezTo>
                  <a:cubicBezTo>
                    <a:pt x="4403" y="17862"/>
                    <a:pt x="508" y="13967"/>
                    <a:pt x="508" y="9185"/>
                  </a:cubicBezTo>
                  <a:cubicBezTo>
                    <a:pt x="508" y="4403"/>
                    <a:pt x="4403" y="507"/>
                    <a:pt x="9185" y="507"/>
                  </a:cubicBezTo>
                  <a:close/>
                  <a:moveTo>
                    <a:pt x="9185" y="1"/>
                  </a:moveTo>
                  <a:cubicBezTo>
                    <a:pt x="4118" y="1"/>
                    <a:pt x="1" y="4118"/>
                    <a:pt x="1" y="9185"/>
                  </a:cubicBezTo>
                  <a:cubicBezTo>
                    <a:pt x="1" y="14252"/>
                    <a:pt x="4118" y="18400"/>
                    <a:pt x="9185" y="18400"/>
                  </a:cubicBezTo>
                  <a:cubicBezTo>
                    <a:pt x="14252" y="18400"/>
                    <a:pt x="18369" y="14252"/>
                    <a:pt x="18369" y="9185"/>
                  </a:cubicBezTo>
                  <a:cubicBezTo>
                    <a:pt x="18369" y="4118"/>
                    <a:pt x="14252" y="1"/>
                    <a:pt x="918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1695;p21">
            <a:extLst>
              <a:ext uri="{FF2B5EF4-FFF2-40B4-BE49-F238E27FC236}">
                <a16:creationId xmlns:a16="http://schemas.microsoft.com/office/drawing/2014/main" id="{DC2027D2-7B72-0416-21C2-9168B0952A86}"/>
              </a:ext>
            </a:extLst>
          </p:cNvPr>
          <p:cNvSpPr/>
          <p:nvPr/>
        </p:nvSpPr>
        <p:spPr>
          <a:xfrm flipH="1">
            <a:off x="8358187" y="4364831"/>
            <a:ext cx="785811" cy="778669"/>
          </a:xfrm>
          <a:custGeom>
            <a:avLst/>
            <a:gdLst/>
            <a:ahLst/>
            <a:cxnLst/>
            <a:rect l="l" t="t" r="r" b="b"/>
            <a:pathLst>
              <a:path w="195684" h="23024" extrusionOk="0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159C43-0D53-4089-FE7E-537A946B5A88}"/>
              </a:ext>
            </a:extLst>
          </p:cNvPr>
          <p:cNvSpPr txBox="1"/>
          <p:nvPr/>
        </p:nvSpPr>
        <p:spPr>
          <a:xfrm>
            <a:off x="8629650" y="4689092"/>
            <a:ext cx="514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88934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21"/>
          <p:cNvSpPr/>
          <p:nvPr/>
        </p:nvSpPr>
        <p:spPr>
          <a:xfrm>
            <a:off x="453154" y="2574646"/>
            <a:ext cx="4432244" cy="76248"/>
          </a:xfrm>
          <a:custGeom>
            <a:avLst/>
            <a:gdLst/>
            <a:ahLst/>
            <a:cxnLst/>
            <a:rect l="l" t="t" r="r" b="b"/>
            <a:pathLst>
              <a:path w="138173" h="2377" extrusionOk="0">
                <a:moveTo>
                  <a:pt x="1" y="1"/>
                </a:moveTo>
                <a:lnTo>
                  <a:pt x="1" y="2376"/>
                </a:lnTo>
                <a:lnTo>
                  <a:pt x="138173" y="2376"/>
                </a:lnTo>
                <a:lnTo>
                  <a:pt x="138173" y="1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21"/>
          <p:cNvSpPr/>
          <p:nvPr/>
        </p:nvSpPr>
        <p:spPr>
          <a:xfrm>
            <a:off x="4800040" y="2499489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3" name="Google Shape;1693;p21"/>
          <p:cNvSpPr/>
          <p:nvPr/>
        </p:nvSpPr>
        <p:spPr>
          <a:xfrm>
            <a:off x="463322" y="891380"/>
            <a:ext cx="4422076" cy="1331826"/>
          </a:xfrm>
          <a:custGeom>
            <a:avLst/>
            <a:gdLst/>
            <a:ahLst/>
            <a:cxnLst/>
            <a:rect l="l" t="t" r="r" b="b"/>
            <a:pathLst>
              <a:path w="137856" h="41519" extrusionOk="0">
                <a:moveTo>
                  <a:pt x="129115" y="1"/>
                </a:moveTo>
                <a:lnTo>
                  <a:pt x="98745" y="39143"/>
                </a:lnTo>
                <a:lnTo>
                  <a:pt x="0" y="39143"/>
                </a:lnTo>
                <a:lnTo>
                  <a:pt x="0" y="41519"/>
                </a:lnTo>
                <a:lnTo>
                  <a:pt x="99916" y="41519"/>
                </a:lnTo>
                <a:lnTo>
                  <a:pt x="130287" y="2376"/>
                </a:lnTo>
                <a:lnTo>
                  <a:pt x="137856" y="2376"/>
                </a:lnTo>
                <a:lnTo>
                  <a:pt x="13785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21"/>
          <p:cNvSpPr/>
          <p:nvPr/>
        </p:nvSpPr>
        <p:spPr>
          <a:xfrm>
            <a:off x="4800040" y="816222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5"/>
                </a:lnTo>
                <a:lnTo>
                  <a:pt x="1" y="7031"/>
                </a:lnTo>
                <a:lnTo>
                  <a:pt x="8330" y="3515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p21"/>
          <p:cNvSpPr/>
          <p:nvPr/>
        </p:nvSpPr>
        <p:spPr>
          <a:xfrm>
            <a:off x="458254" y="1709163"/>
            <a:ext cx="6277054" cy="738552"/>
          </a:xfrm>
          <a:custGeom>
            <a:avLst/>
            <a:gdLst/>
            <a:ahLst/>
            <a:cxnLst/>
            <a:rect l="l" t="t" r="r" b="b"/>
            <a:pathLst>
              <a:path w="195684" h="23024" extrusionOk="0">
                <a:moveTo>
                  <a:pt x="128608" y="0"/>
                </a:moveTo>
                <a:lnTo>
                  <a:pt x="112837" y="20648"/>
                </a:lnTo>
                <a:lnTo>
                  <a:pt x="0" y="20648"/>
                </a:lnTo>
                <a:lnTo>
                  <a:pt x="0" y="23023"/>
                </a:lnTo>
                <a:lnTo>
                  <a:pt x="114009" y="23023"/>
                </a:lnTo>
                <a:lnTo>
                  <a:pt x="129780" y="2375"/>
                </a:lnTo>
                <a:lnTo>
                  <a:pt x="195683" y="2375"/>
                </a:lnTo>
                <a:lnTo>
                  <a:pt x="195683" y="0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6" name="Google Shape;1696;p21"/>
          <p:cNvSpPr/>
          <p:nvPr/>
        </p:nvSpPr>
        <p:spPr>
          <a:xfrm>
            <a:off x="6649949" y="1633974"/>
            <a:ext cx="267206" cy="226563"/>
          </a:xfrm>
          <a:custGeom>
            <a:avLst/>
            <a:gdLst/>
            <a:ahLst/>
            <a:cxnLst/>
            <a:rect l="l" t="t" r="r" b="b"/>
            <a:pathLst>
              <a:path w="8330" h="7063" extrusionOk="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7" name="Google Shape;1697;p21"/>
          <p:cNvSpPr/>
          <p:nvPr/>
        </p:nvSpPr>
        <p:spPr>
          <a:xfrm>
            <a:off x="463322" y="2782926"/>
            <a:ext cx="6277054" cy="738552"/>
          </a:xfrm>
          <a:custGeom>
            <a:avLst/>
            <a:gdLst/>
            <a:ahLst/>
            <a:cxnLst/>
            <a:rect l="l" t="t" r="r" b="b"/>
            <a:pathLst>
              <a:path w="195684" h="23024" extrusionOk="0">
                <a:moveTo>
                  <a:pt x="0" y="0"/>
                </a:moveTo>
                <a:lnTo>
                  <a:pt x="0" y="2375"/>
                </a:lnTo>
                <a:lnTo>
                  <a:pt x="112837" y="2375"/>
                </a:lnTo>
                <a:lnTo>
                  <a:pt x="128609" y="23023"/>
                </a:lnTo>
                <a:lnTo>
                  <a:pt x="195684" y="23023"/>
                </a:lnTo>
                <a:lnTo>
                  <a:pt x="195684" y="20648"/>
                </a:lnTo>
                <a:lnTo>
                  <a:pt x="129780" y="20648"/>
                </a:lnTo>
                <a:lnTo>
                  <a:pt x="114041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21"/>
          <p:cNvSpPr/>
          <p:nvPr/>
        </p:nvSpPr>
        <p:spPr>
          <a:xfrm>
            <a:off x="6655018" y="3370072"/>
            <a:ext cx="267206" cy="226563"/>
          </a:xfrm>
          <a:custGeom>
            <a:avLst/>
            <a:gdLst/>
            <a:ahLst/>
            <a:cxnLst/>
            <a:rect l="l" t="t" r="r" b="b"/>
            <a:pathLst>
              <a:path w="8330" h="7063" extrusionOk="0">
                <a:moveTo>
                  <a:pt x="0" y="1"/>
                </a:moveTo>
                <a:lnTo>
                  <a:pt x="1489" y="3516"/>
                </a:lnTo>
                <a:lnTo>
                  <a:pt x="0" y="7063"/>
                </a:lnTo>
                <a:lnTo>
                  <a:pt x="8329" y="3516"/>
                </a:lnTo>
                <a:lnTo>
                  <a:pt x="0" y="1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9" name="Google Shape;1699;p21"/>
          <p:cNvSpPr/>
          <p:nvPr/>
        </p:nvSpPr>
        <p:spPr>
          <a:xfrm>
            <a:off x="463322" y="2971862"/>
            <a:ext cx="4422076" cy="1331826"/>
          </a:xfrm>
          <a:custGeom>
            <a:avLst/>
            <a:gdLst/>
            <a:ahLst/>
            <a:cxnLst/>
            <a:rect l="l" t="t" r="r" b="b"/>
            <a:pathLst>
              <a:path w="137856" h="41519" extrusionOk="0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0" name="Google Shape;1700;p21"/>
          <p:cNvSpPr/>
          <p:nvPr/>
        </p:nvSpPr>
        <p:spPr>
          <a:xfrm>
            <a:off x="4800040" y="4153309"/>
            <a:ext cx="267206" cy="225537"/>
          </a:xfrm>
          <a:custGeom>
            <a:avLst/>
            <a:gdLst/>
            <a:ahLst/>
            <a:cxnLst/>
            <a:rect l="l" t="t" r="r" b="b"/>
            <a:pathLst>
              <a:path w="8330" h="7031" extrusionOk="0">
                <a:moveTo>
                  <a:pt x="1" y="0"/>
                </a:moveTo>
                <a:lnTo>
                  <a:pt x="1489" y="3516"/>
                </a:lnTo>
                <a:lnTo>
                  <a:pt x="1" y="7031"/>
                </a:lnTo>
                <a:lnTo>
                  <a:pt x="8330" y="3516"/>
                </a:lnTo>
                <a:lnTo>
                  <a:pt x="1" y="0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1" name="Google Shape;1701;p21"/>
          <p:cNvSpPr/>
          <p:nvPr/>
        </p:nvSpPr>
        <p:spPr>
          <a:xfrm>
            <a:off x="936722" y="1416585"/>
            <a:ext cx="2330430" cy="2330398"/>
          </a:xfrm>
          <a:custGeom>
            <a:avLst/>
            <a:gdLst/>
            <a:ahLst/>
            <a:cxnLst/>
            <a:rect l="l" t="t" r="r" b="b"/>
            <a:pathLst>
              <a:path w="72650" h="72649" extrusionOk="0">
                <a:moveTo>
                  <a:pt x="36325" y="0"/>
                </a:moveTo>
                <a:cubicBezTo>
                  <a:pt x="16278" y="0"/>
                  <a:pt x="0" y="16247"/>
                  <a:pt x="0" y="36325"/>
                </a:cubicBezTo>
                <a:cubicBezTo>
                  <a:pt x="0" y="56371"/>
                  <a:pt x="16278" y="72649"/>
                  <a:pt x="36325" y="72649"/>
                </a:cubicBezTo>
                <a:cubicBezTo>
                  <a:pt x="56403" y="72649"/>
                  <a:pt x="72649" y="56371"/>
                  <a:pt x="72649" y="36325"/>
                </a:cubicBezTo>
                <a:cubicBezTo>
                  <a:pt x="72649" y="16247"/>
                  <a:pt x="56403" y="0"/>
                  <a:pt x="36325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>
                <a:latin typeface="Bodoni MT Black" panose="02070A03080606020203" pitchFamily="18" charset="0"/>
              </a:rPr>
              <a:t>Research Gap</a:t>
            </a:r>
            <a:endParaRPr sz="2800" dirty="0">
              <a:latin typeface="Bodoni MT Black" panose="02070A03080606020203" pitchFamily="18" charset="0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02" name="Google Shape;1702;p21"/>
          <p:cNvSpPr/>
          <p:nvPr/>
        </p:nvSpPr>
        <p:spPr>
          <a:xfrm>
            <a:off x="5156613" y="3765235"/>
            <a:ext cx="1827538" cy="971210"/>
          </a:xfrm>
          <a:custGeom>
            <a:avLst/>
            <a:gdLst/>
            <a:ahLst/>
            <a:cxnLst/>
            <a:rect l="l" t="t" r="r" b="b"/>
            <a:pathLst>
              <a:path w="52160" h="30277" extrusionOk="0">
                <a:moveTo>
                  <a:pt x="4751" y="1"/>
                </a:moveTo>
                <a:cubicBezTo>
                  <a:pt x="2122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54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3" name="Google Shape;1703;p21"/>
          <p:cNvSpPr/>
          <p:nvPr/>
        </p:nvSpPr>
        <p:spPr>
          <a:xfrm>
            <a:off x="5156613" y="3765235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54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3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4" name="Google Shape;1704;p21"/>
          <p:cNvSpPr/>
          <p:nvPr/>
        </p:nvSpPr>
        <p:spPr>
          <a:xfrm>
            <a:off x="5156613" y="411885"/>
            <a:ext cx="1673162" cy="971210"/>
          </a:xfrm>
          <a:custGeom>
            <a:avLst/>
            <a:gdLst/>
            <a:ahLst/>
            <a:cxnLst/>
            <a:rect l="l" t="t" r="r" b="b"/>
            <a:pathLst>
              <a:path w="52160" h="30277" extrusionOk="0">
                <a:moveTo>
                  <a:pt x="4751" y="1"/>
                </a:moveTo>
                <a:cubicBezTo>
                  <a:pt x="2122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22" y="30276"/>
                  <a:pt x="4751" y="30276"/>
                </a:cubicBezTo>
                <a:lnTo>
                  <a:pt x="47409" y="30276"/>
                </a:lnTo>
                <a:cubicBezTo>
                  <a:pt x="50006" y="30276"/>
                  <a:pt x="52159" y="28123"/>
                  <a:pt x="52159" y="25526"/>
                </a:cubicBezTo>
                <a:lnTo>
                  <a:pt x="52159" y="4751"/>
                </a:lnTo>
                <a:cubicBezTo>
                  <a:pt x="52159" y="2123"/>
                  <a:pt x="50006" y="1"/>
                  <a:pt x="47409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p21"/>
          <p:cNvSpPr/>
          <p:nvPr/>
        </p:nvSpPr>
        <p:spPr>
          <a:xfrm>
            <a:off x="5156613" y="411885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54" y="1"/>
                  <a:pt x="1" y="2123"/>
                  <a:pt x="1" y="4751"/>
                </a:cubicBezTo>
                <a:lnTo>
                  <a:pt x="1" y="25526"/>
                </a:lnTo>
                <a:cubicBezTo>
                  <a:pt x="1" y="28123"/>
                  <a:pt x="2154" y="30276"/>
                  <a:pt x="4751" y="30276"/>
                </a:cubicBezTo>
                <a:lnTo>
                  <a:pt x="13428" y="30276"/>
                </a:lnTo>
                <a:lnTo>
                  <a:pt x="13428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1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6" name="Google Shape;1706;p21"/>
          <p:cNvSpPr/>
          <p:nvPr/>
        </p:nvSpPr>
        <p:spPr>
          <a:xfrm>
            <a:off x="5156613" y="2089089"/>
            <a:ext cx="1673162" cy="970184"/>
          </a:xfrm>
          <a:custGeom>
            <a:avLst/>
            <a:gdLst/>
            <a:ahLst/>
            <a:cxnLst/>
            <a:rect l="l" t="t" r="r" b="b"/>
            <a:pathLst>
              <a:path w="52160" h="30245" extrusionOk="0">
                <a:moveTo>
                  <a:pt x="4751" y="0"/>
                </a:moveTo>
                <a:cubicBezTo>
                  <a:pt x="2122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22" y="30244"/>
                  <a:pt x="4751" y="30244"/>
                </a:cubicBezTo>
                <a:lnTo>
                  <a:pt x="47409" y="30244"/>
                </a:lnTo>
                <a:cubicBezTo>
                  <a:pt x="50006" y="30244"/>
                  <a:pt x="52159" y="28122"/>
                  <a:pt x="52159" y="25494"/>
                </a:cubicBezTo>
                <a:lnTo>
                  <a:pt x="52159" y="4751"/>
                </a:lnTo>
                <a:cubicBezTo>
                  <a:pt x="52159" y="2122"/>
                  <a:pt x="50006" y="0"/>
                  <a:pt x="47409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7" name="Google Shape;1707;p21"/>
          <p:cNvSpPr/>
          <p:nvPr/>
        </p:nvSpPr>
        <p:spPr>
          <a:xfrm>
            <a:off x="5156613" y="2089089"/>
            <a:ext cx="430769" cy="970184"/>
          </a:xfrm>
          <a:custGeom>
            <a:avLst/>
            <a:gdLst/>
            <a:ahLst/>
            <a:cxnLst/>
            <a:rect l="l" t="t" r="r" b="b"/>
            <a:pathLst>
              <a:path w="13429" h="30245" extrusionOk="0">
                <a:moveTo>
                  <a:pt x="4751" y="0"/>
                </a:moveTo>
                <a:cubicBezTo>
                  <a:pt x="2154" y="0"/>
                  <a:pt x="1" y="2122"/>
                  <a:pt x="1" y="4751"/>
                </a:cubicBezTo>
                <a:lnTo>
                  <a:pt x="1" y="25494"/>
                </a:lnTo>
                <a:cubicBezTo>
                  <a:pt x="1" y="28122"/>
                  <a:pt x="2154" y="30244"/>
                  <a:pt x="4751" y="30244"/>
                </a:cubicBezTo>
                <a:lnTo>
                  <a:pt x="13428" y="30244"/>
                </a:lnTo>
                <a:lnTo>
                  <a:pt x="13428" y="0"/>
                </a:lnTo>
                <a:close/>
              </a:path>
            </a:pathLst>
          </a:cu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2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08" name="Google Shape;1708;p21"/>
          <p:cNvSpPr/>
          <p:nvPr/>
        </p:nvSpPr>
        <p:spPr>
          <a:xfrm>
            <a:off x="7018680" y="1249974"/>
            <a:ext cx="2038065" cy="971210"/>
          </a:xfrm>
          <a:custGeom>
            <a:avLst/>
            <a:gdLst/>
            <a:ahLst/>
            <a:cxnLst/>
            <a:rect l="l" t="t" r="r" b="b"/>
            <a:pathLst>
              <a:path w="52129" h="30277" extrusionOk="0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54"/>
                  <a:pt x="52128" y="25526"/>
                </a:cubicBezTo>
                <a:lnTo>
                  <a:pt x="52128" y="4751"/>
                </a:lnTo>
                <a:cubicBezTo>
                  <a:pt x="52128" y="2154"/>
                  <a:pt x="50006" y="1"/>
                  <a:pt x="47378" y="1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9" name="Google Shape;1709;p21"/>
          <p:cNvSpPr/>
          <p:nvPr/>
        </p:nvSpPr>
        <p:spPr>
          <a:xfrm>
            <a:off x="7018680" y="1249974"/>
            <a:ext cx="430769" cy="971210"/>
          </a:xfrm>
          <a:custGeom>
            <a:avLst/>
            <a:gdLst/>
            <a:ahLst/>
            <a:cxnLst/>
            <a:rect l="l" t="t" r="r" b="b"/>
            <a:pathLst>
              <a:path w="13429" h="30277" extrusionOk="0">
                <a:moveTo>
                  <a:pt x="4751" y="1"/>
                </a:moveTo>
                <a:cubicBezTo>
                  <a:pt x="2123" y="1"/>
                  <a:pt x="1" y="2154"/>
                  <a:pt x="1" y="4751"/>
                </a:cubicBezTo>
                <a:lnTo>
                  <a:pt x="1" y="25526"/>
                </a:lnTo>
                <a:cubicBezTo>
                  <a:pt x="1" y="28154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1"/>
                </a:lnTo>
                <a:close/>
              </a:path>
            </a:pathLst>
          </a:custGeom>
          <a:solidFill>
            <a:srgbClr val="2228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4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1710" name="Google Shape;1710;p21"/>
          <p:cNvSpPr/>
          <p:nvPr/>
        </p:nvSpPr>
        <p:spPr>
          <a:xfrm>
            <a:off x="7018679" y="2927178"/>
            <a:ext cx="2038065" cy="971178"/>
          </a:xfrm>
          <a:custGeom>
            <a:avLst/>
            <a:gdLst/>
            <a:ahLst/>
            <a:cxnLst/>
            <a:rect l="l" t="t" r="r" b="b"/>
            <a:pathLst>
              <a:path w="52129" h="30276" extrusionOk="0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47378" y="30276"/>
                </a:lnTo>
                <a:cubicBezTo>
                  <a:pt x="50006" y="30276"/>
                  <a:pt x="52128" y="28122"/>
                  <a:pt x="52128" y="25525"/>
                </a:cubicBezTo>
                <a:lnTo>
                  <a:pt x="52128" y="4750"/>
                </a:lnTo>
                <a:cubicBezTo>
                  <a:pt x="52128" y="2122"/>
                  <a:pt x="50006" y="0"/>
                  <a:pt x="47378" y="0"/>
                </a:cubicBezTo>
                <a:close/>
              </a:path>
            </a:pathLst>
          </a:custGeom>
          <a:solidFill>
            <a:srgbClr val="F7F9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p21"/>
          <p:cNvSpPr/>
          <p:nvPr/>
        </p:nvSpPr>
        <p:spPr>
          <a:xfrm>
            <a:off x="7018680" y="2927178"/>
            <a:ext cx="430769" cy="971178"/>
          </a:xfrm>
          <a:custGeom>
            <a:avLst/>
            <a:gdLst/>
            <a:ahLst/>
            <a:cxnLst/>
            <a:rect l="l" t="t" r="r" b="b"/>
            <a:pathLst>
              <a:path w="13429" h="30276" extrusionOk="0">
                <a:moveTo>
                  <a:pt x="4751" y="0"/>
                </a:moveTo>
                <a:cubicBezTo>
                  <a:pt x="2123" y="0"/>
                  <a:pt x="1" y="2122"/>
                  <a:pt x="1" y="4750"/>
                </a:cubicBezTo>
                <a:lnTo>
                  <a:pt x="1" y="25525"/>
                </a:lnTo>
                <a:cubicBezTo>
                  <a:pt x="1" y="28122"/>
                  <a:pt x="2123" y="30276"/>
                  <a:pt x="4751" y="30276"/>
                </a:cubicBezTo>
                <a:lnTo>
                  <a:pt x="13429" y="30276"/>
                </a:lnTo>
                <a:lnTo>
                  <a:pt x="13429" y="0"/>
                </a:lnTo>
                <a:close/>
              </a:path>
            </a:pathLst>
          </a:custGeom>
          <a:solidFill>
            <a:srgbClr val="30475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Fira Sans SemiBold"/>
                <a:ea typeface="Fira Sans SemiBold"/>
                <a:cs typeface="Fira Sans SemiBold"/>
                <a:sym typeface="Fira Sans SemiBold"/>
              </a:rPr>
              <a:t>5</a:t>
            </a:r>
            <a:endParaRPr sz="3000">
              <a:solidFill>
                <a:srgbClr val="FFFFFF"/>
              </a:solidFill>
              <a:latin typeface="Fira Sans SemiBold"/>
              <a:ea typeface="Fira Sans SemiBold"/>
              <a:cs typeface="Fira Sans SemiBold"/>
              <a:sym typeface="Fira Sans Semi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A3332A-69AC-C91D-B3BF-A471475FCACF}"/>
              </a:ext>
            </a:extLst>
          </p:cNvPr>
          <p:cNvSpPr txBox="1"/>
          <p:nvPr/>
        </p:nvSpPr>
        <p:spPr>
          <a:xfrm>
            <a:off x="5627419" y="543980"/>
            <a:ext cx="14560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Manual Perspective Creation.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051E0-1DD6-E941-D553-EF52C6DA2015}"/>
              </a:ext>
            </a:extLst>
          </p:cNvPr>
          <p:cNvSpPr txBox="1"/>
          <p:nvPr/>
        </p:nvSpPr>
        <p:spPr>
          <a:xfrm>
            <a:off x="5615437" y="2162154"/>
            <a:ext cx="12640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Expert Knowledge Dependency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964E48-CEC3-1579-84F6-88E16E0C6576}"/>
              </a:ext>
            </a:extLst>
          </p:cNvPr>
          <p:cNvSpPr txBox="1"/>
          <p:nvPr/>
        </p:nvSpPr>
        <p:spPr>
          <a:xfrm>
            <a:off x="5599540" y="3898356"/>
            <a:ext cx="15989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dirty="0">
                <a:latin typeface="Bahnschrift" panose="020B0502040204020203" pitchFamily="34" charset="0"/>
              </a:rPr>
              <a:t>Traditional ML-Based Framework.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525348-AB85-3641-DBDA-892ACA03EB29}"/>
              </a:ext>
            </a:extLst>
          </p:cNvPr>
          <p:cNvSpPr txBox="1"/>
          <p:nvPr/>
        </p:nvSpPr>
        <p:spPr>
          <a:xfrm>
            <a:off x="7449449" y="1388494"/>
            <a:ext cx="17119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Computational Cost of Interpretation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E1DB5B-CBD0-4D6F-9774-B33E31F26154}"/>
              </a:ext>
            </a:extLst>
          </p:cNvPr>
          <p:cNvSpPr txBox="1"/>
          <p:nvPr/>
        </p:nvSpPr>
        <p:spPr>
          <a:xfrm>
            <a:off x="7483977" y="3026571"/>
            <a:ext cx="15989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No Real Clinical Workflow 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FD8F1-A954-2817-CB01-7B7519B5C7CB}"/>
              </a:ext>
            </a:extLst>
          </p:cNvPr>
          <p:cNvSpPr txBox="1"/>
          <p:nvPr/>
        </p:nvSpPr>
        <p:spPr>
          <a:xfrm>
            <a:off x="8508206" y="4693444"/>
            <a:ext cx="514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3" name="Google Shape;2133;p24"/>
          <p:cNvGrpSpPr/>
          <p:nvPr/>
        </p:nvGrpSpPr>
        <p:grpSpPr>
          <a:xfrm>
            <a:off x="532864" y="1403623"/>
            <a:ext cx="2974718" cy="2761184"/>
            <a:chOff x="2239600" y="1703550"/>
            <a:chExt cx="3097250" cy="2535100"/>
          </a:xfrm>
        </p:grpSpPr>
        <p:sp>
          <p:nvSpPr>
            <p:cNvPr id="2134" name="Google Shape;2134;p24"/>
            <p:cNvSpPr/>
            <p:nvPr/>
          </p:nvSpPr>
          <p:spPr>
            <a:xfrm>
              <a:off x="4978975" y="2925950"/>
              <a:ext cx="357875" cy="59425"/>
            </a:xfrm>
            <a:custGeom>
              <a:avLst/>
              <a:gdLst/>
              <a:ahLst/>
              <a:cxnLst/>
              <a:rect l="l" t="t" r="r" b="b"/>
              <a:pathLst>
                <a:path w="14315" h="2377" extrusionOk="0">
                  <a:moveTo>
                    <a:pt x="1172" y="1"/>
                  </a:moveTo>
                  <a:cubicBezTo>
                    <a:pt x="507" y="1"/>
                    <a:pt x="0" y="539"/>
                    <a:pt x="0" y="1173"/>
                  </a:cubicBezTo>
                  <a:cubicBezTo>
                    <a:pt x="0" y="1838"/>
                    <a:pt x="507" y="2376"/>
                    <a:pt x="1172" y="2376"/>
                  </a:cubicBezTo>
                  <a:cubicBezTo>
                    <a:pt x="1806" y="2376"/>
                    <a:pt x="2281" y="1901"/>
                    <a:pt x="2344" y="1268"/>
                  </a:cubicBezTo>
                  <a:lnTo>
                    <a:pt x="11971" y="1268"/>
                  </a:lnTo>
                  <a:cubicBezTo>
                    <a:pt x="12003" y="1901"/>
                    <a:pt x="12510" y="2376"/>
                    <a:pt x="13143" y="2376"/>
                  </a:cubicBezTo>
                  <a:cubicBezTo>
                    <a:pt x="13808" y="2376"/>
                    <a:pt x="14315" y="1838"/>
                    <a:pt x="14315" y="1173"/>
                  </a:cubicBezTo>
                  <a:cubicBezTo>
                    <a:pt x="14315" y="539"/>
                    <a:pt x="13808" y="1"/>
                    <a:pt x="13143" y="1"/>
                  </a:cubicBezTo>
                  <a:cubicBezTo>
                    <a:pt x="12541" y="1"/>
                    <a:pt x="12035" y="476"/>
                    <a:pt x="11971" y="1078"/>
                  </a:cubicBezTo>
                  <a:lnTo>
                    <a:pt x="8488" y="1046"/>
                  </a:lnTo>
                  <a:lnTo>
                    <a:pt x="2344" y="1046"/>
                  </a:lnTo>
                  <a:cubicBezTo>
                    <a:pt x="2281" y="444"/>
                    <a:pt x="1774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4"/>
            <p:cNvSpPr/>
            <p:nvPr/>
          </p:nvSpPr>
          <p:spPr>
            <a:xfrm>
              <a:off x="4548275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8614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36" y="1"/>
                    <a:pt x="30371" y="1"/>
                  </a:cubicBezTo>
                  <a:cubicBezTo>
                    <a:pt x="29769" y="1"/>
                    <a:pt x="29263" y="476"/>
                    <a:pt x="29199" y="1078"/>
                  </a:cubicBezTo>
                  <a:lnTo>
                    <a:pt x="8519" y="1046"/>
                  </a:lnTo>
                  <a:lnTo>
                    <a:pt x="2344" y="1046"/>
                  </a:lnTo>
                  <a:cubicBezTo>
                    <a:pt x="2281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4"/>
            <p:cNvSpPr/>
            <p:nvPr/>
          </p:nvSpPr>
          <p:spPr>
            <a:xfrm>
              <a:off x="4548275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36" y="0"/>
                    <a:pt x="30371" y="0"/>
                  </a:cubicBezTo>
                  <a:cubicBezTo>
                    <a:pt x="29769" y="0"/>
                    <a:pt x="29263" y="475"/>
                    <a:pt x="29199" y="1045"/>
                  </a:cubicBezTo>
                  <a:lnTo>
                    <a:pt x="2344" y="1045"/>
                  </a:lnTo>
                  <a:cubicBezTo>
                    <a:pt x="2281" y="444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4"/>
            <p:cNvSpPr/>
            <p:nvPr/>
          </p:nvSpPr>
          <p:spPr>
            <a:xfrm>
              <a:off x="4548275" y="2925950"/>
              <a:ext cx="358675" cy="59425"/>
            </a:xfrm>
            <a:custGeom>
              <a:avLst/>
              <a:gdLst/>
              <a:ahLst/>
              <a:cxnLst/>
              <a:rect l="l" t="t" r="r" b="b"/>
              <a:pathLst>
                <a:path w="14347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7" y="1838"/>
                    <a:pt x="14347" y="1173"/>
                  </a:cubicBezTo>
                  <a:cubicBezTo>
                    <a:pt x="14347" y="539"/>
                    <a:pt x="13808" y="1"/>
                    <a:pt x="13143" y="1"/>
                  </a:cubicBezTo>
                  <a:cubicBezTo>
                    <a:pt x="12541" y="1"/>
                    <a:pt x="12066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4"/>
            <p:cNvSpPr/>
            <p:nvPr/>
          </p:nvSpPr>
          <p:spPr>
            <a:xfrm>
              <a:off x="4548275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04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4"/>
            <p:cNvSpPr/>
            <p:nvPr/>
          </p:nvSpPr>
          <p:spPr>
            <a:xfrm>
              <a:off x="4548275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04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4"/>
            <p:cNvSpPr/>
            <p:nvPr/>
          </p:nvSpPr>
          <p:spPr>
            <a:xfrm>
              <a:off x="2239600" y="2925950"/>
              <a:ext cx="358675" cy="59425"/>
            </a:xfrm>
            <a:custGeom>
              <a:avLst/>
              <a:gdLst/>
              <a:ahLst/>
              <a:cxnLst/>
              <a:rect l="l" t="t" r="r" b="b"/>
              <a:pathLst>
                <a:path w="14347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173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68"/>
                  </a:cubicBezTo>
                  <a:lnTo>
                    <a:pt x="11971" y="1268"/>
                  </a:lnTo>
                  <a:cubicBezTo>
                    <a:pt x="12035" y="1901"/>
                    <a:pt x="12541" y="2376"/>
                    <a:pt x="13143" y="2376"/>
                  </a:cubicBezTo>
                  <a:cubicBezTo>
                    <a:pt x="13808" y="2376"/>
                    <a:pt x="14346" y="1838"/>
                    <a:pt x="14346" y="1173"/>
                  </a:cubicBezTo>
                  <a:cubicBezTo>
                    <a:pt x="14346" y="539"/>
                    <a:pt x="13808" y="1"/>
                    <a:pt x="13143" y="1"/>
                  </a:cubicBezTo>
                  <a:cubicBezTo>
                    <a:pt x="12541" y="1"/>
                    <a:pt x="12035" y="444"/>
                    <a:pt x="11971" y="1046"/>
                  </a:cubicBezTo>
                  <a:lnTo>
                    <a:pt x="5828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4"/>
            <p:cNvSpPr/>
            <p:nvPr/>
          </p:nvSpPr>
          <p:spPr>
            <a:xfrm>
              <a:off x="2239600" y="3676500"/>
              <a:ext cx="788575" cy="59425"/>
            </a:xfrm>
            <a:custGeom>
              <a:avLst/>
              <a:gdLst/>
              <a:ahLst/>
              <a:cxnLst/>
              <a:rect l="l" t="t" r="r" b="b"/>
              <a:pathLst>
                <a:path w="31543" h="2377" extrusionOk="0">
                  <a:moveTo>
                    <a:pt x="1172" y="1"/>
                  </a:moveTo>
                  <a:cubicBezTo>
                    <a:pt x="539" y="1"/>
                    <a:pt x="0" y="539"/>
                    <a:pt x="0" y="1204"/>
                  </a:cubicBezTo>
                  <a:cubicBezTo>
                    <a:pt x="0" y="1838"/>
                    <a:pt x="539" y="2376"/>
                    <a:pt x="1172" y="2376"/>
                  </a:cubicBezTo>
                  <a:cubicBezTo>
                    <a:pt x="1806" y="2376"/>
                    <a:pt x="2312" y="1901"/>
                    <a:pt x="2344" y="1299"/>
                  </a:cubicBezTo>
                  <a:lnTo>
                    <a:pt x="22929" y="1268"/>
                  </a:lnTo>
                  <a:lnTo>
                    <a:pt x="29199" y="1299"/>
                  </a:lnTo>
                  <a:cubicBezTo>
                    <a:pt x="29231" y="1901"/>
                    <a:pt x="29738" y="2376"/>
                    <a:pt x="30371" y="2376"/>
                  </a:cubicBezTo>
                  <a:cubicBezTo>
                    <a:pt x="31036" y="2376"/>
                    <a:pt x="31543" y="1838"/>
                    <a:pt x="31543" y="1204"/>
                  </a:cubicBezTo>
                  <a:cubicBezTo>
                    <a:pt x="31543" y="539"/>
                    <a:pt x="31004" y="1"/>
                    <a:pt x="30371" y="1"/>
                  </a:cubicBezTo>
                  <a:cubicBezTo>
                    <a:pt x="29769" y="1"/>
                    <a:pt x="29263" y="476"/>
                    <a:pt x="29199" y="1046"/>
                  </a:cubicBezTo>
                  <a:lnTo>
                    <a:pt x="23024" y="1046"/>
                  </a:lnTo>
                  <a:lnTo>
                    <a:pt x="2344" y="1078"/>
                  </a:lnTo>
                  <a:cubicBezTo>
                    <a:pt x="2312" y="476"/>
                    <a:pt x="1806" y="1"/>
                    <a:pt x="1172" y="1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4"/>
            <p:cNvSpPr/>
            <p:nvPr/>
          </p:nvSpPr>
          <p:spPr>
            <a:xfrm>
              <a:off x="2239600" y="2203125"/>
              <a:ext cx="788575" cy="58600"/>
            </a:xfrm>
            <a:custGeom>
              <a:avLst/>
              <a:gdLst/>
              <a:ahLst/>
              <a:cxnLst/>
              <a:rect l="l" t="t" r="r" b="b"/>
              <a:pathLst>
                <a:path w="31543" h="2344" extrusionOk="0">
                  <a:moveTo>
                    <a:pt x="1172" y="0"/>
                  </a:moveTo>
                  <a:cubicBezTo>
                    <a:pt x="539" y="0"/>
                    <a:pt x="0" y="507"/>
                    <a:pt x="0" y="1172"/>
                  </a:cubicBezTo>
                  <a:cubicBezTo>
                    <a:pt x="0" y="1837"/>
                    <a:pt x="539" y="2344"/>
                    <a:pt x="1172" y="2344"/>
                  </a:cubicBezTo>
                  <a:cubicBezTo>
                    <a:pt x="1806" y="2344"/>
                    <a:pt x="2312" y="1869"/>
                    <a:pt x="2344" y="1267"/>
                  </a:cubicBezTo>
                  <a:lnTo>
                    <a:pt x="29199" y="1267"/>
                  </a:lnTo>
                  <a:cubicBezTo>
                    <a:pt x="29231" y="1869"/>
                    <a:pt x="29738" y="2344"/>
                    <a:pt x="30371" y="2344"/>
                  </a:cubicBezTo>
                  <a:cubicBezTo>
                    <a:pt x="31036" y="2344"/>
                    <a:pt x="31543" y="1837"/>
                    <a:pt x="31543" y="1172"/>
                  </a:cubicBezTo>
                  <a:cubicBezTo>
                    <a:pt x="31543" y="507"/>
                    <a:pt x="31004" y="0"/>
                    <a:pt x="30371" y="0"/>
                  </a:cubicBezTo>
                  <a:cubicBezTo>
                    <a:pt x="29769" y="0"/>
                    <a:pt x="29263" y="444"/>
                    <a:pt x="29199" y="1045"/>
                  </a:cubicBezTo>
                  <a:lnTo>
                    <a:pt x="2344" y="1045"/>
                  </a:lnTo>
                  <a:cubicBezTo>
                    <a:pt x="2312" y="475"/>
                    <a:pt x="1806" y="0"/>
                    <a:pt x="1172" y="0"/>
                  </a:cubicBezTo>
                  <a:close/>
                </a:path>
              </a:pathLst>
            </a:custGeom>
            <a:solidFill>
              <a:srgbClr val="2724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4"/>
            <p:cNvSpPr/>
            <p:nvPr/>
          </p:nvSpPr>
          <p:spPr>
            <a:xfrm>
              <a:off x="3771600" y="170355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1" y="507"/>
                  </a:moveTo>
                  <a:lnTo>
                    <a:pt x="36831" y="11021"/>
                  </a:lnTo>
                  <a:lnTo>
                    <a:pt x="36831" y="32017"/>
                  </a:lnTo>
                  <a:lnTo>
                    <a:pt x="18621" y="42531"/>
                  </a:lnTo>
                  <a:lnTo>
                    <a:pt x="412" y="32017"/>
                  </a:lnTo>
                  <a:lnTo>
                    <a:pt x="412" y="11021"/>
                  </a:lnTo>
                  <a:lnTo>
                    <a:pt x="18621" y="507"/>
                  </a:lnTo>
                  <a:close/>
                  <a:moveTo>
                    <a:pt x="18621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21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4"/>
            <p:cNvSpPr/>
            <p:nvPr/>
          </p:nvSpPr>
          <p:spPr>
            <a:xfrm>
              <a:off x="4192000" y="243430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2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2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2" y="476"/>
                  </a:lnTo>
                  <a:close/>
                  <a:moveTo>
                    <a:pt x="18622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22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2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4"/>
            <p:cNvSpPr/>
            <p:nvPr/>
          </p:nvSpPr>
          <p:spPr>
            <a:xfrm>
              <a:off x="3771600" y="3162675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21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21" y="42532"/>
                  </a:lnTo>
                  <a:lnTo>
                    <a:pt x="412" y="32018"/>
                  </a:lnTo>
                  <a:lnTo>
                    <a:pt x="412" y="10990"/>
                  </a:lnTo>
                  <a:lnTo>
                    <a:pt x="18621" y="476"/>
                  </a:lnTo>
                  <a:close/>
                  <a:moveTo>
                    <a:pt x="18621" y="1"/>
                  </a:moveTo>
                  <a:lnTo>
                    <a:pt x="95" y="10705"/>
                  </a:lnTo>
                  <a:lnTo>
                    <a:pt x="0" y="10768"/>
                  </a:lnTo>
                  <a:lnTo>
                    <a:pt x="0" y="32271"/>
                  </a:lnTo>
                  <a:lnTo>
                    <a:pt x="18621" y="43039"/>
                  </a:lnTo>
                  <a:lnTo>
                    <a:pt x="37148" y="32335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21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4"/>
            <p:cNvSpPr/>
            <p:nvPr/>
          </p:nvSpPr>
          <p:spPr>
            <a:xfrm>
              <a:off x="3829375" y="1770825"/>
              <a:ext cx="815525" cy="941400"/>
            </a:xfrm>
            <a:custGeom>
              <a:avLst/>
              <a:gdLst/>
              <a:ahLst/>
              <a:cxnLst/>
              <a:rect l="l" t="t" r="r" b="b"/>
              <a:pathLst>
                <a:path w="32621" h="37656" extrusionOk="0">
                  <a:moveTo>
                    <a:pt x="16310" y="1"/>
                  </a:moveTo>
                  <a:lnTo>
                    <a:pt x="1" y="9407"/>
                  </a:ln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4"/>
            <p:cNvSpPr/>
            <p:nvPr/>
          </p:nvSpPr>
          <p:spPr>
            <a:xfrm>
              <a:off x="3854725" y="1800125"/>
              <a:ext cx="764825" cy="882800"/>
            </a:xfrm>
            <a:custGeom>
              <a:avLst/>
              <a:gdLst/>
              <a:ahLst/>
              <a:cxnLst/>
              <a:rect l="l" t="t" r="r" b="b"/>
              <a:pathLst>
                <a:path w="30593" h="35312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4"/>
            <p:cNvSpPr/>
            <p:nvPr/>
          </p:nvSpPr>
          <p:spPr>
            <a:xfrm>
              <a:off x="4241875" y="2054275"/>
              <a:ext cx="182925" cy="182900"/>
            </a:xfrm>
            <a:custGeom>
              <a:avLst/>
              <a:gdLst/>
              <a:ahLst/>
              <a:cxnLst/>
              <a:rect l="l" t="t" r="r" b="b"/>
              <a:pathLst>
                <a:path w="7317" h="7316" extrusionOk="0">
                  <a:moveTo>
                    <a:pt x="0" y="0"/>
                  </a:moveTo>
                  <a:lnTo>
                    <a:pt x="0" y="7316"/>
                  </a:lnTo>
                  <a:lnTo>
                    <a:pt x="7316" y="7316"/>
                  </a:lnTo>
                  <a:lnTo>
                    <a:pt x="7316" y="6588"/>
                  </a:lnTo>
                  <a:cubicBezTo>
                    <a:pt x="7316" y="2946"/>
                    <a:pt x="4371" y="0"/>
                    <a:pt x="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4"/>
            <p:cNvSpPr/>
            <p:nvPr/>
          </p:nvSpPr>
          <p:spPr>
            <a:xfrm>
              <a:off x="4260075" y="2071700"/>
              <a:ext cx="146500" cy="147275"/>
            </a:xfrm>
            <a:custGeom>
              <a:avLst/>
              <a:gdLst/>
              <a:ahLst/>
              <a:cxnLst/>
              <a:rect l="l" t="t" r="r" b="b"/>
              <a:pathLst>
                <a:path w="5860" h="5891" extrusionOk="0">
                  <a:moveTo>
                    <a:pt x="1" y="0"/>
                  </a:moveTo>
                  <a:lnTo>
                    <a:pt x="1" y="5891"/>
                  </a:lnTo>
                  <a:lnTo>
                    <a:pt x="5860" y="5891"/>
                  </a:lnTo>
                  <a:cubicBezTo>
                    <a:pt x="5860" y="2629"/>
                    <a:pt x="3231" y="0"/>
                    <a:pt x="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4"/>
            <p:cNvSpPr/>
            <p:nvPr/>
          </p:nvSpPr>
          <p:spPr>
            <a:xfrm>
              <a:off x="4049475" y="2053475"/>
              <a:ext cx="375325" cy="376100"/>
            </a:xfrm>
            <a:custGeom>
              <a:avLst/>
              <a:gdLst/>
              <a:ahLst/>
              <a:cxnLst/>
              <a:rect l="l" t="t" r="r" b="b"/>
              <a:pathLst>
                <a:path w="15013" h="15044" extrusionOk="0">
                  <a:moveTo>
                    <a:pt x="7506" y="1"/>
                  </a:moveTo>
                  <a:cubicBezTo>
                    <a:pt x="3358" y="1"/>
                    <a:pt x="1" y="3389"/>
                    <a:pt x="1" y="7506"/>
                  </a:cubicBezTo>
                  <a:cubicBezTo>
                    <a:pt x="1" y="11655"/>
                    <a:pt x="3358" y="15043"/>
                    <a:pt x="7506" y="15043"/>
                  </a:cubicBezTo>
                  <a:cubicBezTo>
                    <a:pt x="11655" y="15043"/>
                    <a:pt x="15012" y="11655"/>
                    <a:pt x="15012" y="7506"/>
                  </a:cubicBezTo>
                  <a:lnTo>
                    <a:pt x="15012" y="6810"/>
                  </a:lnTo>
                  <a:lnTo>
                    <a:pt x="8235" y="6810"/>
                  </a:lnTo>
                  <a:lnTo>
                    <a:pt x="82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4"/>
            <p:cNvSpPr/>
            <p:nvPr/>
          </p:nvSpPr>
          <p:spPr>
            <a:xfrm>
              <a:off x="4067700" y="2071700"/>
              <a:ext cx="338875" cy="339675"/>
            </a:xfrm>
            <a:custGeom>
              <a:avLst/>
              <a:gdLst/>
              <a:ahLst/>
              <a:cxnLst/>
              <a:rect l="l" t="t" r="r" b="b"/>
              <a:pathLst>
                <a:path w="13555" h="13587" extrusionOk="0">
                  <a:moveTo>
                    <a:pt x="6777" y="0"/>
                  </a:moveTo>
                  <a:cubicBezTo>
                    <a:pt x="3041" y="0"/>
                    <a:pt x="0" y="3040"/>
                    <a:pt x="0" y="6809"/>
                  </a:cubicBezTo>
                  <a:cubicBezTo>
                    <a:pt x="0" y="10546"/>
                    <a:pt x="3041" y="13586"/>
                    <a:pt x="6777" y="13586"/>
                  </a:cubicBezTo>
                  <a:cubicBezTo>
                    <a:pt x="10514" y="13586"/>
                    <a:pt x="13555" y="10546"/>
                    <a:pt x="13555" y="6809"/>
                  </a:cubicBezTo>
                  <a:lnTo>
                    <a:pt x="6777" y="6809"/>
                  </a:lnTo>
                  <a:lnTo>
                    <a:pt x="6777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4"/>
            <p:cNvSpPr/>
            <p:nvPr/>
          </p:nvSpPr>
          <p:spPr>
            <a:xfrm>
              <a:off x="4249800" y="2500800"/>
              <a:ext cx="816275" cy="942175"/>
            </a:xfrm>
            <a:custGeom>
              <a:avLst/>
              <a:gdLst/>
              <a:ahLst/>
              <a:cxnLst/>
              <a:rect l="l" t="t" r="r" b="b"/>
              <a:pathLst>
                <a:path w="32651" h="37687" extrusionOk="0">
                  <a:moveTo>
                    <a:pt x="16310" y="1"/>
                  </a:moveTo>
                  <a:lnTo>
                    <a:pt x="0" y="9438"/>
                  </a:lnTo>
                  <a:lnTo>
                    <a:pt x="0" y="28281"/>
                  </a:lnTo>
                  <a:lnTo>
                    <a:pt x="16310" y="37687"/>
                  </a:lnTo>
                  <a:lnTo>
                    <a:pt x="32651" y="28281"/>
                  </a:lnTo>
                  <a:lnTo>
                    <a:pt x="32651" y="9438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4"/>
            <p:cNvSpPr/>
            <p:nvPr/>
          </p:nvSpPr>
          <p:spPr>
            <a:xfrm>
              <a:off x="4275125" y="2530100"/>
              <a:ext cx="765625" cy="883575"/>
            </a:xfrm>
            <a:custGeom>
              <a:avLst/>
              <a:gdLst/>
              <a:ahLst/>
              <a:cxnLst/>
              <a:rect l="l" t="t" r="r" b="b"/>
              <a:pathLst>
                <a:path w="30625" h="35343" extrusionOk="0">
                  <a:moveTo>
                    <a:pt x="15297" y="0"/>
                  </a:moveTo>
                  <a:lnTo>
                    <a:pt x="1" y="8836"/>
                  </a:lnTo>
                  <a:lnTo>
                    <a:pt x="1" y="26507"/>
                  </a:lnTo>
                  <a:lnTo>
                    <a:pt x="15297" y="35343"/>
                  </a:lnTo>
                  <a:lnTo>
                    <a:pt x="30625" y="26507"/>
                  </a:lnTo>
                  <a:lnTo>
                    <a:pt x="30625" y="8836"/>
                  </a:lnTo>
                  <a:lnTo>
                    <a:pt x="15297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4"/>
            <p:cNvSpPr/>
            <p:nvPr/>
          </p:nvSpPr>
          <p:spPr>
            <a:xfrm>
              <a:off x="4632200" y="2746250"/>
              <a:ext cx="45950" cy="83150"/>
            </a:xfrm>
            <a:custGeom>
              <a:avLst/>
              <a:gdLst/>
              <a:ahLst/>
              <a:cxnLst/>
              <a:rect l="l" t="t" r="r" b="b"/>
              <a:pathLst>
                <a:path w="1838" h="3326" extrusionOk="0">
                  <a:moveTo>
                    <a:pt x="855" y="0"/>
                  </a:moveTo>
                  <a:cubicBezTo>
                    <a:pt x="602" y="0"/>
                    <a:pt x="380" y="95"/>
                    <a:pt x="222" y="285"/>
                  </a:cubicBezTo>
                  <a:cubicBezTo>
                    <a:pt x="64" y="475"/>
                    <a:pt x="0" y="697"/>
                    <a:pt x="32" y="950"/>
                  </a:cubicBezTo>
                  <a:lnTo>
                    <a:pt x="349" y="3325"/>
                  </a:lnTo>
                  <a:lnTo>
                    <a:pt x="1489" y="3325"/>
                  </a:lnTo>
                  <a:lnTo>
                    <a:pt x="1805" y="950"/>
                  </a:lnTo>
                  <a:cubicBezTo>
                    <a:pt x="1837" y="697"/>
                    <a:pt x="1774" y="475"/>
                    <a:pt x="1615" y="285"/>
                  </a:cubicBezTo>
                  <a:cubicBezTo>
                    <a:pt x="1457" y="95"/>
                    <a:pt x="1235" y="0"/>
                    <a:pt x="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4"/>
            <p:cNvSpPr/>
            <p:nvPr/>
          </p:nvSpPr>
          <p:spPr>
            <a:xfrm>
              <a:off x="4482550" y="2809575"/>
              <a:ext cx="76825" cy="76025"/>
            </a:xfrm>
            <a:custGeom>
              <a:avLst/>
              <a:gdLst/>
              <a:ahLst/>
              <a:cxnLst/>
              <a:rect l="l" t="t" r="r" b="b"/>
              <a:pathLst>
                <a:path w="3073" h="3041" extrusionOk="0">
                  <a:moveTo>
                    <a:pt x="919" y="1"/>
                  </a:moveTo>
                  <a:cubicBezTo>
                    <a:pt x="698" y="1"/>
                    <a:pt x="508" y="96"/>
                    <a:pt x="349" y="222"/>
                  </a:cubicBezTo>
                  <a:lnTo>
                    <a:pt x="254" y="317"/>
                  </a:lnTo>
                  <a:cubicBezTo>
                    <a:pt x="96" y="507"/>
                    <a:pt x="1" y="729"/>
                    <a:pt x="1" y="982"/>
                  </a:cubicBezTo>
                  <a:cubicBezTo>
                    <a:pt x="33" y="1204"/>
                    <a:pt x="159" y="1426"/>
                    <a:pt x="349" y="1584"/>
                  </a:cubicBezTo>
                  <a:lnTo>
                    <a:pt x="2249" y="3041"/>
                  </a:lnTo>
                  <a:lnTo>
                    <a:pt x="3073" y="2249"/>
                  </a:lnTo>
                  <a:lnTo>
                    <a:pt x="1584" y="349"/>
                  </a:lnTo>
                  <a:cubicBezTo>
                    <a:pt x="1426" y="127"/>
                    <a:pt x="1204" y="1"/>
                    <a:pt x="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4"/>
            <p:cNvSpPr/>
            <p:nvPr/>
          </p:nvSpPr>
          <p:spPr>
            <a:xfrm>
              <a:off x="4423175" y="2960800"/>
              <a:ext cx="83150" cy="44350"/>
            </a:xfrm>
            <a:custGeom>
              <a:avLst/>
              <a:gdLst/>
              <a:ahLst/>
              <a:cxnLst/>
              <a:rect l="l" t="t" r="r" b="b"/>
              <a:pathLst>
                <a:path w="3326" h="1774" extrusionOk="0">
                  <a:moveTo>
                    <a:pt x="824" y="0"/>
                  </a:moveTo>
                  <a:cubicBezTo>
                    <a:pt x="381" y="0"/>
                    <a:pt x="1" y="380"/>
                    <a:pt x="1" y="824"/>
                  </a:cubicBezTo>
                  <a:lnTo>
                    <a:pt x="1" y="950"/>
                  </a:lnTo>
                  <a:cubicBezTo>
                    <a:pt x="1" y="1425"/>
                    <a:pt x="381" y="1774"/>
                    <a:pt x="824" y="1774"/>
                  </a:cubicBezTo>
                  <a:lnTo>
                    <a:pt x="951" y="1774"/>
                  </a:lnTo>
                  <a:lnTo>
                    <a:pt x="3326" y="1489"/>
                  </a:lnTo>
                  <a:lnTo>
                    <a:pt x="3326" y="317"/>
                  </a:lnTo>
                  <a:lnTo>
                    <a:pt x="951" y="32"/>
                  </a:lnTo>
                  <a:cubicBezTo>
                    <a:pt x="919" y="0"/>
                    <a:pt x="856" y="0"/>
                    <a:pt x="8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4"/>
            <p:cNvSpPr/>
            <p:nvPr/>
          </p:nvSpPr>
          <p:spPr>
            <a:xfrm>
              <a:off x="4808750" y="2956050"/>
              <a:ext cx="83950" cy="44350"/>
            </a:xfrm>
            <a:custGeom>
              <a:avLst/>
              <a:gdLst/>
              <a:ahLst/>
              <a:cxnLst/>
              <a:rect l="l" t="t" r="r" b="b"/>
              <a:pathLst>
                <a:path w="3358" h="1774" extrusionOk="0">
                  <a:moveTo>
                    <a:pt x="2407" y="0"/>
                  </a:moveTo>
                  <a:lnTo>
                    <a:pt x="1" y="317"/>
                  </a:lnTo>
                  <a:lnTo>
                    <a:pt x="1" y="1457"/>
                  </a:lnTo>
                  <a:lnTo>
                    <a:pt x="2407" y="1774"/>
                  </a:lnTo>
                  <a:lnTo>
                    <a:pt x="2534" y="1774"/>
                  </a:lnTo>
                  <a:cubicBezTo>
                    <a:pt x="2756" y="1774"/>
                    <a:pt x="2946" y="1679"/>
                    <a:pt x="3104" y="1552"/>
                  </a:cubicBezTo>
                  <a:cubicBezTo>
                    <a:pt x="3262" y="1394"/>
                    <a:pt x="3357" y="1172"/>
                    <a:pt x="3357" y="950"/>
                  </a:cubicBezTo>
                  <a:lnTo>
                    <a:pt x="3357" y="824"/>
                  </a:lnTo>
                  <a:cubicBezTo>
                    <a:pt x="3357" y="380"/>
                    <a:pt x="2977" y="0"/>
                    <a:pt x="25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4"/>
            <p:cNvSpPr/>
            <p:nvPr/>
          </p:nvSpPr>
          <p:spPr>
            <a:xfrm>
              <a:off x="4752550" y="2805625"/>
              <a:ext cx="76800" cy="76825"/>
            </a:xfrm>
            <a:custGeom>
              <a:avLst/>
              <a:gdLst/>
              <a:ahLst/>
              <a:cxnLst/>
              <a:rect l="l" t="t" r="r" b="b"/>
              <a:pathLst>
                <a:path w="3072" h="3073" extrusionOk="0">
                  <a:moveTo>
                    <a:pt x="2154" y="0"/>
                  </a:moveTo>
                  <a:cubicBezTo>
                    <a:pt x="1900" y="0"/>
                    <a:pt x="1647" y="127"/>
                    <a:pt x="1488" y="349"/>
                  </a:cubicBezTo>
                  <a:lnTo>
                    <a:pt x="0" y="2249"/>
                  </a:lnTo>
                  <a:lnTo>
                    <a:pt x="823" y="3072"/>
                  </a:lnTo>
                  <a:lnTo>
                    <a:pt x="2724" y="1584"/>
                  </a:lnTo>
                  <a:cubicBezTo>
                    <a:pt x="2914" y="1457"/>
                    <a:pt x="3040" y="1235"/>
                    <a:pt x="3072" y="982"/>
                  </a:cubicBezTo>
                  <a:cubicBezTo>
                    <a:pt x="3072" y="760"/>
                    <a:pt x="3009" y="507"/>
                    <a:pt x="2819" y="317"/>
                  </a:cubicBezTo>
                  <a:lnTo>
                    <a:pt x="2724" y="254"/>
                  </a:lnTo>
                  <a:cubicBezTo>
                    <a:pt x="2565" y="95"/>
                    <a:pt x="2375" y="0"/>
                    <a:pt x="21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4"/>
            <p:cNvSpPr/>
            <p:nvPr/>
          </p:nvSpPr>
          <p:spPr>
            <a:xfrm>
              <a:off x="4535600" y="2849150"/>
              <a:ext cx="238350" cy="349175"/>
            </a:xfrm>
            <a:custGeom>
              <a:avLst/>
              <a:gdLst/>
              <a:ahLst/>
              <a:cxnLst/>
              <a:rect l="l" t="t" r="r" b="b"/>
              <a:pathLst>
                <a:path w="9534" h="13967" extrusionOk="0">
                  <a:moveTo>
                    <a:pt x="4751" y="1"/>
                  </a:moveTo>
                  <a:cubicBezTo>
                    <a:pt x="3453" y="1"/>
                    <a:pt x="2281" y="508"/>
                    <a:pt x="1362" y="1458"/>
                  </a:cubicBezTo>
                  <a:cubicBezTo>
                    <a:pt x="476" y="2408"/>
                    <a:pt x="1" y="3611"/>
                    <a:pt x="32" y="4910"/>
                  </a:cubicBezTo>
                  <a:cubicBezTo>
                    <a:pt x="64" y="5606"/>
                    <a:pt x="222" y="6240"/>
                    <a:pt x="507" y="6841"/>
                  </a:cubicBezTo>
                  <a:cubicBezTo>
                    <a:pt x="571" y="6936"/>
                    <a:pt x="634" y="7031"/>
                    <a:pt x="729" y="7158"/>
                  </a:cubicBezTo>
                  <a:cubicBezTo>
                    <a:pt x="1014" y="7602"/>
                    <a:pt x="1679" y="8583"/>
                    <a:pt x="1774" y="9597"/>
                  </a:cubicBezTo>
                  <a:cubicBezTo>
                    <a:pt x="1806" y="9913"/>
                    <a:pt x="1964" y="10198"/>
                    <a:pt x="2186" y="10420"/>
                  </a:cubicBezTo>
                  <a:cubicBezTo>
                    <a:pt x="2123" y="10515"/>
                    <a:pt x="2091" y="10642"/>
                    <a:pt x="2091" y="10768"/>
                  </a:cubicBezTo>
                  <a:lnTo>
                    <a:pt x="2091" y="10863"/>
                  </a:lnTo>
                  <a:cubicBezTo>
                    <a:pt x="2091" y="11117"/>
                    <a:pt x="2218" y="11338"/>
                    <a:pt x="2376" y="11497"/>
                  </a:cubicBezTo>
                  <a:cubicBezTo>
                    <a:pt x="2344" y="11592"/>
                    <a:pt x="2313" y="11687"/>
                    <a:pt x="2313" y="11782"/>
                  </a:cubicBezTo>
                  <a:lnTo>
                    <a:pt x="2313" y="11908"/>
                  </a:lnTo>
                  <a:cubicBezTo>
                    <a:pt x="2313" y="12130"/>
                    <a:pt x="2408" y="12352"/>
                    <a:pt x="2566" y="12510"/>
                  </a:cubicBezTo>
                  <a:cubicBezTo>
                    <a:pt x="2534" y="12637"/>
                    <a:pt x="2534" y="12795"/>
                    <a:pt x="2566" y="12954"/>
                  </a:cubicBezTo>
                  <a:cubicBezTo>
                    <a:pt x="2819" y="13555"/>
                    <a:pt x="3706" y="13967"/>
                    <a:pt x="4783" y="13967"/>
                  </a:cubicBezTo>
                  <a:cubicBezTo>
                    <a:pt x="5891" y="13967"/>
                    <a:pt x="6746" y="13555"/>
                    <a:pt x="7000" y="12954"/>
                  </a:cubicBezTo>
                  <a:cubicBezTo>
                    <a:pt x="7063" y="12795"/>
                    <a:pt x="7063" y="12637"/>
                    <a:pt x="7000" y="12510"/>
                  </a:cubicBezTo>
                  <a:cubicBezTo>
                    <a:pt x="7158" y="12352"/>
                    <a:pt x="7253" y="12130"/>
                    <a:pt x="7253" y="11908"/>
                  </a:cubicBezTo>
                  <a:lnTo>
                    <a:pt x="7253" y="11782"/>
                  </a:lnTo>
                  <a:cubicBezTo>
                    <a:pt x="7253" y="11687"/>
                    <a:pt x="7253" y="11623"/>
                    <a:pt x="7221" y="11560"/>
                  </a:cubicBezTo>
                  <a:cubicBezTo>
                    <a:pt x="7443" y="11402"/>
                    <a:pt x="7570" y="11148"/>
                    <a:pt x="7570" y="10863"/>
                  </a:cubicBezTo>
                  <a:lnTo>
                    <a:pt x="7570" y="10768"/>
                  </a:lnTo>
                  <a:cubicBezTo>
                    <a:pt x="7570" y="10610"/>
                    <a:pt x="7538" y="10483"/>
                    <a:pt x="7475" y="10357"/>
                  </a:cubicBezTo>
                  <a:cubicBezTo>
                    <a:pt x="7665" y="10167"/>
                    <a:pt x="7791" y="9913"/>
                    <a:pt x="7823" y="9628"/>
                  </a:cubicBezTo>
                  <a:cubicBezTo>
                    <a:pt x="7855" y="8868"/>
                    <a:pt x="8235" y="8013"/>
                    <a:pt x="8931" y="7063"/>
                  </a:cubicBezTo>
                  <a:cubicBezTo>
                    <a:pt x="8963" y="6968"/>
                    <a:pt x="8995" y="6936"/>
                    <a:pt x="9026" y="6905"/>
                  </a:cubicBezTo>
                  <a:cubicBezTo>
                    <a:pt x="9375" y="6303"/>
                    <a:pt x="9533" y="5606"/>
                    <a:pt x="9533" y="4751"/>
                  </a:cubicBezTo>
                  <a:cubicBezTo>
                    <a:pt x="9533" y="3453"/>
                    <a:pt x="9058" y="2281"/>
                    <a:pt x="8140" y="1363"/>
                  </a:cubicBezTo>
                  <a:cubicBezTo>
                    <a:pt x="7253" y="476"/>
                    <a:pt x="6050" y="1"/>
                    <a:pt x="47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4"/>
            <p:cNvSpPr/>
            <p:nvPr/>
          </p:nvSpPr>
          <p:spPr>
            <a:xfrm>
              <a:off x="4568075" y="2878450"/>
              <a:ext cx="178950" cy="208250"/>
            </a:xfrm>
            <a:custGeom>
              <a:avLst/>
              <a:gdLst/>
              <a:ahLst/>
              <a:cxnLst/>
              <a:rect l="l" t="t" r="r" b="b"/>
              <a:pathLst>
                <a:path w="7158" h="8330" extrusionOk="0">
                  <a:moveTo>
                    <a:pt x="3547" y="1"/>
                  </a:moveTo>
                  <a:cubicBezTo>
                    <a:pt x="2597" y="32"/>
                    <a:pt x="1710" y="412"/>
                    <a:pt x="1045" y="1109"/>
                  </a:cubicBezTo>
                  <a:cubicBezTo>
                    <a:pt x="349" y="1806"/>
                    <a:pt x="0" y="2724"/>
                    <a:pt x="32" y="3706"/>
                  </a:cubicBezTo>
                  <a:cubicBezTo>
                    <a:pt x="32" y="4213"/>
                    <a:pt x="158" y="4688"/>
                    <a:pt x="380" y="5131"/>
                  </a:cubicBezTo>
                  <a:cubicBezTo>
                    <a:pt x="412" y="5163"/>
                    <a:pt x="475" y="5258"/>
                    <a:pt x="507" y="5321"/>
                  </a:cubicBezTo>
                  <a:cubicBezTo>
                    <a:pt x="855" y="5828"/>
                    <a:pt x="1647" y="7000"/>
                    <a:pt x="1742" y="8330"/>
                  </a:cubicBezTo>
                  <a:lnTo>
                    <a:pt x="5416" y="8330"/>
                  </a:lnTo>
                  <a:cubicBezTo>
                    <a:pt x="5511" y="7380"/>
                    <a:pt x="5954" y="6335"/>
                    <a:pt x="6746" y="5194"/>
                  </a:cubicBezTo>
                  <a:cubicBezTo>
                    <a:pt x="6777" y="5163"/>
                    <a:pt x="6809" y="5131"/>
                    <a:pt x="6809" y="5099"/>
                  </a:cubicBezTo>
                  <a:cubicBezTo>
                    <a:pt x="7031" y="4719"/>
                    <a:pt x="7157" y="4213"/>
                    <a:pt x="7157" y="3579"/>
                  </a:cubicBezTo>
                  <a:cubicBezTo>
                    <a:pt x="7157" y="2629"/>
                    <a:pt x="6777" y="1711"/>
                    <a:pt x="6112" y="1046"/>
                  </a:cubicBezTo>
                  <a:cubicBezTo>
                    <a:pt x="5416" y="381"/>
                    <a:pt x="4529" y="1"/>
                    <a:pt x="3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4"/>
            <p:cNvSpPr/>
            <p:nvPr/>
          </p:nvSpPr>
          <p:spPr>
            <a:xfrm>
              <a:off x="4551450" y="2863425"/>
              <a:ext cx="209025" cy="238325"/>
            </a:xfrm>
            <a:custGeom>
              <a:avLst/>
              <a:gdLst/>
              <a:ahLst/>
              <a:cxnLst/>
              <a:rect l="l" t="t" r="r" b="b"/>
              <a:pathLst>
                <a:path w="8361" h="9533" extrusionOk="0">
                  <a:moveTo>
                    <a:pt x="4212" y="602"/>
                  </a:moveTo>
                  <a:cubicBezTo>
                    <a:pt x="5130" y="602"/>
                    <a:pt x="6049" y="982"/>
                    <a:pt x="6714" y="1647"/>
                  </a:cubicBezTo>
                  <a:cubicBezTo>
                    <a:pt x="7379" y="2312"/>
                    <a:pt x="7759" y="3199"/>
                    <a:pt x="7759" y="4180"/>
                  </a:cubicBezTo>
                  <a:cubicBezTo>
                    <a:pt x="7759" y="4814"/>
                    <a:pt x="7664" y="5320"/>
                    <a:pt x="7411" y="5700"/>
                  </a:cubicBezTo>
                  <a:cubicBezTo>
                    <a:pt x="7411" y="5732"/>
                    <a:pt x="7379" y="5764"/>
                    <a:pt x="7347" y="5795"/>
                  </a:cubicBezTo>
                  <a:cubicBezTo>
                    <a:pt x="6556" y="6904"/>
                    <a:pt x="6112" y="7981"/>
                    <a:pt x="6049" y="8931"/>
                  </a:cubicBezTo>
                  <a:lnTo>
                    <a:pt x="2375" y="8931"/>
                  </a:lnTo>
                  <a:cubicBezTo>
                    <a:pt x="2249" y="7601"/>
                    <a:pt x="1457" y="6429"/>
                    <a:pt x="1140" y="5922"/>
                  </a:cubicBezTo>
                  <a:cubicBezTo>
                    <a:pt x="1077" y="5859"/>
                    <a:pt x="1014" y="5764"/>
                    <a:pt x="982" y="5732"/>
                  </a:cubicBezTo>
                  <a:cubicBezTo>
                    <a:pt x="760" y="5289"/>
                    <a:pt x="665" y="4814"/>
                    <a:pt x="633" y="4307"/>
                  </a:cubicBezTo>
                  <a:cubicBezTo>
                    <a:pt x="602" y="3325"/>
                    <a:pt x="950" y="2407"/>
                    <a:pt x="1647" y="1710"/>
                  </a:cubicBezTo>
                  <a:cubicBezTo>
                    <a:pt x="2312" y="1013"/>
                    <a:pt x="3199" y="602"/>
                    <a:pt x="4180" y="602"/>
                  </a:cubicBezTo>
                  <a:close/>
                  <a:moveTo>
                    <a:pt x="4180" y="0"/>
                  </a:moveTo>
                  <a:cubicBezTo>
                    <a:pt x="3040" y="0"/>
                    <a:pt x="1995" y="475"/>
                    <a:pt x="1204" y="1298"/>
                  </a:cubicBezTo>
                  <a:cubicBezTo>
                    <a:pt x="412" y="2122"/>
                    <a:pt x="0" y="3199"/>
                    <a:pt x="32" y="4307"/>
                  </a:cubicBezTo>
                  <a:cubicBezTo>
                    <a:pt x="63" y="4909"/>
                    <a:pt x="190" y="5479"/>
                    <a:pt x="443" y="6017"/>
                  </a:cubicBezTo>
                  <a:cubicBezTo>
                    <a:pt x="475" y="6080"/>
                    <a:pt x="538" y="6144"/>
                    <a:pt x="633" y="6270"/>
                  </a:cubicBezTo>
                  <a:cubicBezTo>
                    <a:pt x="950" y="6745"/>
                    <a:pt x="1679" y="7822"/>
                    <a:pt x="1774" y="8994"/>
                  </a:cubicBezTo>
                  <a:cubicBezTo>
                    <a:pt x="1805" y="9311"/>
                    <a:pt x="2059" y="9532"/>
                    <a:pt x="2375" y="9532"/>
                  </a:cubicBezTo>
                  <a:lnTo>
                    <a:pt x="6049" y="9532"/>
                  </a:lnTo>
                  <a:cubicBezTo>
                    <a:pt x="6366" y="9532"/>
                    <a:pt x="6619" y="9311"/>
                    <a:pt x="6651" y="8994"/>
                  </a:cubicBezTo>
                  <a:cubicBezTo>
                    <a:pt x="6714" y="8139"/>
                    <a:pt x="7126" y="7189"/>
                    <a:pt x="7854" y="6144"/>
                  </a:cubicBezTo>
                  <a:cubicBezTo>
                    <a:pt x="7886" y="6080"/>
                    <a:pt x="7917" y="6049"/>
                    <a:pt x="7949" y="6017"/>
                  </a:cubicBezTo>
                  <a:cubicBezTo>
                    <a:pt x="8234" y="5542"/>
                    <a:pt x="8361" y="4940"/>
                    <a:pt x="8361" y="4180"/>
                  </a:cubicBezTo>
                  <a:cubicBezTo>
                    <a:pt x="8361" y="3040"/>
                    <a:pt x="7949" y="1995"/>
                    <a:pt x="7157" y="1203"/>
                  </a:cubicBezTo>
                  <a:cubicBezTo>
                    <a:pt x="6334" y="412"/>
                    <a:pt x="5289" y="0"/>
                    <a:pt x="4180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4"/>
            <p:cNvSpPr/>
            <p:nvPr/>
          </p:nvSpPr>
          <p:spPr>
            <a:xfrm>
              <a:off x="4604475" y="3111225"/>
              <a:ext cx="106925" cy="16650"/>
            </a:xfrm>
            <a:custGeom>
              <a:avLst/>
              <a:gdLst/>
              <a:ahLst/>
              <a:cxnLst/>
              <a:rect l="l" t="t" r="r" b="b"/>
              <a:pathLst>
                <a:path w="4277" h="666" extrusionOk="0">
                  <a:moveTo>
                    <a:pt x="286" y="0"/>
                  </a:moveTo>
                  <a:cubicBezTo>
                    <a:pt x="128" y="0"/>
                    <a:pt x="1" y="127"/>
                    <a:pt x="1" y="285"/>
                  </a:cubicBezTo>
                  <a:lnTo>
                    <a:pt x="1" y="380"/>
                  </a:lnTo>
                  <a:cubicBezTo>
                    <a:pt x="1" y="539"/>
                    <a:pt x="96" y="665"/>
                    <a:pt x="286" y="665"/>
                  </a:cubicBezTo>
                  <a:lnTo>
                    <a:pt x="3991" y="665"/>
                  </a:lnTo>
                  <a:cubicBezTo>
                    <a:pt x="4150" y="665"/>
                    <a:pt x="4276" y="539"/>
                    <a:pt x="4276" y="380"/>
                  </a:cubicBezTo>
                  <a:lnTo>
                    <a:pt x="4276" y="285"/>
                  </a:lnTo>
                  <a:cubicBezTo>
                    <a:pt x="4276" y="127"/>
                    <a:pt x="4150" y="0"/>
                    <a:pt x="3991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4"/>
            <p:cNvSpPr/>
            <p:nvPr/>
          </p:nvSpPr>
          <p:spPr>
            <a:xfrm>
              <a:off x="4609225" y="3136550"/>
              <a:ext cx="94250" cy="16650"/>
            </a:xfrm>
            <a:custGeom>
              <a:avLst/>
              <a:gdLst/>
              <a:ahLst/>
              <a:cxnLst/>
              <a:rect l="l" t="t" r="r" b="b"/>
              <a:pathLst>
                <a:path w="3770" h="666" extrusionOk="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412"/>
                  </a:lnTo>
                  <a:cubicBezTo>
                    <a:pt x="1" y="539"/>
                    <a:pt x="128" y="666"/>
                    <a:pt x="286" y="666"/>
                  </a:cubicBezTo>
                  <a:lnTo>
                    <a:pt x="3516" y="666"/>
                  </a:lnTo>
                  <a:cubicBezTo>
                    <a:pt x="3643" y="666"/>
                    <a:pt x="3770" y="571"/>
                    <a:pt x="3770" y="412"/>
                  </a:cubicBezTo>
                  <a:lnTo>
                    <a:pt x="3770" y="286"/>
                  </a:lnTo>
                  <a:cubicBezTo>
                    <a:pt x="3770" y="127"/>
                    <a:pt x="3643" y="1"/>
                    <a:pt x="3516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4"/>
            <p:cNvSpPr/>
            <p:nvPr/>
          </p:nvSpPr>
          <p:spPr>
            <a:xfrm>
              <a:off x="4613975" y="3163475"/>
              <a:ext cx="84750" cy="19825"/>
            </a:xfrm>
            <a:custGeom>
              <a:avLst/>
              <a:gdLst/>
              <a:ahLst/>
              <a:cxnLst/>
              <a:rect l="l" t="t" r="r" b="b"/>
              <a:pathLst>
                <a:path w="3390" h="793" extrusionOk="0">
                  <a:moveTo>
                    <a:pt x="223" y="1"/>
                  </a:moveTo>
                  <a:cubicBezTo>
                    <a:pt x="96" y="1"/>
                    <a:pt x="1" y="64"/>
                    <a:pt x="33" y="159"/>
                  </a:cubicBezTo>
                  <a:cubicBezTo>
                    <a:pt x="191" y="507"/>
                    <a:pt x="888" y="792"/>
                    <a:pt x="1711" y="792"/>
                  </a:cubicBezTo>
                  <a:cubicBezTo>
                    <a:pt x="2534" y="792"/>
                    <a:pt x="3231" y="507"/>
                    <a:pt x="3358" y="159"/>
                  </a:cubicBezTo>
                  <a:cubicBezTo>
                    <a:pt x="3390" y="64"/>
                    <a:pt x="3295" y="1"/>
                    <a:pt x="3200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4"/>
            <p:cNvSpPr/>
            <p:nvPr/>
          </p:nvSpPr>
          <p:spPr>
            <a:xfrm>
              <a:off x="4648025" y="2760500"/>
              <a:ext cx="16650" cy="67300"/>
            </a:xfrm>
            <a:custGeom>
              <a:avLst/>
              <a:gdLst/>
              <a:ahLst/>
              <a:cxnLst/>
              <a:rect l="l" t="t" r="r" b="b"/>
              <a:pathLst>
                <a:path w="666" h="2692" extrusionOk="0">
                  <a:moveTo>
                    <a:pt x="286" y="0"/>
                  </a:moveTo>
                  <a:cubicBezTo>
                    <a:pt x="127" y="0"/>
                    <a:pt x="1" y="127"/>
                    <a:pt x="32" y="285"/>
                  </a:cubicBezTo>
                  <a:lnTo>
                    <a:pt x="349" y="2692"/>
                  </a:lnTo>
                  <a:lnTo>
                    <a:pt x="634" y="285"/>
                  </a:lnTo>
                  <a:cubicBezTo>
                    <a:pt x="666" y="127"/>
                    <a:pt x="539" y="0"/>
                    <a:pt x="41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24"/>
            <p:cNvSpPr/>
            <p:nvPr/>
          </p:nvSpPr>
          <p:spPr>
            <a:xfrm>
              <a:off x="4497600" y="2823975"/>
              <a:ext cx="51500" cy="50550"/>
            </a:xfrm>
            <a:custGeom>
              <a:avLst/>
              <a:gdLst/>
              <a:ahLst/>
              <a:cxnLst/>
              <a:rect l="l" t="t" r="r" b="b"/>
              <a:pathLst>
                <a:path w="2060" h="2022" extrusionOk="0">
                  <a:moveTo>
                    <a:pt x="375" y="1"/>
                  </a:moveTo>
                  <a:cubicBezTo>
                    <a:pt x="319" y="1"/>
                    <a:pt x="262" y="18"/>
                    <a:pt x="222" y="58"/>
                  </a:cubicBezTo>
                  <a:lnTo>
                    <a:pt x="127" y="153"/>
                  </a:lnTo>
                  <a:cubicBezTo>
                    <a:pt x="1" y="280"/>
                    <a:pt x="32" y="438"/>
                    <a:pt x="159" y="533"/>
                  </a:cubicBezTo>
                  <a:lnTo>
                    <a:pt x="2059" y="2021"/>
                  </a:lnTo>
                  <a:lnTo>
                    <a:pt x="571" y="90"/>
                  </a:lnTo>
                  <a:cubicBezTo>
                    <a:pt x="534" y="34"/>
                    <a:pt x="454" y="1"/>
                    <a:pt x="37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4"/>
            <p:cNvSpPr/>
            <p:nvPr/>
          </p:nvSpPr>
          <p:spPr>
            <a:xfrm>
              <a:off x="4439025" y="2975725"/>
              <a:ext cx="67300" cy="15300"/>
            </a:xfrm>
            <a:custGeom>
              <a:avLst/>
              <a:gdLst/>
              <a:ahLst/>
              <a:cxnLst/>
              <a:rect l="l" t="t" r="r" b="b"/>
              <a:pathLst>
                <a:path w="2692" h="612" extrusionOk="0">
                  <a:moveTo>
                    <a:pt x="236" y="0"/>
                  </a:moveTo>
                  <a:cubicBezTo>
                    <a:pt x="101" y="0"/>
                    <a:pt x="0" y="113"/>
                    <a:pt x="0" y="227"/>
                  </a:cubicBezTo>
                  <a:lnTo>
                    <a:pt x="0" y="353"/>
                  </a:lnTo>
                  <a:cubicBezTo>
                    <a:pt x="0" y="495"/>
                    <a:pt x="102" y="612"/>
                    <a:pt x="237" y="612"/>
                  </a:cubicBezTo>
                  <a:cubicBezTo>
                    <a:pt x="252" y="612"/>
                    <a:pt x="269" y="610"/>
                    <a:pt x="285" y="607"/>
                  </a:cubicBezTo>
                  <a:lnTo>
                    <a:pt x="2692" y="290"/>
                  </a:lnTo>
                  <a:lnTo>
                    <a:pt x="285" y="5"/>
                  </a:lnTo>
                  <a:cubicBezTo>
                    <a:pt x="268" y="2"/>
                    <a:pt x="252" y="0"/>
                    <a:pt x="23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4"/>
            <p:cNvSpPr/>
            <p:nvPr/>
          </p:nvSpPr>
          <p:spPr>
            <a:xfrm>
              <a:off x="4811925" y="2970300"/>
              <a:ext cx="67325" cy="15225"/>
            </a:xfrm>
            <a:custGeom>
              <a:avLst/>
              <a:gdLst/>
              <a:ahLst/>
              <a:cxnLst/>
              <a:rect l="l" t="t" r="r" b="b"/>
              <a:pathLst>
                <a:path w="2693" h="609" extrusionOk="0">
                  <a:moveTo>
                    <a:pt x="2407" y="0"/>
                  </a:moveTo>
                  <a:lnTo>
                    <a:pt x="0" y="317"/>
                  </a:lnTo>
                  <a:lnTo>
                    <a:pt x="2407" y="602"/>
                  </a:lnTo>
                  <a:cubicBezTo>
                    <a:pt x="2428" y="606"/>
                    <a:pt x="2447" y="608"/>
                    <a:pt x="2467" y="608"/>
                  </a:cubicBezTo>
                  <a:cubicBezTo>
                    <a:pt x="2596" y="608"/>
                    <a:pt x="2692" y="518"/>
                    <a:pt x="2692" y="380"/>
                  </a:cubicBezTo>
                  <a:lnTo>
                    <a:pt x="2692" y="254"/>
                  </a:lnTo>
                  <a:cubicBezTo>
                    <a:pt x="2692" y="95"/>
                    <a:pt x="2565" y="0"/>
                    <a:pt x="24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4"/>
            <p:cNvSpPr/>
            <p:nvPr/>
          </p:nvSpPr>
          <p:spPr>
            <a:xfrm>
              <a:off x="4765200" y="2820550"/>
              <a:ext cx="51500" cy="50025"/>
            </a:xfrm>
            <a:custGeom>
              <a:avLst/>
              <a:gdLst/>
              <a:ahLst/>
              <a:cxnLst/>
              <a:rect l="l" t="t" r="r" b="b"/>
              <a:pathLst>
                <a:path w="2060" h="2001" extrusionOk="0">
                  <a:moveTo>
                    <a:pt x="1695" y="1"/>
                  </a:moveTo>
                  <a:cubicBezTo>
                    <a:pt x="1618" y="1"/>
                    <a:pt x="1540" y="32"/>
                    <a:pt x="1489" y="100"/>
                  </a:cubicBezTo>
                  <a:lnTo>
                    <a:pt x="1" y="2000"/>
                  </a:lnTo>
                  <a:lnTo>
                    <a:pt x="1933" y="512"/>
                  </a:lnTo>
                  <a:cubicBezTo>
                    <a:pt x="2059" y="448"/>
                    <a:pt x="2059" y="258"/>
                    <a:pt x="1964" y="163"/>
                  </a:cubicBezTo>
                  <a:lnTo>
                    <a:pt x="1869" y="68"/>
                  </a:lnTo>
                  <a:cubicBezTo>
                    <a:pt x="1825" y="24"/>
                    <a:pt x="1761" y="1"/>
                    <a:pt x="169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4"/>
            <p:cNvSpPr/>
            <p:nvPr/>
          </p:nvSpPr>
          <p:spPr>
            <a:xfrm>
              <a:off x="4616350" y="2914075"/>
              <a:ext cx="80800" cy="143325"/>
            </a:xfrm>
            <a:custGeom>
              <a:avLst/>
              <a:gdLst/>
              <a:ahLst/>
              <a:cxnLst/>
              <a:rect l="l" t="t" r="r" b="b"/>
              <a:pathLst>
                <a:path w="3232" h="5733" extrusionOk="0">
                  <a:moveTo>
                    <a:pt x="3136" y="1"/>
                  </a:moveTo>
                  <a:lnTo>
                    <a:pt x="603" y="2946"/>
                  </a:lnTo>
                  <a:lnTo>
                    <a:pt x="1521" y="3168"/>
                  </a:lnTo>
                  <a:lnTo>
                    <a:pt x="1" y="5733"/>
                  </a:lnTo>
                  <a:lnTo>
                    <a:pt x="3231" y="2851"/>
                  </a:lnTo>
                  <a:lnTo>
                    <a:pt x="1996" y="2471"/>
                  </a:lnTo>
                  <a:lnTo>
                    <a:pt x="3136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4"/>
            <p:cNvSpPr/>
            <p:nvPr/>
          </p:nvSpPr>
          <p:spPr>
            <a:xfrm>
              <a:off x="3829375" y="3229200"/>
              <a:ext cx="815525" cy="942175"/>
            </a:xfrm>
            <a:custGeom>
              <a:avLst/>
              <a:gdLst/>
              <a:ahLst/>
              <a:cxnLst/>
              <a:rect l="l" t="t" r="r" b="b"/>
              <a:pathLst>
                <a:path w="32621" h="37687" extrusionOk="0">
                  <a:moveTo>
                    <a:pt x="16310" y="0"/>
                  </a:moveTo>
                  <a:lnTo>
                    <a:pt x="1" y="9437"/>
                  </a:ln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4"/>
            <p:cNvSpPr/>
            <p:nvPr/>
          </p:nvSpPr>
          <p:spPr>
            <a:xfrm>
              <a:off x="3854725" y="3258475"/>
              <a:ext cx="764825" cy="883600"/>
            </a:xfrm>
            <a:custGeom>
              <a:avLst/>
              <a:gdLst/>
              <a:ahLst/>
              <a:cxnLst/>
              <a:rect l="l" t="t" r="r" b="b"/>
              <a:pathLst>
                <a:path w="30593" h="35344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4"/>
            <p:cNvSpPr/>
            <p:nvPr/>
          </p:nvSpPr>
          <p:spPr>
            <a:xfrm>
              <a:off x="4007525" y="3548250"/>
              <a:ext cx="307225" cy="269225"/>
            </a:xfrm>
            <a:custGeom>
              <a:avLst/>
              <a:gdLst/>
              <a:ahLst/>
              <a:cxnLst/>
              <a:rect l="l" t="t" r="r" b="b"/>
              <a:pathLst>
                <a:path w="12289" h="10769" extrusionOk="0">
                  <a:moveTo>
                    <a:pt x="4212" y="1"/>
                  </a:moveTo>
                  <a:cubicBezTo>
                    <a:pt x="2312" y="1"/>
                    <a:pt x="760" y="1552"/>
                    <a:pt x="760" y="3484"/>
                  </a:cubicBezTo>
                  <a:lnTo>
                    <a:pt x="760" y="5448"/>
                  </a:lnTo>
                  <a:cubicBezTo>
                    <a:pt x="760" y="6018"/>
                    <a:pt x="887" y="6588"/>
                    <a:pt x="1172" y="7126"/>
                  </a:cubicBezTo>
                  <a:lnTo>
                    <a:pt x="0" y="10768"/>
                  </a:lnTo>
                  <a:lnTo>
                    <a:pt x="3674" y="8868"/>
                  </a:lnTo>
                  <a:cubicBezTo>
                    <a:pt x="3864" y="8900"/>
                    <a:pt x="4054" y="8931"/>
                    <a:pt x="4212" y="8931"/>
                  </a:cubicBezTo>
                  <a:lnTo>
                    <a:pt x="6556" y="8931"/>
                  </a:lnTo>
                  <a:lnTo>
                    <a:pt x="6176" y="7950"/>
                  </a:lnTo>
                  <a:cubicBezTo>
                    <a:pt x="6081" y="7728"/>
                    <a:pt x="6018" y="7443"/>
                    <a:pt x="6018" y="7189"/>
                  </a:cubicBezTo>
                  <a:lnTo>
                    <a:pt x="6018" y="5226"/>
                  </a:lnTo>
                  <a:cubicBezTo>
                    <a:pt x="6018" y="4054"/>
                    <a:pt x="6936" y="3136"/>
                    <a:pt x="8108" y="3136"/>
                  </a:cubicBezTo>
                  <a:lnTo>
                    <a:pt x="12288" y="3136"/>
                  </a:lnTo>
                  <a:lnTo>
                    <a:pt x="11908" y="2186"/>
                  </a:lnTo>
                  <a:cubicBezTo>
                    <a:pt x="11370" y="856"/>
                    <a:pt x="10103" y="1"/>
                    <a:pt x="86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4"/>
            <p:cNvSpPr/>
            <p:nvPr/>
          </p:nvSpPr>
          <p:spPr>
            <a:xfrm>
              <a:off x="4036825" y="3565675"/>
              <a:ext cx="251775" cy="217750"/>
            </a:xfrm>
            <a:custGeom>
              <a:avLst/>
              <a:gdLst/>
              <a:ahLst/>
              <a:cxnLst/>
              <a:rect l="l" t="t" r="r" b="b"/>
              <a:pathLst>
                <a:path w="10071" h="8710" extrusionOk="0">
                  <a:moveTo>
                    <a:pt x="3072" y="0"/>
                  </a:moveTo>
                  <a:cubicBezTo>
                    <a:pt x="1520" y="0"/>
                    <a:pt x="285" y="1235"/>
                    <a:pt x="285" y="2787"/>
                  </a:cubicBezTo>
                  <a:lnTo>
                    <a:pt x="285" y="4751"/>
                  </a:lnTo>
                  <a:cubicBezTo>
                    <a:pt x="285" y="5321"/>
                    <a:pt x="444" y="5859"/>
                    <a:pt x="760" y="6334"/>
                  </a:cubicBezTo>
                  <a:lnTo>
                    <a:pt x="0" y="8709"/>
                  </a:lnTo>
                  <a:lnTo>
                    <a:pt x="2407" y="7443"/>
                  </a:lnTo>
                  <a:cubicBezTo>
                    <a:pt x="2629" y="7506"/>
                    <a:pt x="2850" y="7538"/>
                    <a:pt x="3072" y="7538"/>
                  </a:cubicBezTo>
                  <a:lnTo>
                    <a:pt x="4339" y="7538"/>
                  </a:lnTo>
                  <a:cubicBezTo>
                    <a:pt x="4212" y="7221"/>
                    <a:pt x="4149" y="6841"/>
                    <a:pt x="4149" y="6492"/>
                  </a:cubicBezTo>
                  <a:lnTo>
                    <a:pt x="4149" y="4529"/>
                  </a:lnTo>
                  <a:cubicBezTo>
                    <a:pt x="4149" y="2977"/>
                    <a:pt x="5384" y="1742"/>
                    <a:pt x="6936" y="1742"/>
                  </a:cubicBezTo>
                  <a:lnTo>
                    <a:pt x="10071" y="1742"/>
                  </a:lnTo>
                  <a:cubicBezTo>
                    <a:pt x="9659" y="697"/>
                    <a:pt x="8678" y="0"/>
                    <a:pt x="7506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4"/>
            <p:cNvSpPr/>
            <p:nvPr/>
          </p:nvSpPr>
          <p:spPr>
            <a:xfrm>
              <a:off x="4143700" y="3603675"/>
              <a:ext cx="323050" cy="249425"/>
            </a:xfrm>
            <a:custGeom>
              <a:avLst/>
              <a:gdLst/>
              <a:ahLst/>
              <a:cxnLst/>
              <a:rect l="l" t="t" r="r" b="b"/>
              <a:pathLst>
                <a:path w="12922" h="9977" extrusionOk="0">
                  <a:moveTo>
                    <a:pt x="3484" y="0"/>
                  </a:moveTo>
                  <a:cubicBezTo>
                    <a:pt x="1552" y="0"/>
                    <a:pt x="1" y="1552"/>
                    <a:pt x="1" y="3484"/>
                  </a:cubicBezTo>
                  <a:lnTo>
                    <a:pt x="1" y="5447"/>
                  </a:lnTo>
                  <a:cubicBezTo>
                    <a:pt x="1" y="7348"/>
                    <a:pt x="1552" y="8931"/>
                    <a:pt x="3484" y="8931"/>
                  </a:cubicBezTo>
                  <a:lnTo>
                    <a:pt x="7918" y="8931"/>
                  </a:lnTo>
                  <a:cubicBezTo>
                    <a:pt x="8139" y="8931"/>
                    <a:pt x="8329" y="8899"/>
                    <a:pt x="8551" y="8868"/>
                  </a:cubicBezTo>
                  <a:lnTo>
                    <a:pt x="12921" y="9976"/>
                  </a:lnTo>
                  <a:lnTo>
                    <a:pt x="11021" y="6999"/>
                  </a:lnTo>
                  <a:cubicBezTo>
                    <a:pt x="11275" y="6524"/>
                    <a:pt x="11401" y="5986"/>
                    <a:pt x="11401" y="5447"/>
                  </a:cubicBezTo>
                  <a:lnTo>
                    <a:pt x="11401" y="3484"/>
                  </a:lnTo>
                  <a:cubicBezTo>
                    <a:pt x="11401" y="1552"/>
                    <a:pt x="9850" y="0"/>
                    <a:pt x="7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4"/>
            <p:cNvSpPr/>
            <p:nvPr/>
          </p:nvSpPr>
          <p:spPr>
            <a:xfrm>
              <a:off x="4161125" y="3621100"/>
              <a:ext cx="266825" cy="204275"/>
            </a:xfrm>
            <a:custGeom>
              <a:avLst/>
              <a:gdLst/>
              <a:ahLst/>
              <a:cxnLst/>
              <a:rect l="l" t="t" r="r" b="b"/>
              <a:pathLst>
                <a:path w="10673" h="8171" extrusionOk="0">
                  <a:moveTo>
                    <a:pt x="2787" y="0"/>
                  </a:moveTo>
                  <a:cubicBezTo>
                    <a:pt x="1235" y="0"/>
                    <a:pt x="0" y="1235"/>
                    <a:pt x="0" y="2787"/>
                  </a:cubicBezTo>
                  <a:lnTo>
                    <a:pt x="0" y="4750"/>
                  </a:lnTo>
                  <a:cubicBezTo>
                    <a:pt x="0" y="6271"/>
                    <a:pt x="1235" y="7537"/>
                    <a:pt x="2787" y="7537"/>
                  </a:cubicBezTo>
                  <a:lnTo>
                    <a:pt x="7221" y="7537"/>
                  </a:lnTo>
                  <a:cubicBezTo>
                    <a:pt x="7442" y="7537"/>
                    <a:pt x="7664" y="7506"/>
                    <a:pt x="7854" y="7442"/>
                  </a:cubicBezTo>
                  <a:lnTo>
                    <a:pt x="10673" y="8171"/>
                  </a:lnTo>
                  <a:lnTo>
                    <a:pt x="9501" y="6334"/>
                  </a:lnTo>
                  <a:cubicBezTo>
                    <a:pt x="9818" y="5859"/>
                    <a:pt x="10008" y="5321"/>
                    <a:pt x="10008" y="4750"/>
                  </a:cubicBezTo>
                  <a:lnTo>
                    <a:pt x="10008" y="2787"/>
                  </a:lnTo>
                  <a:cubicBezTo>
                    <a:pt x="10008" y="1235"/>
                    <a:pt x="8773" y="0"/>
                    <a:pt x="722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4"/>
            <p:cNvSpPr/>
            <p:nvPr/>
          </p:nvSpPr>
          <p:spPr>
            <a:xfrm>
              <a:off x="2871400" y="170355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507"/>
                  </a:moveTo>
                  <a:lnTo>
                    <a:pt x="36863" y="11021"/>
                  </a:lnTo>
                  <a:lnTo>
                    <a:pt x="36863" y="32017"/>
                  </a:lnTo>
                  <a:lnTo>
                    <a:pt x="18653" y="42531"/>
                  </a:lnTo>
                  <a:lnTo>
                    <a:pt x="444" y="32017"/>
                  </a:lnTo>
                  <a:lnTo>
                    <a:pt x="444" y="11021"/>
                  </a:lnTo>
                  <a:lnTo>
                    <a:pt x="18653" y="507"/>
                  </a:lnTo>
                  <a:close/>
                  <a:moveTo>
                    <a:pt x="18653" y="0"/>
                  </a:moveTo>
                  <a:lnTo>
                    <a:pt x="0" y="10768"/>
                  </a:lnTo>
                  <a:lnTo>
                    <a:pt x="0" y="32271"/>
                  </a:lnTo>
                  <a:lnTo>
                    <a:pt x="18653" y="43038"/>
                  </a:lnTo>
                  <a:lnTo>
                    <a:pt x="37275" y="32271"/>
                  </a:lnTo>
                  <a:lnTo>
                    <a:pt x="37275" y="10768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4"/>
            <p:cNvSpPr/>
            <p:nvPr/>
          </p:nvSpPr>
          <p:spPr>
            <a:xfrm>
              <a:off x="2451000" y="2434300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476"/>
                  </a:moveTo>
                  <a:lnTo>
                    <a:pt x="36831" y="10990"/>
                  </a:lnTo>
                  <a:lnTo>
                    <a:pt x="36831" y="32018"/>
                  </a:lnTo>
                  <a:lnTo>
                    <a:pt x="18653" y="42532"/>
                  </a:lnTo>
                  <a:lnTo>
                    <a:pt x="443" y="32018"/>
                  </a:lnTo>
                  <a:lnTo>
                    <a:pt x="443" y="10990"/>
                  </a:lnTo>
                  <a:lnTo>
                    <a:pt x="18653" y="476"/>
                  </a:lnTo>
                  <a:close/>
                  <a:moveTo>
                    <a:pt x="18653" y="0"/>
                  </a:moveTo>
                  <a:lnTo>
                    <a:pt x="0" y="10736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4"/>
                  </a:lnTo>
                  <a:lnTo>
                    <a:pt x="37275" y="32271"/>
                  </a:lnTo>
                  <a:lnTo>
                    <a:pt x="37275" y="10736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4"/>
            <p:cNvSpPr/>
            <p:nvPr/>
          </p:nvSpPr>
          <p:spPr>
            <a:xfrm>
              <a:off x="2871400" y="3162675"/>
              <a:ext cx="931875" cy="1075975"/>
            </a:xfrm>
            <a:custGeom>
              <a:avLst/>
              <a:gdLst/>
              <a:ahLst/>
              <a:cxnLst/>
              <a:rect l="l" t="t" r="r" b="b"/>
              <a:pathLst>
                <a:path w="37275" h="43039" extrusionOk="0">
                  <a:moveTo>
                    <a:pt x="18653" y="476"/>
                  </a:moveTo>
                  <a:lnTo>
                    <a:pt x="36863" y="10990"/>
                  </a:lnTo>
                  <a:lnTo>
                    <a:pt x="36863" y="32018"/>
                  </a:lnTo>
                  <a:lnTo>
                    <a:pt x="18653" y="42532"/>
                  </a:lnTo>
                  <a:lnTo>
                    <a:pt x="444" y="32018"/>
                  </a:lnTo>
                  <a:lnTo>
                    <a:pt x="444" y="10990"/>
                  </a:lnTo>
                  <a:lnTo>
                    <a:pt x="18653" y="476"/>
                  </a:lnTo>
                  <a:close/>
                  <a:moveTo>
                    <a:pt x="18653" y="1"/>
                  </a:moveTo>
                  <a:lnTo>
                    <a:pt x="127" y="10673"/>
                  </a:lnTo>
                  <a:lnTo>
                    <a:pt x="0" y="10737"/>
                  </a:lnTo>
                  <a:lnTo>
                    <a:pt x="0" y="32271"/>
                  </a:lnTo>
                  <a:lnTo>
                    <a:pt x="18653" y="43039"/>
                  </a:lnTo>
                  <a:lnTo>
                    <a:pt x="37180" y="32335"/>
                  </a:lnTo>
                  <a:lnTo>
                    <a:pt x="37275" y="32271"/>
                  </a:lnTo>
                  <a:lnTo>
                    <a:pt x="37275" y="10737"/>
                  </a:lnTo>
                  <a:lnTo>
                    <a:pt x="1865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4"/>
            <p:cNvSpPr/>
            <p:nvPr/>
          </p:nvSpPr>
          <p:spPr>
            <a:xfrm>
              <a:off x="2508775" y="2500800"/>
              <a:ext cx="816300" cy="942175"/>
            </a:xfrm>
            <a:custGeom>
              <a:avLst/>
              <a:gdLst/>
              <a:ahLst/>
              <a:cxnLst/>
              <a:rect l="l" t="t" r="r" b="b"/>
              <a:pathLst>
                <a:path w="32652" h="37687" extrusionOk="0">
                  <a:moveTo>
                    <a:pt x="1" y="9438"/>
                  </a:moveTo>
                  <a:lnTo>
                    <a:pt x="1" y="28281"/>
                  </a:lnTo>
                  <a:lnTo>
                    <a:pt x="16342" y="37687"/>
                  </a:lnTo>
                  <a:lnTo>
                    <a:pt x="32652" y="28281"/>
                  </a:lnTo>
                  <a:lnTo>
                    <a:pt x="32652" y="9438"/>
                  </a:lnTo>
                  <a:lnTo>
                    <a:pt x="16342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4"/>
            <p:cNvSpPr/>
            <p:nvPr/>
          </p:nvSpPr>
          <p:spPr>
            <a:xfrm>
              <a:off x="2534125" y="2530100"/>
              <a:ext cx="765625" cy="883575"/>
            </a:xfrm>
            <a:custGeom>
              <a:avLst/>
              <a:gdLst/>
              <a:ahLst/>
              <a:cxnLst/>
              <a:rect l="l" t="t" r="r" b="b"/>
              <a:pathLst>
                <a:path w="30625" h="35343" extrusionOk="0">
                  <a:moveTo>
                    <a:pt x="15328" y="0"/>
                  </a:moveTo>
                  <a:lnTo>
                    <a:pt x="0" y="8836"/>
                  </a:lnTo>
                  <a:lnTo>
                    <a:pt x="0" y="26507"/>
                  </a:lnTo>
                  <a:lnTo>
                    <a:pt x="15328" y="35343"/>
                  </a:lnTo>
                  <a:lnTo>
                    <a:pt x="30624" y="26507"/>
                  </a:lnTo>
                  <a:lnTo>
                    <a:pt x="30624" y="8836"/>
                  </a:lnTo>
                  <a:lnTo>
                    <a:pt x="15328" y="0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4"/>
            <p:cNvSpPr/>
            <p:nvPr/>
          </p:nvSpPr>
          <p:spPr>
            <a:xfrm>
              <a:off x="2722550" y="2777125"/>
              <a:ext cx="388775" cy="389550"/>
            </a:xfrm>
            <a:custGeom>
              <a:avLst/>
              <a:gdLst/>
              <a:ahLst/>
              <a:cxnLst/>
              <a:rect l="l" t="t" r="r" b="b"/>
              <a:pathLst>
                <a:path w="15551" h="15582" extrusionOk="0">
                  <a:moveTo>
                    <a:pt x="6556" y="0"/>
                  </a:moveTo>
                  <a:cubicBezTo>
                    <a:pt x="5954" y="0"/>
                    <a:pt x="5479" y="507"/>
                    <a:pt x="5479" y="1077"/>
                  </a:cubicBezTo>
                  <a:lnTo>
                    <a:pt x="5479" y="2249"/>
                  </a:lnTo>
                  <a:lnTo>
                    <a:pt x="4656" y="1425"/>
                  </a:lnTo>
                  <a:cubicBezTo>
                    <a:pt x="4434" y="1204"/>
                    <a:pt x="4181" y="1109"/>
                    <a:pt x="3896" y="1109"/>
                  </a:cubicBezTo>
                  <a:cubicBezTo>
                    <a:pt x="3611" y="1109"/>
                    <a:pt x="3326" y="1204"/>
                    <a:pt x="3136" y="1425"/>
                  </a:cubicBezTo>
                  <a:lnTo>
                    <a:pt x="1394" y="3167"/>
                  </a:lnTo>
                  <a:cubicBezTo>
                    <a:pt x="982" y="3579"/>
                    <a:pt x="982" y="4244"/>
                    <a:pt x="1394" y="4655"/>
                  </a:cubicBezTo>
                  <a:lnTo>
                    <a:pt x="2217" y="5479"/>
                  </a:lnTo>
                  <a:lnTo>
                    <a:pt x="1046" y="5479"/>
                  </a:lnTo>
                  <a:cubicBezTo>
                    <a:pt x="476" y="5479"/>
                    <a:pt x="1" y="5986"/>
                    <a:pt x="1" y="6556"/>
                  </a:cubicBezTo>
                  <a:lnTo>
                    <a:pt x="1" y="9026"/>
                  </a:lnTo>
                  <a:cubicBezTo>
                    <a:pt x="1" y="9596"/>
                    <a:pt x="476" y="10071"/>
                    <a:pt x="1046" y="10071"/>
                  </a:cubicBezTo>
                  <a:lnTo>
                    <a:pt x="2217" y="10071"/>
                  </a:lnTo>
                  <a:lnTo>
                    <a:pt x="1394" y="10926"/>
                  </a:lnTo>
                  <a:cubicBezTo>
                    <a:pt x="982" y="11338"/>
                    <a:pt x="982" y="12003"/>
                    <a:pt x="1394" y="12414"/>
                  </a:cubicBezTo>
                  <a:lnTo>
                    <a:pt x="3136" y="14156"/>
                  </a:lnTo>
                  <a:cubicBezTo>
                    <a:pt x="3326" y="14378"/>
                    <a:pt x="3611" y="14473"/>
                    <a:pt x="3896" y="14473"/>
                  </a:cubicBezTo>
                  <a:cubicBezTo>
                    <a:pt x="4181" y="14473"/>
                    <a:pt x="4434" y="14378"/>
                    <a:pt x="4656" y="14156"/>
                  </a:cubicBezTo>
                  <a:lnTo>
                    <a:pt x="5479" y="13333"/>
                  </a:lnTo>
                  <a:lnTo>
                    <a:pt x="5479" y="14504"/>
                  </a:lnTo>
                  <a:cubicBezTo>
                    <a:pt x="5479" y="15075"/>
                    <a:pt x="5954" y="15581"/>
                    <a:pt x="6556" y="15581"/>
                  </a:cubicBezTo>
                  <a:lnTo>
                    <a:pt x="8995" y="15581"/>
                  </a:lnTo>
                  <a:cubicBezTo>
                    <a:pt x="9596" y="15581"/>
                    <a:pt x="10071" y="15075"/>
                    <a:pt x="10071" y="14504"/>
                  </a:cubicBezTo>
                  <a:lnTo>
                    <a:pt x="10071" y="13333"/>
                  </a:lnTo>
                  <a:lnTo>
                    <a:pt x="10895" y="14156"/>
                  </a:lnTo>
                  <a:cubicBezTo>
                    <a:pt x="11116" y="14378"/>
                    <a:pt x="11370" y="14473"/>
                    <a:pt x="11655" y="14473"/>
                  </a:cubicBezTo>
                  <a:cubicBezTo>
                    <a:pt x="11940" y="14473"/>
                    <a:pt x="12225" y="14378"/>
                    <a:pt x="12415" y="14156"/>
                  </a:cubicBezTo>
                  <a:lnTo>
                    <a:pt x="14157" y="12414"/>
                  </a:lnTo>
                  <a:cubicBezTo>
                    <a:pt x="14568" y="12003"/>
                    <a:pt x="14568" y="11338"/>
                    <a:pt x="14157" y="10926"/>
                  </a:cubicBezTo>
                  <a:lnTo>
                    <a:pt x="13333" y="10102"/>
                  </a:lnTo>
                  <a:lnTo>
                    <a:pt x="14505" y="10102"/>
                  </a:lnTo>
                  <a:cubicBezTo>
                    <a:pt x="15075" y="10102"/>
                    <a:pt x="15550" y="9596"/>
                    <a:pt x="15550" y="9026"/>
                  </a:cubicBezTo>
                  <a:lnTo>
                    <a:pt x="15550" y="6556"/>
                  </a:lnTo>
                  <a:cubicBezTo>
                    <a:pt x="15550" y="5986"/>
                    <a:pt x="15075" y="5510"/>
                    <a:pt x="14505" y="5510"/>
                  </a:cubicBezTo>
                  <a:lnTo>
                    <a:pt x="13333" y="5510"/>
                  </a:lnTo>
                  <a:lnTo>
                    <a:pt x="14157" y="4655"/>
                  </a:lnTo>
                  <a:cubicBezTo>
                    <a:pt x="14568" y="4275"/>
                    <a:pt x="14568" y="3579"/>
                    <a:pt x="14157" y="3167"/>
                  </a:cubicBezTo>
                  <a:lnTo>
                    <a:pt x="12415" y="1425"/>
                  </a:lnTo>
                  <a:cubicBezTo>
                    <a:pt x="12225" y="1235"/>
                    <a:pt x="11940" y="1109"/>
                    <a:pt x="11655" y="1109"/>
                  </a:cubicBezTo>
                  <a:cubicBezTo>
                    <a:pt x="11370" y="1109"/>
                    <a:pt x="11116" y="1235"/>
                    <a:pt x="10895" y="1425"/>
                  </a:cubicBezTo>
                  <a:lnTo>
                    <a:pt x="10071" y="2249"/>
                  </a:lnTo>
                  <a:lnTo>
                    <a:pt x="10071" y="1077"/>
                  </a:lnTo>
                  <a:cubicBezTo>
                    <a:pt x="10071" y="507"/>
                    <a:pt x="9596" y="0"/>
                    <a:pt x="89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4"/>
            <p:cNvSpPr/>
            <p:nvPr/>
          </p:nvSpPr>
          <p:spPr>
            <a:xfrm>
              <a:off x="2740750" y="2795325"/>
              <a:ext cx="352350" cy="353125"/>
            </a:xfrm>
            <a:custGeom>
              <a:avLst/>
              <a:gdLst/>
              <a:ahLst/>
              <a:cxnLst/>
              <a:rect l="l" t="t" r="r" b="b"/>
              <a:pathLst>
                <a:path w="14094" h="14125" extrusionOk="0">
                  <a:moveTo>
                    <a:pt x="7982" y="634"/>
                  </a:moveTo>
                  <a:lnTo>
                    <a:pt x="7982" y="1774"/>
                  </a:lnTo>
                  <a:cubicBezTo>
                    <a:pt x="7982" y="2186"/>
                    <a:pt x="8235" y="2566"/>
                    <a:pt x="8647" y="2692"/>
                  </a:cubicBezTo>
                  <a:cubicBezTo>
                    <a:pt x="8773" y="2724"/>
                    <a:pt x="8900" y="2787"/>
                    <a:pt x="9027" y="2851"/>
                  </a:cubicBezTo>
                  <a:cubicBezTo>
                    <a:pt x="9153" y="2914"/>
                    <a:pt x="9280" y="2946"/>
                    <a:pt x="9438" y="2946"/>
                  </a:cubicBezTo>
                  <a:cubicBezTo>
                    <a:pt x="9692" y="2946"/>
                    <a:pt x="9945" y="2851"/>
                    <a:pt x="10103" y="2661"/>
                  </a:cubicBezTo>
                  <a:lnTo>
                    <a:pt x="10927" y="1837"/>
                  </a:lnTo>
                  <a:lnTo>
                    <a:pt x="12257" y="3199"/>
                  </a:lnTo>
                  <a:lnTo>
                    <a:pt x="11433" y="3991"/>
                  </a:lnTo>
                  <a:cubicBezTo>
                    <a:pt x="11148" y="4276"/>
                    <a:pt x="11085" y="4719"/>
                    <a:pt x="11275" y="5099"/>
                  </a:cubicBezTo>
                  <a:cubicBezTo>
                    <a:pt x="11307" y="5226"/>
                    <a:pt x="11370" y="5353"/>
                    <a:pt x="11433" y="5479"/>
                  </a:cubicBezTo>
                  <a:cubicBezTo>
                    <a:pt x="11560" y="5859"/>
                    <a:pt x="11940" y="6113"/>
                    <a:pt x="12320" y="6113"/>
                  </a:cubicBezTo>
                  <a:lnTo>
                    <a:pt x="13492" y="6113"/>
                  </a:lnTo>
                  <a:lnTo>
                    <a:pt x="13460" y="8013"/>
                  </a:lnTo>
                  <a:lnTo>
                    <a:pt x="12320" y="8013"/>
                  </a:lnTo>
                  <a:cubicBezTo>
                    <a:pt x="11940" y="8013"/>
                    <a:pt x="11560" y="8266"/>
                    <a:pt x="11433" y="8646"/>
                  </a:cubicBezTo>
                  <a:cubicBezTo>
                    <a:pt x="11370" y="8773"/>
                    <a:pt x="11307" y="8931"/>
                    <a:pt x="11275" y="9026"/>
                  </a:cubicBezTo>
                  <a:cubicBezTo>
                    <a:pt x="11085" y="9406"/>
                    <a:pt x="11148" y="9850"/>
                    <a:pt x="11433" y="10135"/>
                  </a:cubicBezTo>
                  <a:lnTo>
                    <a:pt x="12257" y="10958"/>
                  </a:lnTo>
                  <a:lnTo>
                    <a:pt x="10927" y="12288"/>
                  </a:lnTo>
                  <a:lnTo>
                    <a:pt x="10103" y="11465"/>
                  </a:lnTo>
                  <a:cubicBezTo>
                    <a:pt x="9945" y="11275"/>
                    <a:pt x="9692" y="11180"/>
                    <a:pt x="9438" y="11180"/>
                  </a:cubicBezTo>
                  <a:cubicBezTo>
                    <a:pt x="9280" y="11180"/>
                    <a:pt x="9153" y="11211"/>
                    <a:pt x="9027" y="11275"/>
                  </a:cubicBezTo>
                  <a:cubicBezTo>
                    <a:pt x="8900" y="11338"/>
                    <a:pt x="8773" y="11401"/>
                    <a:pt x="8647" y="11433"/>
                  </a:cubicBezTo>
                  <a:cubicBezTo>
                    <a:pt x="8235" y="11591"/>
                    <a:pt x="7982" y="11940"/>
                    <a:pt x="7982" y="12351"/>
                  </a:cubicBezTo>
                  <a:lnTo>
                    <a:pt x="7982" y="13491"/>
                  </a:lnTo>
                  <a:lnTo>
                    <a:pt x="6113" y="13491"/>
                  </a:lnTo>
                  <a:lnTo>
                    <a:pt x="6113" y="12351"/>
                  </a:lnTo>
                  <a:cubicBezTo>
                    <a:pt x="6113" y="11940"/>
                    <a:pt x="5860" y="11591"/>
                    <a:pt x="5480" y="11433"/>
                  </a:cubicBezTo>
                  <a:cubicBezTo>
                    <a:pt x="5321" y="11401"/>
                    <a:pt x="5195" y="11338"/>
                    <a:pt x="5068" y="11275"/>
                  </a:cubicBezTo>
                  <a:cubicBezTo>
                    <a:pt x="4941" y="11211"/>
                    <a:pt x="4815" y="11180"/>
                    <a:pt x="4656" y="11180"/>
                  </a:cubicBezTo>
                  <a:cubicBezTo>
                    <a:pt x="4403" y="11180"/>
                    <a:pt x="4181" y="11275"/>
                    <a:pt x="3991" y="11465"/>
                  </a:cubicBezTo>
                  <a:lnTo>
                    <a:pt x="3168" y="12288"/>
                  </a:lnTo>
                  <a:lnTo>
                    <a:pt x="1838" y="10958"/>
                  </a:lnTo>
                  <a:lnTo>
                    <a:pt x="2661" y="10135"/>
                  </a:lnTo>
                  <a:cubicBezTo>
                    <a:pt x="2946" y="9850"/>
                    <a:pt x="3009" y="9406"/>
                    <a:pt x="2851" y="9026"/>
                  </a:cubicBezTo>
                  <a:cubicBezTo>
                    <a:pt x="2788" y="8899"/>
                    <a:pt x="2724" y="8773"/>
                    <a:pt x="2693" y="8646"/>
                  </a:cubicBezTo>
                  <a:cubicBezTo>
                    <a:pt x="2534" y="8266"/>
                    <a:pt x="2186" y="8013"/>
                    <a:pt x="1774" y="8013"/>
                  </a:cubicBezTo>
                  <a:lnTo>
                    <a:pt x="634" y="8013"/>
                  </a:lnTo>
                  <a:lnTo>
                    <a:pt x="634" y="6113"/>
                  </a:lnTo>
                  <a:lnTo>
                    <a:pt x="1774" y="6113"/>
                  </a:lnTo>
                  <a:cubicBezTo>
                    <a:pt x="2186" y="6113"/>
                    <a:pt x="2534" y="5859"/>
                    <a:pt x="2693" y="5479"/>
                  </a:cubicBezTo>
                  <a:cubicBezTo>
                    <a:pt x="2724" y="5353"/>
                    <a:pt x="2788" y="5226"/>
                    <a:pt x="2851" y="5099"/>
                  </a:cubicBezTo>
                  <a:cubicBezTo>
                    <a:pt x="3009" y="4719"/>
                    <a:pt x="2946" y="4276"/>
                    <a:pt x="2661" y="3991"/>
                  </a:cubicBezTo>
                  <a:lnTo>
                    <a:pt x="1838" y="3199"/>
                  </a:lnTo>
                  <a:lnTo>
                    <a:pt x="3168" y="1837"/>
                  </a:lnTo>
                  <a:lnTo>
                    <a:pt x="3991" y="2661"/>
                  </a:lnTo>
                  <a:cubicBezTo>
                    <a:pt x="4181" y="2851"/>
                    <a:pt x="4403" y="2946"/>
                    <a:pt x="4656" y="2946"/>
                  </a:cubicBezTo>
                  <a:cubicBezTo>
                    <a:pt x="4815" y="2946"/>
                    <a:pt x="4941" y="2914"/>
                    <a:pt x="5068" y="2851"/>
                  </a:cubicBezTo>
                  <a:cubicBezTo>
                    <a:pt x="5195" y="2787"/>
                    <a:pt x="5321" y="2724"/>
                    <a:pt x="5480" y="2692"/>
                  </a:cubicBezTo>
                  <a:cubicBezTo>
                    <a:pt x="5860" y="2566"/>
                    <a:pt x="6113" y="2186"/>
                    <a:pt x="6113" y="1774"/>
                  </a:cubicBezTo>
                  <a:lnTo>
                    <a:pt x="6113" y="634"/>
                  </a:lnTo>
                  <a:close/>
                  <a:moveTo>
                    <a:pt x="5828" y="0"/>
                  </a:moveTo>
                  <a:cubicBezTo>
                    <a:pt x="5638" y="0"/>
                    <a:pt x="5480" y="159"/>
                    <a:pt x="5480" y="349"/>
                  </a:cubicBezTo>
                  <a:lnTo>
                    <a:pt x="5480" y="1774"/>
                  </a:lnTo>
                  <a:cubicBezTo>
                    <a:pt x="5480" y="1932"/>
                    <a:pt x="5385" y="2059"/>
                    <a:pt x="5258" y="2091"/>
                  </a:cubicBezTo>
                  <a:cubicBezTo>
                    <a:pt x="5100" y="2154"/>
                    <a:pt x="4941" y="2217"/>
                    <a:pt x="4815" y="2281"/>
                  </a:cubicBezTo>
                  <a:cubicBezTo>
                    <a:pt x="4770" y="2303"/>
                    <a:pt x="4721" y="2314"/>
                    <a:pt x="4672" y="2314"/>
                  </a:cubicBezTo>
                  <a:cubicBezTo>
                    <a:pt x="4584" y="2314"/>
                    <a:pt x="4496" y="2279"/>
                    <a:pt x="4435" y="2217"/>
                  </a:cubicBezTo>
                  <a:lnTo>
                    <a:pt x="3390" y="1204"/>
                  </a:lnTo>
                  <a:cubicBezTo>
                    <a:pt x="3326" y="1141"/>
                    <a:pt x="3247" y="1109"/>
                    <a:pt x="3164" y="1109"/>
                  </a:cubicBezTo>
                  <a:cubicBezTo>
                    <a:pt x="3081" y="1109"/>
                    <a:pt x="2994" y="1141"/>
                    <a:pt x="2914" y="1204"/>
                  </a:cubicBezTo>
                  <a:lnTo>
                    <a:pt x="1173" y="2946"/>
                  </a:lnTo>
                  <a:cubicBezTo>
                    <a:pt x="1046" y="3072"/>
                    <a:pt x="1046" y="3294"/>
                    <a:pt x="1173" y="3421"/>
                  </a:cubicBezTo>
                  <a:lnTo>
                    <a:pt x="2218" y="4434"/>
                  </a:lnTo>
                  <a:cubicBezTo>
                    <a:pt x="2313" y="4529"/>
                    <a:pt x="2344" y="4687"/>
                    <a:pt x="2281" y="4814"/>
                  </a:cubicBezTo>
                  <a:cubicBezTo>
                    <a:pt x="2186" y="4973"/>
                    <a:pt x="2154" y="5131"/>
                    <a:pt x="2091" y="5258"/>
                  </a:cubicBezTo>
                  <a:cubicBezTo>
                    <a:pt x="2028" y="5416"/>
                    <a:pt x="1901" y="5511"/>
                    <a:pt x="1774" y="5511"/>
                  </a:cubicBezTo>
                  <a:lnTo>
                    <a:pt x="318" y="5511"/>
                  </a:lnTo>
                  <a:cubicBezTo>
                    <a:pt x="159" y="5511"/>
                    <a:pt x="1" y="5638"/>
                    <a:pt x="1" y="5828"/>
                  </a:cubicBezTo>
                  <a:lnTo>
                    <a:pt x="1" y="8298"/>
                  </a:lnTo>
                  <a:cubicBezTo>
                    <a:pt x="1" y="8488"/>
                    <a:pt x="128" y="8646"/>
                    <a:pt x="318" y="8646"/>
                  </a:cubicBezTo>
                  <a:lnTo>
                    <a:pt x="1774" y="8646"/>
                  </a:lnTo>
                  <a:cubicBezTo>
                    <a:pt x="1901" y="8646"/>
                    <a:pt x="2028" y="8709"/>
                    <a:pt x="2091" y="8868"/>
                  </a:cubicBezTo>
                  <a:cubicBezTo>
                    <a:pt x="2123" y="9026"/>
                    <a:pt x="2186" y="9153"/>
                    <a:pt x="2281" y="9311"/>
                  </a:cubicBezTo>
                  <a:cubicBezTo>
                    <a:pt x="2344" y="9438"/>
                    <a:pt x="2313" y="9596"/>
                    <a:pt x="2218" y="9691"/>
                  </a:cubicBezTo>
                  <a:lnTo>
                    <a:pt x="1173" y="10705"/>
                  </a:lnTo>
                  <a:cubicBezTo>
                    <a:pt x="1046" y="10831"/>
                    <a:pt x="1046" y="11053"/>
                    <a:pt x="1173" y="11180"/>
                  </a:cubicBezTo>
                  <a:lnTo>
                    <a:pt x="2914" y="12921"/>
                  </a:lnTo>
                  <a:cubicBezTo>
                    <a:pt x="2994" y="12985"/>
                    <a:pt x="3081" y="13016"/>
                    <a:pt x="3164" y="13016"/>
                  </a:cubicBezTo>
                  <a:cubicBezTo>
                    <a:pt x="3247" y="13016"/>
                    <a:pt x="3326" y="12985"/>
                    <a:pt x="3390" y="12921"/>
                  </a:cubicBezTo>
                  <a:lnTo>
                    <a:pt x="4435" y="11908"/>
                  </a:lnTo>
                  <a:cubicBezTo>
                    <a:pt x="4496" y="11847"/>
                    <a:pt x="4584" y="11812"/>
                    <a:pt x="4672" y="11812"/>
                  </a:cubicBezTo>
                  <a:cubicBezTo>
                    <a:pt x="4721" y="11812"/>
                    <a:pt x="4770" y="11822"/>
                    <a:pt x="4815" y="11845"/>
                  </a:cubicBezTo>
                  <a:cubicBezTo>
                    <a:pt x="4941" y="11908"/>
                    <a:pt x="5100" y="11971"/>
                    <a:pt x="5258" y="12035"/>
                  </a:cubicBezTo>
                  <a:cubicBezTo>
                    <a:pt x="5385" y="12066"/>
                    <a:pt x="5480" y="12193"/>
                    <a:pt x="5480" y="12351"/>
                  </a:cubicBezTo>
                  <a:lnTo>
                    <a:pt x="5480" y="13776"/>
                  </a:lnTo>
                  <a:cubicBezTo>
                    <a:pt x="5480" y="13966"/>
                    <a:pt x="5638" y="14125"/>
                    <a:pt x="5828" y="14125"/>
                  </a:cubicBezTo>
                  <a:lnTo>
                    <a:pt x="8267" y="14125"/>
                  </a:lnTo>
                  <a:cubicBezTo>
                    <a:pt x="8457" y="14125"/>
                    <a:pt x="8615" y="13966"/>
                    <a:pt x="8615" y="13776"/>
                  </a:cubicBezTo>
                  <a:lnTo>
                    <a:pt x="8615" y="12351"/>
                  </a:lnTo>
                  <a:cubicBezTo>
                    <a:pt x="8615" y="12193"/>
                    <a:pt x="8710" y="12066"/>
                    <a:pt x="8837" y="12035"/>
                  </a:cubicBezTo>
                  <a:cubicBezTo>
                    <a:pt x="8995" y="11971"/>
                    <a:pt x="9153" y="11908"/>
                    <a:pt x="9280" y="11845"/>
                  </a:cubicBezTo>
                  <a:cubicBezTo>
                    <a:pt x="9325" y="11822"/>
                    <a:pt x="9374" y="11812"/>
                    <a:pt x="9422" y="11812"/>
                  </a:cubicBezTo>
                  <a:cubicBezTo>
                    <a:pt x="9511" y="11812"/>
                    <a:pt x="9599" y="11847"/>
                    <a:pt x="9660" y="11908"/>
                  </a:cubicBezTo>
                  <a:lnTo>
                    <a:pt x="10705" y="12921"/>
                  </a:lnTo>
                  <a:cubicBezTo>
                    <a:pt x="10768" y="12985"/>
                    <a:pt x="10848" y="13016"/>
                    <a:pt x="10931" y="13016"/>
                  </a:cubicBezTo>
                  <a:cubicBezTo>
                    <a:pt x="11014" y="13016"/>
                    <a:pt x="11101" y="12985"/>
                    <a:pt x="11180" y="12921"/>
                  </a:cubicBezTo>
                  <a:lnTo>
                    <a:pt x="12890" y="11180"/>
                  </a:lnTo>
                  <a:cubicBezTo>
                    <a:pt x="13017" y="11053"/>
                    <a:pt x="13017" y="10831"/>
                    <a:pt x="12890" y="10705"/>
                  </a:cubicBezTo>
                  <a:lnTo>
                    <a:pt x="11877" y="9691"/>
                  </a:lnTo>
                  <a:cubicBezTo>
                    <a:pt x="11782" y="9596"/>
                    <a:pt x="11750" y="9438"/>
                    <a:pt x="11813" y="9311"/>
                  </a:cubicBezTo>
                  <a:cubicBezTo>
                    <a:pt x="11877" y="9153"/>
                    <a:pt x="11940" y="9026"/>
                    <a:pt x="12004" y="8868"/>
                  </a:cubicBezTo>
                  <a:cubicBezTo>
                    <a:pt x="12067" y="8741"/>
                    <a:pt x="12194" y="8646"/>
                    <a:pt x="12320" y="8646"/>
                  </a:cubicBezTo>
                  <a:lnTo>
                    <a:pt x="13777" y="8646"/>
                  </a:lnTo>
                  <a:cubicBezTo>
                    <a:pt x="13935" y="8646"/>
                    <a:pt x="14094" y="8488"/>
                    <a:pt x="14094" y="8298"/>
                  </a:cubicBezTo>
                  <a:lnTo>
                    <a:pt x="14094" y="5828"/>
                  </a:lnTo>
                  <a:cubicBezTo>
                    <a:pt x="14094" y="5638"/>
                    <a:pt x="13967" y="5511"/>
                    <a:pt x="13777" y="5511"/>
                  </a:cubicBezTo>
                  <a:lnTo>
                    <a:pt x="12320" y="5511"/>
                  </a:lnTo>
                  <a:cubicBezTo>
                    <a:pt x="12194" y="5511"/>
                    <a:pt x="12067" y="5416"/>
                    <a:pt x="12004" y="5258"/>
                  </a:cubicBezTo>
                  <a:cubicBezTo>
                    <a:pt x="11972" y="5131"/>
                    <a:pt x="11908" y="4973"/>
                    <a:pt x="11813" y="4814"/>
                  </a:cubicBezTo>
                  <a:cubicBezTo>
                    <a:pt x="11750" y="4687"/>
                    <a:pt x="11782" y="4529"/>
                    <a:pt x="11877" y="4434"/>
                  </a:cubicBezTo>
                  <a:lnTo>
                    <a:pt x="12890" y="3421"/>
                  </a:lnTo>
                  <a:cubicBezTo>
                    <a:pt x="13017" y="3294"/>
                    <a:pt x="13017" y="3072"/>
                    <a:pt x="12890" y="2946"/>
                  </a:cubicBezTo>
                  <a:lnTo>
                    <a:pt x="11180" y="1204"/>
                  </a:lnTo>
                  <a:cubicBezTo>
                    <a:pt x="11101" y="1141"/>
                    <a:pt x="11014" y="1109"/>
                    <a:pt x="10931" y="1109"/>
                  </a:cubicBezTo>
                  <a:cubicBezTo>
                    <a:pt x="10848" y="1109"/>
                    <a:pt x="10768" y="1141"/>
                    <a:pt x="10705" y="1204"/>
                  </a:cubicBezTo>
                  <a:lnTo>
                    <a:pt x="9660" y="2217"/>
                  </a:lnTo>
                  <a:cubicBezTo>
                    <a:pt x="9599" y="2279"/>
                    <a:pt x="9511" y="2314"/>
                    <a:pt x="9422" y="2314"/>
                  </a:cubicBezTo>
                  <a:cubicBezTo>
                    <a:pt x="9374" y="2314"/>
                    <a:pt x="9325" y="2303"/>
                    <a:pt x="9280" y="2281"/>
                  </a:cubicBezTo>
                  <a:cubicBezTo>
                    <a:pt x="9153" y="2217"/>
                    <a:pt x="8995" y="2154"/>
                    <a:pt x="8837" y="2091"/>
                  </a:cubicBezTo>
                  <a:cubicBezTo>
                    <a:pt x="8710" y="2059"/>
                    <a:pt x="8615" y="1932"/>
                    <a:pt x="8615" y="1774"/>
                  </a:cubicBezTo>
                  <a:lnTo>
                    <a:pt x="8615" y="349"/>
                  </a:lnTo>
                  <a:cubicBezTo>
                    <a:pt x="8615" y="159"/>
                    <a:pt x="8457" y="0"/>
                    <a:pt x="8267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4"/>
            <p:cNvSpPr/>
            <p:nvPr/>
          </p:nvSpPr>
          <p:spPr>
            <a:xfrm>
              <a:off x="2861900" y="2917250"/>
              <a:ext cx="110075" cy="109275"/>
            </a:xfrm>
            <a:custGeom>
              <a:avLst/>
              <a:gdLst/>
              <a:ahLst/>
              <a:cxnLst/>
              <a:rect l="l" t="t" r="r" b="b"/>
              <a:pathLst>
                <a:path w="4403" h="4371" extrusionOk="0">
                  <a:moveTo>
                    <a:pt x="2217" y="634"/>
                  </a:moveTo>
                  <a:cubicBezTo>
                    <a:pt x="3072" y="634"/>
                    <a:pt x="3769" y="1331"/>
                    <a:pt x="3769" y="2186"/>
                  </a:cubicBezTo>
                  <a:cubicBezTo>
                    <a:pt x="3769" y="3041"/>
                    <a:pt x="3072" y="3769"/>
                    <a:pt x="2217" y="3769"/>
                  </a:cubicBezTo>
                  <a:cubicBezTo>
                    <a:pt x="1330" y="3769"/>
                    <a:pt x="634" y="3041"/>
                    <a:pt x="634" y="2186"/>
                  </a:cubicBezTo>
                  <a:cubicBezTo>
                    <a:pt x="634" y="1331"/>
                    <a:pt x="1330" y="634"/>
                    <a:pt x="2217" y="634"/>
                  </a:cubicBezTo>
                  <a:close/>
                  <a:moveTo>
                    <a:pt x="2217" y="1"/>
                  </a:moveTo>
                  <a:cubicBezTo>
                    <a:pt x="982" y="1"/>
                    <a:pt x="0" y="982"/>
                    <a:pt x="0" y="2186"/>
                  </a:cubicBezTo>
                  <a:cubicBezTo>
                    <a:pt x="0" y="3389"/>
                    <a:pt x="982" y="4371"/>
                    <a:pt x="2217" y="4371"/>
                  </a:cubicBezTo>
                  <a:cubicBezTo>
                    <a:pt x="3421" y="4371"/>
                    <a:pt x="4402" y="3389"/>
                    <a:pt x="4402" y="2186"/>
                  </a:cubicBezTo>
                  <a:cubicBezTo>
                    <a:pt x="4402" y="982"/>
                    <a:pt x="3421" y="1"/>
                    <a:pt x="221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4"/>
            <p:cNvSpPr/>
            <p:nvPr/>
          </p:nvSpPr>
          <p:spPr>
            <a:xfrm>
              <a:off x="2897525" y="2952875"/>
              <a:ext cx="38825" cy="38825"/>
            </a:xfrm>
            <a:custGeom>
              <a:avLst/>
              <a:gdLst/>
              <a:ahLst/>
              <a:cxnLst/>
              <a:rect l="l" t="t" r="r" b="b"/>
              <a:pathLst>
                <a:path w="1553" h="1553" extrusionOk="0">
                  <a:moveTo>
                    <a:pt x="792" y="222"/>
                  </a:moveTo>
                  <a:cubicBezTo>
                    <a:pt x="1077" y="222"/>
                    <a:pt x="1331" y="476"/>
                    <a:pt x="1331" y="761"/>
                  </a:cubicBezTo>
                  <a:cubicBezTo>
                    <a:pt x="1331" y="1077"/>
                    <a:pt x="1077" y="1331"/>
                    <a:pt x="792" y="1331"/>
                  </a:cubicBezTo>
                  <a:cubicBezTo>
                    <a:pt x="475" y="1331"/>
                    <a:pt x="222" y="1077"/>
                    <a:pt x="222" y="761"/>
                  </a:cubicBezTo>
                  <a:cubicBezTo>
                    <a:pt x="222" y="476"/>
                    <a:pt x="475" y="222"/>
                    <a:pt x="792" y="222"/>
                  </a:cubicBezTo>
                  <a:close/>
                  <a:moveTo>
                    <a:pt x="792" y="1"/>
                  </a:moveTo>
                  <a:cubicBezTo>
                    <a:pt x="349" y="1"/>
                    <a:pt x="0" y="349"/>
                    <a:pt x="0" y="761"/>
                  </a:cubicBezTo>
                  <a:cubicBezTo>
                    <a:pt x="0" y="1204"/>
                    <a:pt x="349" y="1552"/>
                    <a:pt x="792" y="1552"/>
                  </a:cubicBezTo>
                  <a:cubicBezTo>
                    <a:pt x="1204" y="1552"/>
                    <a:pt x="1552" y="1204"/>
                    <a:pt x="1552" y="761"/>
                  </a:cubicBezTo>
                  <a:cubicBezTo>
                    <a:pt x="1552" y="349"/>
                    <a:pt x="1204" y="1"/>
                    <a:pt x="792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4"/>
            <p:cNvSpPr/>
            <p:nvPr/>
          </p:nvSpPr>
          <p:spPr>
            <a:xfrm>
              <a:off x="2929975" y="1770825"/>
              <a:ext cx="815500" cy="941400"/>
            </a:xfrm>
            <a:custGeom>
              <a:avLst/>
              <a:gdLst/>
              <a:ahLst/>
              <a:cxnLst/>
              <a:rect l="l" t="t" r="r" b="b"/>
              <a:pathLst>
                <a:path w="32620" h="37656" extrusionOk="0">
                  <a:moveTo>
                    <a:pt x="1" y="9407"/>
                  </a:moveTo>
                  <a:lnTo>
                    <a:pt x="1" y="28250"/>
                  </a:lnTo>
                  <a:lnTo>
                    <a:pt x="16310" y="37655"/>
                  </a:lnTo>
                  <a:lnTo>
                    <a:pt x="32620" y="28250"/>
                  </a:lnTo>
                  <a:lnTo>
                    <a:pt x="32620" y="9407"/>
                  </a:lnTo>
                  <a:lnTo>
                    <a:pt x="1631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4"/>
            <p:cNvSpPr/>
            <p:nvPr/>
          </p:nvSpPr>
          <p:spPr>
            <a:xfrm>
              <a:off x="2955325" y="1800125"/>
              <a:ext cx="764825" cy="882800"/>
            </a:xfrm>
            <a:custGeom>
              <a:avLst/>
              <a:gdLst/>
              <a:ahLst/>
              <a:cxnLst/>
              <a:rect l="l" t="t" r="r" b="b"/>
              <a:pathLst>
                <a:path w="30593" h="35312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12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4"/>
            <p:cNvSpPr/>
            <p:nvPr/>
          </p:nvSpPr>
          <p:spPr>
            <a:xfrm>
              <a:off x="3140575" y="2078825"/>
              <a:ext cx="394300" cy="325425"/>
            </a:xfrm>
            <a:custGeom>
              <a:avLst/>
              <a:gdLst/>
              <a:ahLst/>
              <a:cxnLst/>
              <a:rect l="l" t="t" r="r" b="b"/>
              <a:pathLst>
                <a:path w="15772" h="13017" extrusionOk="0">
                  <a:moveTo>
                    <a:pt x="1046" y="0"/>
                  </a:moveTo>
                  <a:cubicBezTo>
                    <a:pt x="888" y="0"/>
                    <a:pt x="761" y="32"/>
                    <a:pt x="634" y="63"/>
                  </a:cubicBezTo>
                  <a:cubicBezTo>
                    <a:pt x="571" y="95"/>
                    <a:pt x="508" y="127"/>
                    <a:pt x="444" y="190"/>
                  </a:cubicBezTo>
                  <a:cubicBezTo>
                    <a:pt x="349" y="254"/>
                    <a:pt x="254" y="349"/>
                    <a:pt x="191" y="444"/>
                  </a:cubicBezTo>
                  <a:cubicBezTo>
                    <a:pt x="64" y="634"/>
                    <a:pt x="1" y="824"/>
                    <a:pt x="1" y="1045"/>
                  </a:cubicBezTo>
                  <a:lnTo>
                    <a:pt x="1" y="10894"/>
                  </a:lnTo>
                  <a:cubicBezTo>
                    <a:pt x="1" y="11116"/>
                    <a:pt x="64" y="11306"/>
                    <a:pt x="191" y="11496"/>
                  </a:cubicBezTo>
                  <a:cubicBezTo>
                    <a:pt x="254" y="11591"/>
                    <a:pt x="349" y="11686"/>
                    <a:pt x="444" y="11781"/>
                  </a:cubicBezTo>
                  <a:cubicBezTo>
                    <a:pt x="508" y="11813"/>
                    <a:pt x="571" y="11844"/>
                    <a:pt x="634" y="11876"/>
                  </a:cubicBezTo>
                  <a:cubicBezTo>
                    <a:pt x="761" y="11939"/>
                    <a:pt x="888" y="11971"/>
                    <a:pt x="1046" y="11971"/>
                  </a:cubicBezTo>
                  <a:lnTo>
                    <a:pt x="1394" y="11971"/>
                  </a:lnTo>
                  <a:cubicBezTo>
                    <a:pt x="2059" y="11971"/>
                    <a:pt x="2598" y="11559"/>
                    <a:pt x="2819" y="10958"/>
                  </a:cubicBezTo>
                  <a:lnTo>
                    <a:pt x="9882" y="9406"/>
                  </a:lnTo>
                  <a:lnTo>
                    <a:pt x="9882" y="9406"/>
                  </a:lnTo>
                  <a:lnTo>
                    <a:pt x="9312" y="11306"/>
                  </a:lnTo>
                  <a:cubicBezTo>
                    <a:pt x="9185" y="11781"/>
                    <a:pt x="9343" y="12288"/>
                    <a:pt x="9787" y="12541"/>
                  </a:cubicBezTo>
                  <a:lnTo>
                    <a:pt x="10230" y="12826"/>
                  </a:lnTo>
                  <a:cubicBezTo>
                    <a:pt x="10388" y="12953"/>
                    <a:pt x="10547" y="12984"/>
                    <a:pt x="10737" y="13016"/>
                  </a:cubicBezTo>
                  <a:lnTo>
                    <a:pt x="10863" y="13016"/>
                  </a:lnTo>
                  <a:cubicBezTo>
                    <a:pt x="11338" y="13016"/>
                    <a:pt x="11782" y="12731"/>
                    <a:pt x="11972" y="12256"/>
                  </a:cubicBezTo>
                  <a:lnTo>
                    <a:pt x="13397" y="8646"/>
                  </a:lnTo>
                  <a:lnTo>
                    <a:pt x="14347" y="8424"/>
                  </a:lnTo>
                  <a:cubicBezTo>
                    <a:pt x="15170" y="8234"/>
                    <a:pt x="15772" y="7474"/>
                    <a:pt x="15772" y="6651"/>
                  </a:cubicBezTo>
                  <a:lnTo>
                    <a:pt x="15772" y="5162"/>
                  </a:lnTo>
                  <a:cubicBezTo>
                    <a:pt x="15772" y="4307"/>
                    <a:pt x="15170" y="3547"/>
                    <a:pt x="14347" y="3389"/>
                  </a:cubicBezTo>
                  <a:lnTo>
                    <a:pt x="2756" y="824"/>
                  </a:lnTo>
                  <a:cubicBezTo>
                    <a:pt x="2503" y="317"/>
                    <a:pt x="1996" y="0"/>
                    <a:pt x="1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4"/>
            <p:cNvSpPr/>
            <p:nvPr/>
          </p:nvSpPr>
          <p:spPr>
            <a:xfrm>
              <a:off x="3158000" y="2096225"/>
              <a:ext cx="359475" cy="290475"/>
            </a:xfrm>
            <a:custGeom>
              <a:avLst/>
              <a:gdLst/>
              <a:ahLst/>
              <a:cxnLst/>
              <a:rect l="l" t="t" r="r" b="b"/>
              <a:pathLst>
                <a:path w="14379" h="11619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774"/>
                  </a:lnTo>
                  <a:lnTo>
                    <a:pt x="1" y="8615"/>
                  </a:ln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41" y="10547"/>
                    <a:pt x="1521" y="10167"/>
                    <a:pt x="1521" y="9723"/>
                  </a:cubicBezTo>
                  <a:lnTo>
                    <a:pt x="1521" y="9660"/>
                  </a:lnTo>
                  <a:lnTo>
                    <a:pt x="10198" y="7760"/>
                  </a:lnTo>
                  <a:lnTo>
                    <a:pt x="10198" y="7760"/>
                  </a:lnTo>
                  <a:lnTo>
                    <a:pt x="9280" y="10832"/>
                  </a:lnTo>
                  <a:cubicBezTo>
                    <a:pt x="9248" y="10990"/>
                    <a:pt x="9311" y="11180"/>
                    <a:pt x="9438" y="11243"/>
                  </a:cubicBezTo>
                  <a:lnTo>
                    <a:pt x="9913" y="11528"/>
                  </a:lnTo>
                  <a:cubicBezTo>
                    <a:pt x="9996" y="11590"/>
                    <a:pt x="10089" y="11619"/>
                    <a:pt x="10180" y="11619"/>
                  </a:cubicBezTo>
                  <a:cubicBezTo>
                    <a:pt x="10367" y="11619"/>
                    <a:pt x="10546" y="11499"/>
                    <a:pt x="10610" y="11307"/>
                  </a:cubicBezTo>
                  <a:lnTo>
                    <a:pt x="12193" y="7316"/>
                  </a:lnTo>
                  <a:lnTo>
                    <a:pt x="13492" y="7031"/>
                  </a:lnTo>
                  <a:cubicBezTo>
                    <a:pt x="13998" y="6936"/>
                    <a:pt x="14378" y="6461"/>
                    <a:pt x="14378" y="5955"/>
                  </a:cubicBezTo>
                  <a:lnTo>
                    <a:pt x="14378" y="4466"/>
                  </a:lnTo>
                  <a:cubicBezTo>
                    <a:pt x="14378" y="3928"/>
                    <a:pt x="13998" y="3484"/>
                    <a:pt x="13492" y="3358"/>
                  </a:cubicBez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4"/>
            <p:cNvSpPr/>
            <p:nvPr/>
          </p:nvSpPr>
          <p:spPr>
            <a:xfrm>
              <a:off x="3158000" y="2096225"/>
              <a:ext cx="39600" cy="263675"/>
            </a:xfrm>
            <a:custGeom>
              <a:avLst/>
              <a:gdLst/>
              <a:ahLst/>
              <a:cxnLst/>
              <a:rect l="l" t="t" r="r" b="b"/>
              <a:pathLst>
                <a:path w="1584" h="10547" extrusionOk="0">
                  <a:moveTo>
                    <a:pt x="349" y="1"/>
                  </a:moveTo>
                  <a:cubicBezTo>
                    <a:pt x="159" y="1"/>
                    <a:pt x="1" y="159"/>
                    <a:pt x="1" y="349"/>
                  </a:cubicBezTo>
                  <a:lnTo>
                    <a:pt x="1" y="10198"/>
                  </a:lnTo>
                  <a:cubicBezTo>
                    <a:pt x="1" y="10388"/>
                    <a:pt x="159" y="10547"/>
                    <a:pt x="349" y="10547"/>
                  </a:cubicBezTo>
                  <a:lnTo>
                    <a:pt x="697" y="10547"/>
                  </a:lnTo>
                  <a:cubicBezTo>
                    <a:pt x="1172" y="10547"/>
                    <a:pt x="1521" y="10167"/>
                    <a:pt x="1521" y="9723"/>
                  </a:cubicBezTo>
                  <a:lnTo>
                    <a:pt x="1521" y="9692"/>
                  </a:lnTo>
                  <a:lnTo>
                    <a:pt x="1584" y="9660"/>
                  </a:lnTo>
                  <a:lnTo>
                    <a:pt x="1584" y="761"/>
                  </a:lnTo>
                  <a:lnTo>
                    <a:pt x="1521" y="729"/>
                  </a:lnTo>
                  <a:cubicBezTo>
                    <a:pt x="1457" y="318"/>
                    <a:pt x="1141" y="1"/>
                    <a:pt x="697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4"/>
            <p:cNvSpPr/>
            <p:nvPr/>
          </p:nvSpPr>
          <p:spPr>
            <a:xfrm>
              <a:off x="3207875" y="2132500"/>
              <a:ext cx="245475" cy="63675"/>
            </a:xfrm>
            <a:custGeom>
              <a:avLst/>
              <a:gdLst/>
              <a:ahLst/>
              <a:cxnLst/>
              <a:rect l="l" t="t" r="r" b="b"/>
              <a:pathLst>
                <a:path w="9819" h="2547" extrusionOk="0">
                  <a:moveTo>
                    <a:pt x="205" y="1"/>
                  </a:moveTo>
                  <a:cubicBezTo>
                    <a:pt x="97" y="1"/>
                    <a:pt x="1" y="90"/>
                    <a:pt x="1" y="228"/>
                  </a:cubicBezTo>
                  <a:cubicBezTo>
                    <a:pt x="1" y="292"/>
                    <a:pt x="64" y="387"/>
                    <a:pt x="159" y="418"/>
                  </a:cubicBezTo>
                  <a:lnTo>
                    <a:pt x="9565" y="2540"/>
                  </a:lnTo>
                  <a:cubicBezTo>
                    <a:pt x="9581" y="2544"/>
                    <a:pt x="9597" y="2546"/>
                    <a:pt x="9614" y="2546"/>
                  </a:cubicBezTo>
                  <a:cubicBezTo>
                    <a:pt x="9722" y="2546"/>
                    <a:pt x="9818" y="2456"/>
                    <a:pt x="9818" y="2318"/>
                  </a:cubicBezTo>
                  <a:lnTo>
                    <a:pt x="9818" y="2287"/>
                  </a:lnTo>
                  <a:cubicBezTo>
                    <a:pt x="9818" y="2192"/>
                    <a:pt x="9755" y="2097"/>
                    <a:pt x="9660" y="2097"/>
                  </a:cubicBezTo>
                  <a:lnTo>
                    <a:pt x="254" y="7"/>
                  </a:lnTo>
                  <a:cubicBezTo>
                    <a:pt x="238" y="3"/>
                    <a:pt x="221" y="1"/>
                    <a:pt x="2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4"/>
            <p:cNvSpPr/>
            <p:nvPr/>
          </p:nvSpPr>
          <p:spPr>
            <a:xfrm>
              <a:off x="3389175" y="2279125"/>
              <a:ext cx="73675" cy="107575"/>
            </a:xfrm>
            <a:custGeom>
              <a:avLst/>
              <a:gdLst/>
              <a:ahLst/>
              <a:cxnLst/>
              <a:rect l="l" t="t" r="r" b="b"/>
              <a:pathLst>
                <a:path w="2947" h="4303" extrusionOk="0">
                  <a:moveTo>
                    <a:pt x="2946" y="0"/>
                  </a:moveTo>
                  <a:lnTo>
                    <a:pt x="951" y="444"/>
                  </a:lnTo>
                  <a:lnTo>
                    <a:pt x="64" y="3516"/>
                  </a:lnTo>
                  <a:cubicBezTo>
                    <a:pt x="1" y="3674"/>
                    <a:pt x="64" y="3864"/>
                    <a:pt x="223" y="3927"/>
                  </a:cubicBezTo>
                  <a:lnTo>
                    <a:pt x="666" y="4212"/>
                  </a:lnTo>
                  <a:cubicBezTo>
                    <a:pt x="749" y="4274"/>
                    <a:pt x="842" y="4303"/>
                    <a:pt x="933" y="4303"/>
                  </a:cubicBezTo>
                  <a:cubicBezTo>
                    <a:pt x="1120" y="4303"/>
                    <a:pt x="1299" y="4183"/>
                    <a:pt x="1363" y="3991"/>
                  </a:cubicBezTo>
                  <a:lnTo>
                    <a:pt x="2946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4"/>
            <p:cNvSpPr/>
            <p:nvPr/>
          </p:nvSpPr>
          <p:spPr>
            <a:xfrm>
              <a:off x="2929975" y="3229200"/>
              <a:ext cx="815500" cy="942175"/>
            </a:xfrm>
            <a:custGeom>
              <a:avLst/>
              <a:gdLst/>
              <a:ahLst/>
              <a:cxnLst/>
              <a:rect l="l" t="t" r="r" b="b"/>
              <a:pathLst>
                <a:path w="32620" h="37687" extrusionOk="0">
                  <a:moveTo>
                    <a:pt x="1" y="9437"/>
                  </a:moveTo>
                  <a:lnTo>
                    <a:pt x="1" y="28280"/>
                  </a:lnTo>
                  <a:lnTo>
                    <a:pt x="16310" y="37686"/>
                  </a:lnTo>
                  <a:lnTo>
                    <a:pt x="32620" y="28280"/>
                  </a:lnTo>
                  <a:lnTo>
                    <a:pt x="32620" y="9437"/>
                  </a:lnTo>
                  <a:lnTo>
                    <a:pt x="1631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4"/>
            <p:cNvSpPr/>
            <p:nvPr/>
          </p:nvSpPr>
          <p:spPr>
            <a:xfrm>
              <a:off x="2955325" y="3258475"/>
              <a:ext cx="764825" cy="883600"/>
            </a:xfrm>
            <a:custGeom>
              <a:avLst/>
              <a:gdLst/>
              <a:ahLst/>
              <a:cxnLst/>
              <a:rect l="l" t="t" r="r" b="b"/>
              <a:pathLst>
                <a:path w="30593" h="35344" extrusionOk="0">
                  <a:moveTo>
                    <a:pt x="15296" y="1"/>
                  </a:moveTo>
                  <a:lnTo>
                    <a:pt x="0" y="8836"/>
                  </a:lnTo>
                  <a:lnTo>
                    <a:pt x="0" y="26508"/>
                  </a:lnTo>
                  <a:lnTo>
                    <a:pt x="15296" y="35343"/>
                  </a:lnTo>
                  <a:lnTo>
                    <a:pt x="30593" y="26508"/>
                  </a:lnTo>
                  <a:lnTo>
                    <a:pt x="30593" y="8836"/>
                  </a:lnTo>
                  <a:lnTo>
                    <a:pt x="15296" y="1"/>
                  </a:lnTo>
                  <a:close/>
                </a:path>
              </a:pathLst>
            </a:custGeom>
            <a:solidFill>
              <a:srgbClr val="F0F1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4"/>
            <p:cNvSpPr/>
            <p:nvPr/>
          </p:nvSpPr>
          <p:spPr>
            <a:xfrm>
              <a:off x="3112875" y="3551425"/>
              <a:ext cx="449725" cy="297700"/>
            </a:xfrm>
            <a:custGeom>
              <a:avLst/>
              <a:gdLst/>
              <a:ahLst/>
              <a:cxnLst/>
              <a:rect l="l" t="t" r="r" b="b"/>
              <a:pathLst>
                <a:path w="17989" h="11908" extrusionOk="0">
                  <a:moveTo>
                    <a:pt x="3421" y="4276"/>
                  </a:moveTo>
                  <a:lnTo>
                    <a:pt x="4402" y="5986"/>
                  </a:lnTo>
                  <a:lnTo>
                    <a:pt x="2439" y="5986"/>
                  </a:lnTo>
                  <a:lnTo>
                    <a:pt x="3421" y="4276"/>
                  </a:lnTo>
                  <a:close/>
                  <a:moveTo>
                    <a:pt x="14568" y="4276"/>
                  </a:moveTo>
                  <a:lnTo>
                    <a:pt x="15550" y="5986"/>
                  </a:lnTo>
                  <a:lnTo>
                    <a:pt x="13586" y="5986"/>
                  </a:lnTo>
                  <a:lnTo>
                    <a:pt x="14568" y="4276"/>
                  </a:lnTo>
                  <a:close/>
                  <a:moveTo>
                    <a:pt x="13365" y="3041"/>
                  </a:moveTo>
                  <a:lnTo>
                    <a:pt x="11148" y="6872"/>
                  </a:lnTo>
                  <a:lnTo>
                    <a:pt x="11148" y="7062"/>
                  </a:lnTo>
                  <a:cubicBezTo>
                    <a:pt x="11211" y="8044"/>
                    <a:pt x="11718" y="8931"/>
                    <a:pt x="12446" y="9501"/>
                  </a:cubicBezTo>
                  <a:cubicBezTo>
                    <a:pt x="11940" y="9216"/>
                    <a:pt x="11275" y="9026"/>
                    <a:pt x="10515" y="8899"/>
                  </a:cubicBezTo>
                  <a:lnTo>
                    <a:pt x="10515" y="3864"/>
                  </a:lnTo>
                  <a:cubicBezTo>
                    <a:pt x="10926" y="3801"/>
                    <a:pt x="11243" y="3452"/>
                    <a:pt x="11306" y="3041"/>
                  </a:cubicBezTo>
                  <a:close/>
                  <a:moveTo>
                    <a:pt x="7791" y="0"/>
                  </a:moveTo>
                  <a:cubicBezTo>
                    <a:pt x="7316" y="0"/>
                    <a:pt x="6904" y="380"/>
                    <a:pt x="6841" y="855"/>
                  </a:cubicBezTo>
                  <a:lnTo>
                    <a:pt x="3452" y="855"/>
                  </a:lnTo>
                  <a:cubicBezTo>
                    <a:pt x="2851" y="855"/>
                    <a:pt x="2376" y="1330"/>
                    <a:pt x="2376" y="1932"/>
                  </a:cubicBezTo>
                  <a:cubicBezTo>
                    <a:pt x="2376" y="2122"/>
                    <a:pt x="2439" y="2312"/>
                    <a:pt x="2502" y="2470"/>
                  </a:cubicBezTo>
                  <a:lnTo>
                    <a:pt x="0" y="6841"/>
                  </a:lnTo>
                  <a:lnTo>
                    <a:pt x="0" y="7062"/>
                  </a:lnTo>
                  <a:cubicBezTo>
                    <a:pt x="127" y="8836"/>
                    <a:pt x="1616" y="10261"/>
                    <a:pt x="3421" y="10261"/>
                  </a:cubicBezTo>
                  <a:cubicBezTo>
                    <a:pt x="5226" y="10261"/>
                    <a:pt x="6714" y="8836"/>
                    <a:pt x="6841" y="7062"/>
                  </a:cubicBezTo>
                  <a:lnTo>
                    <a:pt x="6841" y="6841"/>
                  </a:lnTo>
                  <a:lnTo>
                    <a:pt x="4624" y="3009"/>
                  </a:lnTo>
                  <a:lnTo>
                    <a:pt x="6841" y="3009"/>
                  </a:lnTo>
                  <a:cubicBezTo>
                    <a:pt x="6904" y="3452"/>
                    <a:pt x="7221" y="3769"/>
                    <a:pt x="7633" y="3864"/>
                  </a:cubicBezTo>
                  <a:lnTo>
                    <a:pt x="7633" y="8899"/>
                  </a:lnTo>
                  <a:cubicBezTo>
                    <a:pt x="5701" y="9216"/>
                    <a:pt x="4434" y="10134"/>
                    <a:pt x="4434" y="11243"/>
                  </a:cubicBezTo>
                  <a:lnTo>
                    <a:pt x="4434" y="11908"/>
                  </a:lnTo>
                  <a:lnTo>
                    <a:pt x="13713" y="11908"/>
                  </a:lnTo>
                  <a:lnTo>
                    <a:pt x="13713" y="11243"/>
                  </a:lnTo>
                  <a:cubicBezTo>
                    <a:pt x="13713" y="10704"/>
                    <a:pt x="13428" y="10229"/>
                    <a:pt x="12953" y="9849"/>
                  </a:cubicBezTo>
                  <a:lnTo>
                    <a:pt x="12953" y="9849"/>
                  </a:lnTo>
                  <a:cubicBezTo>
                    <a:pt x="13428" y="10103"/>
                    <a:pt x="13998" y="10261"/>
                    <a:pt x="14568" y="10261"/>
                  </a:cubicBezTo>
                  <a:cubicBezTo>
                    <a:pt x="16373" y="10261"/>
                    <a:pt x="17862" y="8836"/>
                    <a:pt x="17988" y="7062"/>
                  </a:cubicBezTo>
                  <a:lnTo>
                    <a:pt x="17988" y="6841"/>
                  </a:lnTo>
                  <a:lnTo>
                    <a:pt x="15550" y="2597"/>
                  </a:lnTo>
                  <a:cubicBezTo>
                    <a:pt x="15677" y="2407"/>
                    <a:pt x="15772" y="2185"/>
                    <a:pt x="15772" y="1932"/>
                  </a:cubicBezTo>
                  <a:cubicBezTo>
                    <a:pt x="15772" y="1330"/>
                    <a:pt x="15297" y="855"/>
                    <a:pt x="14695" y="855"/>
                  </a:cubicBezTo>
                  <a:lnTo>
                    <a:pt x="11306" y="855"/>
                  </a:lnTo>
                  <a:cubicBezTo>
                    <a:pt x="11243" y="380"/>
                    <a:pt x="10831" y="0"/>
                    <a:pt x="103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4"/>
            <p:cNvSpPr/>
            <p:nvPr/>
          </p:nvSpPr>
          <p:spPr>
            <a:xfrm>
              <a:off x="3240350" y="3788925"/>
              <a:ext cx="198750" cy="45175"/>
            </a:xfrm>
            <a:custGeom>
              <a:avLst/>
              <a:gdLst/>
              <a:ahLst/>
              <a:cxnLst/>
              <a:rect l="l" t="t" r="r" b="b"/>
              <a:pathLst>
                <a:path w="7950" h="1807" extrusionOk="0">
                  <a:moveTo>
                    <a:pt x="3959" y="1"/>
                  </a:moveTo>
                  <a:cubicBezTo>
                    <a:pt x="1774" y="1"/>
                    <a:pt x="0" y="793"/>
                    <a:pt x="0" y="1806"/>
                  </a:cubicBezTo>
                  <a:lnTo>
                    <a:pt x="7949" y="1806"/>
                  </a:lnTo>
                  <a:cubicBezTo>
                    <a:pt x="7949" y="793"/>
                    <a:pt x="6176" y="1"/>
                    <a:pt x="3959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4"/>
            <p:cNvSpPr/>
            <p:nvPr/>
          </p:nvSpPr>
          <p:spPr>
            <a:xfrm>
              <a:off x="3319525" y="3620300"/>
              <a:ext cx="39600" cy="190825"/>
            </a:xfrm>
            <a:custGeom>
              <a:avLst/>
              <a:gdLst/>
              <a:ahLst/>
              <a:cxnLst/>
              <a:rect l="l" t="t" r="r" b="b"/>
              <a:pathLst>
                <a:path w="1584" h="7633" extrusionOk="0">
                  <a:moveTo>
                    <a:pt x="0" y="0"/>
                  </a:moveTo>
                  <a:lnTo>
                    <a:pt x="0" y="7633"/>
                  </a:lnTo>
                  <a:lnTo>
                    <a:pt x="1583" y="7633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4"/>
            <p:cNvSpPr/>
            <p:nvPr/>
          </p:nvSpPr>
          <p:spPr>
            <a:xfrm>
              <a:off x="3188875" y="3591000"/>
              <a:ext cx="301675" cy="20625"/>
            </a:xfrm>
            <a:custGeom>
              <a:avLst/>
              <a:gdLst/>
              <a:ahLst/>
              <a:cxnLst/>
              <a:rect l="l" t="t" r="r" b="b"/>
              <a:pathLst>
                <a:path w="12067" h="825" extrusionOk="0">
                  <a:moveTo>
                    <a:pt x="412" y="1"/>
                  </a:moveTo>
                  <a:cubicBezTo>
                    <a:pt x="191" y="1"/>
                    <a:pt x="1" y="191"/>
                    <a:pt x="1" y="412"/>
                  </a:cubicBezTo>
                  <a:cubicBezTo>
                    <a:pt x="1" y="634"/>
                    <a:pt x="191" y="824"/>
                    <a:pt x="412" y="824"/>
                  </a:cubicBezTo>
                  <a:lnTo>
                    <a:pt x="11655" y="824"/>
                  </a:lnTo>
                  <a:cubicBezTo>
                    <a:pt x="11877" y="824"/>
                    <a:pt x="12067" y="634"/>
                    <a:pt x="12067" y="412"/>
                  </a:cubicBezTo>
                  <a:cubicBezTo>
                    <a:pt x="12067" y="191"/>
                    <a:pt x="11877" y="1"/>
                    <a:pt x="1165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4"/>
            <p:cNvSpPr/>
            <p:nvPr/>
          </p:nvSpPr>
          <p:spPr>
            <a:xfrm>
              <a:off x="3300500" y="3569625"/>
              <a:ext cx="78425" cy="63375"/>
            </a:xfrm>
            <a:custGeom>
              <a:avLst/>
              <a:gdLst/>
              <a:ahLst/>
              <a:cxnLst/>
              <a:rect l="l" t="t" r="r" b="b"/>
              <a:pathLst>
                <a:path w="3137" h="2535" extrusionOk="0">
                  <a:moveTo>
                    <a:pt x="286" y="1"/>
                  </a:moveTo>
                  <a:cubicBezTo>
                    <a:pt x="128" y="1"/>
                    <a:pt x="1" y="127"/>
                    <a:pt x="1" y="286"/>
                  </a:cubicBezTo>
                  <a:lnTo>
                    <a:pt x="1" y="2249"/>
                  </a:lnTo>
                  <a:cubicBezTo>
                    <a:pt x="1" y="2408"/>
                    <a:pt x="128" y="2534"/>
                    <a:pt x="286" y="2534"/>
                  </a:cubicBezTo>
                  <a:lnTo>
                    <a:pt x="2851" y="2534"/>
                  </a:lnTo>
                  <a:cubicBezTo>
                    <a:pt x="3010" y="2534"/>
                    <a:pt x="3136" y="2408"/>
                    <a:pt x="3136" y="2249"/>
                  </a:cubicBezTo>
                  <a:lnTo>
                    <a:pt x="3136" y="286"/>
                  </a:lnTo>
                  <a:cubicBezTo>
                    <a:pt x="3136" y="127"/>
                    <a:pt x="3010" y="1"/>
                    <a:pt x="285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4"/>
            <p:cNvSpPr/>
            <p:nvPr/>
          </p:nvSpPr>
          <p:spPr>
            <a:xfrm>
              <a:off x="3408175" y="3608425"/>
              <a:ext cx="137800" cy="184500"/>
            </a:xfrm>
            <a:custGeom>
              <a:avLst/>
              <a:gdLst/>
              <a:ahLst/>
              <a:cxnLst/>
              <a:rect l="l" t="t" r="r" b="b"/>
              <a:pathLst>
                <a:path w="5512" h="7380" extrusionOk="0">
                  <a:moveTo>
                    <a:pt x="2756" y="729"/>
                  </a:moveTo>
                  <a:lnTo>
                    <a:pt x="4878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3" y="2376"/>
                  </a:lnTo>
                  <a:lnTo>
                    <a:pt x="1" y="4782"/>
                  </a:lnTo>
                  <a:cubicBezTo>
                    <a:pt x="96" y="6239"/>
                    <a:pt x="1299" y="7379"/>
                    <a:pt x="2756" y="7379"/>
                  </a:cubicBezTo>
                  <a:cubicBezTo>
                    <a:pt x="4213" y="7379"/>
                    <a:pt x="5416" y="6239"/>
                    <a:pt x="5511" y="4782"/>
                  </a:cubicBezTo>
                  <a:lnTo>
                    <a:pt x="4150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4"/>
            <p:cNvSpPr/>
            <p:nvPr/>
          </p:nvSpPr>
          <p:spPr>
            <a:xfrm>
              <a:off x="3129500" y="3608425"/>
              <a:ext cx="137775" cy="184500"/>
            </a:xfrm>
            <a:custGeom>
              <a:avLst/>
              <a:gdLst/>
              <a:ahLst/>
              <a:cxnLst/>
              <a:rect l="l" t="t" r="r" b="b"/>
              <a:pathLst>
                <a:path w="5511" h="7380" extrusionOk="0">
                  <a:moveTo>
                    <a:pt x="2756" y="729"/>
                  </a:moveTo>
                  <a:lnTo>
                    <a:pt x="4877" y="4434"/>
                  </a:lnTo>
                  <a:lnTo>
                    <a:pt x="634" y="4434"/>
                  </a:lnTo>
                  <a:lnTo>
                    <a:pt x="2756" y="729"/>
                  </a:lnTo>
                  <a:close/>
                  <a:moveTo>
                    <a:pt x="2756" y="0"/>
                  </a:moveTo>
                  <a:lnTo>
                    <a:pt x="1362" y="2376"/>
                  </a:lnTo>
                  <a:lnTo>
                    <a:pt x="0" y="4782"/>
                  </a:lnTo>
                  <a:cubicBezTo>
                    <a:pt x="95" y="6239"/>
                    <a:pt x="1299" y="7379"/>
                    <a:pt x="2756" y="7379"/>
                  </a:cubicBezTo>
                  <a:cubicBezTo>
                    <a:pt x="4212" y="7379"/>
                    <a:pt x="5416" y="6239"/>
                    <a:pt x="5511" y="4782"/>
                  </a:cubicBezTo>
                  <a:lnTo>
                    <a:pt x="4117" y="2376"/>
                  </a:lnTo>
                  <a:lnTo>
                    <a:pt x="2756" y="0"/>
                  </a:ln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2" name="Google Shape;2202;p24"/>
          <p:cNvSpPr txBox="1"/>
          <p:nvPr/>
        </p:nvSpPr>
        <p:spPr>
          <a:xfrm>
            <a:off x="638818" y="580965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400" dirty="0">
                <a:latin typeface="Bodoni MT Black" panose="02070A03080606020203" pitchFamily="18" charset="0"/>
              </a:rPr>
              <a:t>Why Extend MPML to Neural Network?</a:t>
            </a:r>
            <a:endParaRPr sz="2400" dirty="0">
              <a:latin typeface="Bodoni MT Black" panose="02070A03080606020203" pitchFamily="18" charset="0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50E73C-4F89-039D-FB49-DF8252012901}"/>
              </a:ext>
            </a:extLst>
          </p:cNvPr>
          <p:cNvSpPr txBox="1"/>
          <p:nvPr/>
        </p:nvSpPr>
        <p:spPr>
          <a:xfrm>
            <a:off x="3763852" y="1179552"/>
            <a:ext cx="47720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MPML is interpretable but uses traditional ML-based perspective learners.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Perspective construction depends on statistical or expert-defined grouping.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Manual perspective setup may introduce bias and reduce scalability.</a:t>
            </a:r>
            <a:br>
              <a:rPr lang="en-US" dirty="0">
                <a:latin typeface="Bahnschrift" panose="020B0502040204020203" pitchFamily="34" charset="0"/>
              </a:rPr>
            </a:br>
            <a:endParaRPr lang="en-US" dirty="0">
              <a:latin typeface="Bahnschrift" panose="020B0502040204020203" pitchFamily="34" charset="0"/>
            </a:endParaRPr>
          </a:p>
          <a:p>
            <a:pPr algn="ctr"/>
            <a:r>
              <a:rPr lang="en-US" b="1" dirty="0">
                <a:latin typeface="Bahnschrift" panose="020B0502040204020203" pitchFamily="34" charset="0"/>
              </a:rPr>
              <a:t>Explainable Neural Multi-Perspective Attention Network(ENMPAN)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A neural attention-based model can automatically learn feature relationships.</a:t>
            </a:r>
            <a:br>
              <a:rPr lang="en-US" dirty="0">
                <a:latin typeface="Bahnschrift" panose="020B0502040204020203" pitchFamily="34" charset="0"/>
              </a:rPr>
            </a:br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Therefore, ENMPAN is proposed as a neural extension of MPML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B68B4A-88DA-7D5E-F40B-5930A8120A53}"/>
              </a:ext>
            </a:extLst>
          </p:cNvPr>
          <p:cNvSpPr txBox="1"/>
          <p:nvPr/>
        </p:nvSpPr>
        <p:spPr>
          <a:xfrm>
            <a:off x="8508206" y="4693444"/>
            <a:ext cx="514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C5FB0B-0CA5-AC41-2313-285928A6A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5344"/>
            <a:ext cx="9139141" cy="5143500"/>
          </a:xfrm>
          <a:prstGeom prst="rect">
            <a:avLst/>
          </a:prstGeom>
        </p:spPr>
      </p:pic>
      <p:sp>
        <p:nvSpPr>
          <p:cNvPr id="4" name="Google Shape;1699;p21">
            <a:extLst>
              <a:ext uri="{FF2B5EF4-FFF2-40B4-BE49-F238E27FC236}">
                <a16:creationId xmlns:a16="http://schemas.microsoft.com/office/drawing/2014/main" id="{5788D65B-4B1E-BA26-938A-47946CCCC45F}"/>
              </a:ext>
            </a:extLst>
          </p:cNvPr>
          <p:cNvSpPr/>
          <p:nvPr/>
        </p:nvSpPr>
        <p:spPr>
          <a:xfrm flipH="1" flipV="1">
            <a:off x="7339584" y="4364736"/>
            <a:ext cx="1799556" cy="778764"/>
          </a:xfrm>
          <a:custGeom>
            <a:avLst/>
            <a:gdLst/>
            <a:ahLst/>
            <a:cxnLst/>
            <a:rect l="l" t="t" r="r" b="b"/>
            <a:pathLst>
              <a:path w="137856" h="41519" extrusionOk="0">
                <a:moveTo>
                  <a:pt x="0" y="1"/>
                </a:moveTo>
                <a:lnTo>
                  <a:pt x="0" y="2376"/>
                </a:lnTo>
                <a:lnTo>
                  <a:pt x="98745" y="2376"/>
                </a:lnTo>
                <a:lnTo>
                  <a:pt x="128767" y="41075"/>
                </a:lnTo>
                <a:lnTo>
                  <a:pt x="129115" y="41518"/>
                </a:lnTo>
                <a:lnTo>
                  <a:pt x="137856" y="41518"/>
                </a:lnTo>
                <a:lnTo>
                  <a:pt x="137856" y="39143"/>
                </a:lnTo>
                <a:lnTo>
                  <a:pt x="130287" y="39143"/>
                </a:lnTo>
                <a:lnTo>
                  <a:pt x="100265" y="476"/>
                </a:lnTo>
                <a:lnTo>
                  <a:pt x="99916" y="1"/>
                </a:lnTo>
                <a:close/>
              </a:path>
            </a:pathLst>
          </a:custGeom>
          <a:solidFill>
            <a:srgbClr val="F2A36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8874C7-DCC8-58B4-DD34-F1C1B4FD85D5}"/>
              </a:ext>
            </a:extLst>
          </p:cNvPr>
          <p:cNvSpPr txBox="1"/>
          <p:nvPr/>
        </p:nvSpPr>
        <p:spPr>
          <a:xfrm>
            <a:off x="8508206" y="4693444"/>
            <a:ext cx="514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18923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6"/>
          <p:cNvGrpSpPr/>
          <p:nvPr/>
        </p:nvGrpSpPr>
        <p:grpSpPr>
          <a:xfrm>
            <a:off x="528642" y="859243"/>
            <a:ext cx="8230888" cy="3858239"/>
            <a:chOff x="595975" y="1532525"/>
            <a:chExt cx="6409850" cy="3004625"/>
          </a:xfrm>
        </p:grpSpPr>
        <p:sp>
          <p:nvSpPr>
            <p:cNvPr id="430" name="Google Shape;430;p16"/>
            <p:cNvSpPr/>
            <p:nvPr/>
          </p:nvSpPr>
          <p:spPr>
            <a:xfrm>
              <a:off x="3743875" y="2501600"/>
              <a:ext cx="3261950" cy="581925"/>
            </a:xfrm>
            <a:custGeom>
              <a:avLst/>
              <a:gdLst/>
              <a:ahLst/>
              <a:cxnLst/>
              <a:rect l="l" t="t" r="r" b="b"/>
              <a:pathLst>
                <a:path w="130478" h="23277" extrusionOk="0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29"/>
                  </a:cubicBezTo>
                  <a:cubicBezTo>
                    <a:pt x="25811" y="5384"/>
                    <a:pt x="22866" y="3326"/>
                    <a:pt x="19445" y="3326"/>
                  </a:cubicBezTo>
                  <a:cubicBezTo>
                    <a:pt x="16089" y="3326"/>
                    <a:pt x="13207" y="5289"/>
                    <a:pt x="11877" y="8139"/>
                  </a:cubicBezTo>
                  <a:cubicBezTo>
                    <a:pt x="10666" y="10420"/>
                    <a:pt x="8789" y="11316"/>
                    <a:pt x="7111" y="11316"/>
                  </a:cubicBezTo>
                  <a:cubicBezTo>
                    <a:pt x="6507" y="11316"/>
                    <a:pt x="5928" y="11199"/>
                    <a:pt x="5416" y="10989"/>
                  </a:cubicBezTo>
                  <a:cubicBezTo>
                    <a:pt x="5353" y="10958"/>
                    <a:pt x="5289" y="10926"/>
                    <a:pt x="5226" y="10894"/>
                  </a:cubicBezTo>
                  <a:cubicBezTo>
                    <a:pt x="5163" y="10894"/>
                    <a:pt x="5099" y="10863"/>
                    <a:pt x="5068" y="10831"/>
                  </a:cubicBezTo>
                  <a:cubicBezTo>
                    <a:pt x="5004" y="10799"/>
                    <a:pt x="4909" y="10768"/>
                    <a:pt x="4846" y="10704"/>
                  </a:cubicBezTo>
                  <a:cubicBezTo>
                    <a:pt x="4339" y="10388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21"/>
                    <a:pt x="1046" y="13966"/>
                    <a:pt x="2344" y="13966"/>
                  </a:cubicBezTo>
                  <a:cubicBezTo>
                    <a:pt x="2914" y="13966"/>
                    <a:pt x="3421" y="13776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83"/>
                  </a:cubicBezTo>
                  <a:cubicBezTo>
                    <a:pt x="5289" y="12351"/>
                    <a:pt x="5353" y="12320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25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25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32" name="Google Shape;432;p16"/>
            <p:cNvSpPr/>
            <p:nvPr/>
          </p:nvSpPr>
          <p:spPr>
            <a:xfrm>
              <a:off x="3771600" y="2762075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04"/>
                  </a:moveTo>
                  <a:cubicBezTo>
                    <a:pt x="2439" y="1901"/>
                    <a:pt x="1900" y="2439"/>
                    <a:pt x="1235" y="2439"/>
                  </a:cubicBezTo>
                  <a:cubicBezTo>
                    <a:pt x="538" y="2439"/>
                    <a:pt x="0" y="1901"/>
                    <a:pt x="0" y="1204"/>
                  </a:cubicBezTo>
                  <a:cubicBezTo>
                    <a:pt x="0" y="539"/>
                    <a:pt x="538" y="0"/>
                    <a:pt x="1235" y="0"/>
                  </a:cubicBezTo>
                  <a:cubicBezTo>
                    <a:pt x="1900" y="0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33" name="Google Shape;433;p16"/>
            <p:cNvSpPr/>
            <p:nvPr/>
          </p:nvSpPr>
          <p:spPr>
            <a:xfrm>
              <a:off x="4631400" y="2534050"/>
              <a:ext cx="2341950" cy="517025"/>
            </a:xfrm>
            <a:custGeom>
              <a:avLst/>
              <a:gdLst/>
              <a:ahLst/>
              <a:cxnLst/>
              <a:rect l="l" t="t" r="r" b="b"/>
              <a:pathLst>
                <a:path w="93678" h="20681" extrusionOk="0">
                  <a:moveTo>
                    <a:pt x="2154" y="1"/>
                  </a:moveTo>
                  <a:cubicBezTo>
                    <a:pt x="982" y="1"/>
                    <a:pt x="1" y="951"/>
                    <a:pt x="1" y="2154"/>
                  </a:cubicBezTo>
                  <a:lnTo>
                    <a:pt x="1" y="18527"/>
                  </a:lnTo>
                  <a:cubicBezTo>
                    <a:pt x="1" y="19730"/>
                    <a:pt x="982" y="20681"/>
                    <a:pt x="2154" y="20681"/>
                  </a:cubicBezTo>
                  <a:lnTo>
                    <a:pt x="91524" y="20681"/>
                  </a:lnTo>
                  <a:cubicBezTo>
                    <a:pt x="92728" y="20681"/>
                    <a:pt x="93678" y="19730"/>
                    <a:pt x="93678" y="18527"/>
                  </a:cubicBezTo>
                  <a:lnTo>
                    <a:pt x="93678" y="2154"/>
                  </a:lnTo>
                  <a:cubicBezTo>
                    <a:pt x="93678" y="951"/>
                    <a:pt x="92728" y="1"/>
                    <a:pt x="915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34" name="Google Shape;434;p16"/>
            <p:cNvSpPr/>
            <p:nvPr/>
          </p:nvSpPr>
          <p:spPr>
            <a:xfrm>
              <a:off x="595975" y="2017050"/>
              <a:ext cx="3262725" cy="581950"/>
            </a:xfrm>
            <a:custGeom>
              <a:avLst/>
              <a:gdLst/>
              <a:ahLst/>
              <a:cxnLst/>
              <a:rect l="l" t="t" r="r" b="b"/>
              <a:pathLst>
                <a:path w="130509" h="23278" extrusionOk="0">
                  <a:moveTo>
                    <a:pt x="3421" y="1"/>
                  </a:moveTo>
                  <a:cubicBezTo>
                    <a:pt x="1521" y="1"/>
                    <a:pt x="0" y="1521"/>
                    <a:pt x="0" y="3421"/>
                  </a:cubicBezTo>
                  <a:lnTo>
                    <a:pt x="0" y="19826"/>
                  </a:lnTo>
                  <a:cubicBezTo>
                    <a:pt x="0" y="21726"/>
                    <a:pt x="1521" y="23278"/>
                    <a:pt x="3421" y="23278"/>
                  </a:cubicBezTo>
                  <a:lnTo>
                    <a:pt x="92822" y="23278"/>
                  </a:lnTo>
                  <a:cubicBezTo>
                    <a:pt x="94723" y="23278"/>
                    <a:pt x="96274" y="21726"/>
                    <a:pt x="96274" y="19826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9"/>
                  </a:cubicBezTo>
                  <a:lnTo>
                    <a:pt x="103400" y="14917"/>
                  </a:ln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9"/>
                  </a:cubicBezTo>
                  <a:cubicBezTo>
                    <a:pt x="119811" y="12858"/>
                    <a:pt x="121689" y="11962"/>
                    <a:pt x="123366" y="11962"/>
                  </a:cubicBezTo>
                  <a:cubicBezTo>
                    <a:pt x="123971" y="11962"/>
                    <a:pt x="124550" y="12079"/>
                    <a:pt x="125062" y="12289"/>
                  </a:cubicBezTo>
                  <a:cubicBezTo>
                    <a:pt x="125125" y="12289"/>
                    <a:pt x="125188" y="12320"/>
                    <a:pt x="125252" y="12352"/>
                  </a:cubicBezTo>
                  <a:cubicBezTo>
                    <a:pt x="125315" y="12384"/>
                    <a:pt x="125378" y="12415"/>
                    <a:pt x="125410" y="12447"/>
                  </a:cubicBezTo>
                  <a:cubicBezTo>
                    <a:pt x="125505" y="12479"/>
                    <a:pt x="125568" y="12510"/>
                    <a:pt x="125632" y="12542"/>
                  </a:cubicBezTo>
                  <a:cubicBezTo>
                    <a:pt x="125632" y="12542"/>
                    <a:pt x="125632" y="12542"/>
                    <a:pt x="125632" y="12574"/>
                  </a:cubicBezTo>
                  <a:cubicBezTo>
                    <a:pt x="126138" y="12890"/>
                    <a:pt x="126392" y="13239"/>
                    <a:pt x="126645" y="13429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25"/>
                    <a:pt x="129432" y="9280"/>
                    <a:pt x="128165" y="9280"/>
                  </a:cubicBezTo>
                  <a:cubicBezTo>
                    <a:pt x="127563" y="9280"/>
                    <a:pt x="127057" y="9502"/>
                    <a:pt x="126645" y="9850"/>
                  </a:cubicBezTo>
                  <a:cubicBezTo>
                    <a:pt x="126392" y="10008"/>
                    <a:pt x="126138" y="10388"/>
                    <a:pt x="125632" y="10705"/>
                  </a:cubicBezTo>
                  <a:cubicBezTo>
                    <a:pt x="125568" y="10737"/>
                    <a:pt x="125505" y="10768"/>
                    <a:pt x="125410" y="10832"/>
                  </a:cubicBezTo>
                  <a:cubicBezTo>
                    <a:pt x="125378" y="10863"/>
                    <a:pt x="125315" y="10863"/>
                    <a:pt x="125283" y="10895"/>
                  </a:cubicBezTo>
                  <a:cubicBezTo>
                    <a:pt x="125188" y="10927"/>
                    <a:pt x="125157" y="10958"/>
                    <a:pt x="125062" y="10990"/>
                  </a:cubicBezTo>
                  <a:cubicBezTo>
                    <a:pt x="124554" y="11190"/>
                    <a:pt x="123980" y="11302"/>
                    <a:pt x="123381" y="11302"/>
                  </a:cubicBezTo>
                  <a:cubicBezTo>
                    <a:pt x="121700" y="11302"/>
                    <a:pt x="119815" y="10419"/>
                    <a:pt x="118601" y="8108"/>
                  </a:cubicBezTo>
                  <a:lnTo>
                    <a:pt x="118601" y="8140"/>
                  </a:lnTo>
                  <a:cubicBezTo>
                    <a:pt x="117271" y="5290"/>
                    <a:pt x="114389" y="3295"/>
                    <a:pt x="111032" y="3295"/>
                  </a:cubicBezTo>
                  <a:cubicBezTo>
                    <a:pt x="107612" y="3295"/>
                    <a:pt x="104667" y="5385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7"/>
                    <a:pt x="96274" y="7887"/>
                  </a:cubicBezTo>
                  <a:lnTo>
                    <a:pt x="96274" y="3421"/>
                  </a:lnTo>
                  <a:cubicBezTo>
                    <a:pt x="96274" y="1521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36" name="Google Shape;436;p16"/>
            <p:cNvSpPr/>
            <p:nvPr/>
          </p:nvSpPr>
          <p:spPr>
            <a:xfrm>
              <a:off x="3769225" y="2277550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03"/>
                  </a:moveTo>
                  <a:cubicBezTo>
                    <a:pt x="2439" y="1900"/>
                    <a:pt x="1900" y="2439"/>
                    <a:pt x="1203" y="2439"/>
                  </a:cubicBezTo>
                  <a:cubicBezTo>
                    <a:pt x="538" y="2439"/>
                    <a:pt x="0" y="1900"/>
                    <a:pt x="0" y="1203"/>
                  </a:cubicBezTo>
                  <a:cubicBezTo>
                    <a:pt x="0" y="538"/>
                    <a:pt x="538" y="0"/>
                    <a:pt x="1203" y="0"/>
                  </a:cubicBezTo>
                  <a:cubicBezTo>
                    <a:pt x="1900" y="0"/>
                    <a:pt x="2439" y="538"/>
                    <a:pt x="2439" y="120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627650" y="2049525"/>
              <a:ext cx="2342725" cy="517025"/>
            </a:xfrm>
            <a:custGeom>
              <a:avLst/>
              <a:gdLst/>
              <a:ahLst/>
              <a:cxnLst/>
              <a:rect l="l" t="t" r="r" b="b"/>
              <a:pathLst>
                <a:path w="93709" h="20681" extrusionOk="0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7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7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38" name="Google Shape;438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extrusionOk="0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3365425" y="2215000"/>
              <a:ext cx="8750" cy="9525"/>
            </a:xfrm>
            <a:custGeom>
              <a:avLst/>
              <a:gdLst/>
              <a:ahLst/>
              <a:cxnLst/>
              <a:rect l="l" t="t" r="r" b="b"/>
              <a:pathLst>
                <a:path w="350" h="381" extrusionOk="0">
                  <a:moveTo>
                    <a:pt x="159" y="0"/>
                  </a:moveTo>
                  <a:cubicBezTo>
                    <a:pt x="64" y="0"/>
                    <a:pt x="1" y="95"/>
                    <a:pt x="1" y="190"/>
                  </a:cubicBezTo>
                  <a:cubicBezTo>
                    <a:pt x="1" y="285"/>
                    <a:pt x="64" y="380"/>
                    <a:pt x="159" y="380"/>
                  </a:cubicBezTo>
                  <a:cubicBezTo>
                    <a:pt x="286" y="380"/>
                    <a:pt x="349" y="285"/>
                    <a:pt x="349" y="190"/>
                  </a:cubicBezTo>
                  <a:cubicBezTo>
                    <a:pt x="349" y="95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3427200" y="2240925"/>
              <a:ext cx="9525" cy="9325"/>
            </a:xfrm>
            <a:custGeom>
              <a:avLst/>
              <a:gdLst/>
              <a:ahLst/>
              <a:cxnLst/>
              <a:rect l="l" t="t" r="r" b="b"/>
              <a:pathLst>
                <a:path w="381" h="373" extrusionOk="0">
                  <a:moveTo>
                    <a:pt x="190" y="0"/>
                  </a:moveTo>
                  <a:cubicBezTo>
                    <a:pt x="143" y="0"/>
                    <a:pt x="95" y="24"/>
                    <a:pt x="63" y="72"/>
                  </a:cubicBezTo>
                  <a:cubicBezTo>
                    <a:pt x="0" y="135"/>
                    <a:pt x="0" y="230"/>
                    <a:pt x="63" y="325"/>
                  </a:cubicBezTo>
                  <a:cubicBezTo>
                    <a:pt x="95" y="357"/>
                    <a:pt x="143" y="372"/>
                    <a:pt x="190" y="372"/>
                  </a:cubicBezTo>
                  <a:cubicBezTo>
                    <a:pt x="238" y="372"/>
                    <a:pt x="285" y="357"/>
                    <a:pt x="317" y="325"/>
                  </a:cubicBezTo>
                  <a:cubicBezTo>
                    <a:pt x="380" y="262"/>
                    <a:pt x="380" y="135"/>
                    <a:pt x="317" y="72"/>
                  </a:cubicBezTo>
                  <a:cubicBezTo>
                    <a:pt x="285" y="24"/>
                    <a:pt x="238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86" name="Google Shape;486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08" name="Google Shape;508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09" name="Google Shape;509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10" name="Google Shape;510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3453325" y="2302875"/>
              <a:ext cx="8725" cy="9525"/>
            </a:xfrm>
            <a:custGeom>
              <a:avLst/>
              <a:gdLst/>
              <a:ahLst/>
              <a:cxnLst/>
              <a:rect l="l" t="t" r="r" b="b"/>
              <a:pathLst>
                <a:path w="349" h="381" extrusionOk="0">
                  <a:moveTo>
                    <a:pt x="190" y="0"/>
                  </a:moveTo>
                  <a:cubicBezTo>
                    <a:pt x="63" y="0"/>
                    <a:pt x="0" y="95"/>
                    <a:pt x="0" y="190"/>
                  </a:cubicBezTo>
                  <a:cubicBezTo>
                    <a:pt x="0" y="285"/>
                    <a:pt x="63" y="380"/>
                    <a:pt x="190" y="380"/>
                  </a:cubicBezTo>
                  <a:cubicBezTo>
                    <a:pt x="285" y="380"/>
                    <a:pt x="348" y="285"/>
                    <a:pt x="348" y="190"/>
                  </a:cubicBezTo>
                  <a:cubicBezTo>
                    <a:pt x="348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3427200" y="2365425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381" h="381" extrusionOk="0">
                  <a:moveTo>
                    <a:pt x="190" y="0"/>
                  </a:moveTo>
                  <a:cubicBezTo>
                    <a:pt x="95" y="0"/>
                    <a:pt x="0" y="95"/>
                    <a:pt x="0" y="190"/>
                  </a:cubicBezTo>
                  <a:cubicBezTo>
                    <a:pt x="0" y="285"/>
                    <a:pt x="95" y="380"/>
                    <a:pt x="190" y="380"/>
                  </a:cubicBezTo>
                  <a:cubicBezTo>
                    <a:pt x="285" y="380"/>
                    <a:pt x="380" y="285"/>
                    <a:pt x="380" y="190"/>
                  </a:cubicBez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66" name="Google Shape;566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67" name="Google Shape;567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71" name="Google Shape;571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73" name="Google Shape;573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77" name="Google Shape;577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78" name="Google Shape;578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81" name="Google Shape;581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82" name="Google Shape;582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84" name="Google Shape;584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85" name="Google Shape;585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86" name="Google Shape;586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88" name="Google Shape;588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89" name="Google Shape;589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90" name="Google Shape;590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93" name="Google Shape;593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98" name="Google Shape;598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00" name="Google Shape;600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3365425" y="2391550"/>
              <a:ext cx="8750" cy="8725"/>
            </a:xfrm>
            <a:custGeom>
              <a:avLst/>
              <a:gdLst/>
              <a:ahLst/>
              <a:cxnLst/>
              <a:rect l="l" t="t" r="r" b="b"/>
              <a:pathLst>
                <a:path w="350" h="349" extrusionOk="0">
                  <a:moveTo>
                    <a:pt x="159" y="0"/>
                  </a:moveTo>
                  <a:cubicBezTo>
                    <a:pt x="64" y="0"/>
                    <a:pt x="1" y="64"/>
                    <a:pt x="1" y="159"/>
                  </a:cubicBezTo>
                  <a:cubicBezTo>
                    <a:pt x="1" y="285"/>
                    <a:pt x="64" y="349"/>
                    <a:pt x="159" y="349"/>
                  </a:cubicBezTo>
                  <a:cubicBezTo>
                    <a:pt x="286" y="349"/>
                    <a:pt x="349" y="285"/>
                    <a:pt x="349" y="159"/>
                  </a:cubicBezTo>
                  <a:cubicBezTo>
                    <a:pt x="349" y="64"/>
                    <a:pt x="286" y="0"/>
                    <a:pt x="159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3302100" y="2365825"/>
              <a:ext cx="10300" cy="8725"/>
            </a:xfrm>
            <a:custGeom>
              <a:avLst/>
              <a:gdLst/>
              <a:ahLst/>
              <a:cxnLst/>
              <a:rect l="l" t="t" r="r" b="b"/>
              <a:pathLst>
                <a:path w="412" h="349" extrusionOk="0">
                  <a:moveTo>
                    <a:pt x="222" y="0"/>
                  </a:moveTo>
                  <a:cubicBezTo>
                    <a:pt x="174" y="0"/>
                    <a:pt x="127" y="16"/>
                    <a:pt x="95" y="48"/>
                  </a:cubicBezTo>
                  <a:cubicBezTo>
                    <a:pt x="0" y="111"/>
                    <a:pt x="0" y="238"/>
                    <a:pt x="95" y="301"/>
                  </a:cubicBezTo>
                  <a:cubicBezTo>
                    <a:pt x="127" y="333"/>
                    <a:pt x="167" y="348"/>
                    <a:pt x="210" y="348"/>
                  </a:cubicBezTo>
                  <a:cubicBezTo>
                    <a:pt x="254" y="348"/>
                    <a:pt x="301" y="333"/>
                    <a:pt x="349" y="301"/>
                  </a:cubicBezTo>
                  <a:cubicBezTo>
                    <a:pt x="412" y="238"/>
                    <a:pt x="412" y="111"/>
                    <a:pt x="349" y="48"/>
                  </a:cubicBezTo>
                  <a:cubicBezTo>
                    <a:pt x="317" y="16"/>
                    <a:pt x="269" y="0"/>
                    <a:pt x="222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53" name="Google Shape;653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57" name="Google Shape;657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58" name="Google Shape;658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60" name="Google Shape;660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61" name="Google Shape;661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64" name="Google Shape;664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65" name="Google Shape;665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66" name="Google Shape;666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68" name="Google Shape;668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69" name="Google Shape;669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70" name="Google Shape;670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72" name="Google Shape;672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73" name="Google Shape;673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74" name="Google Shape;674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76" name="Google Shape;676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77" name="Google Shape;677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78" name="Google Shape;678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80" name="Google Shape;680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81" name="Google Shape;681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82" name="Google Shape;682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84" name="Google Shape;684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85" name="Google Shape;685;p16"/>
            <p:cNvSpPr/>
            <p:nvPr/>
          </p:nvSpPr>
          <p:spPr>
            <a:xfrm>
              <a:off x="3276750" y="2303675"/>
              <a:ext cx="9525" cy="8725"/>
            </a:xfrm>
            <a:custGeom>
              <a:avLst/>
              <a:gdLst/>
              <a:ahLst/>
              <a:cxnLst/>
              <a:rect l="l" t="t" r="r" b="b"/>
              <a:pathLst>
                <a:path w="381" h="349" extrusionOk="0">
                  <a:moveTo>
                    <a:pt x="191" y="0"/>
                  </a:moveTo>
                  <a:cubicBezTo>
                    <a:pt x="96" y="0"/>
                    <a:pt x="1" y="63"/>
                    <a:pt x="1" y="158"/>
                  </a:cubicBezTo>
                  <a:cubicBezTo>
                    <a:pt x="1" y="253"/>
                    <a:pt x="96" y="348"/>
                    <a:pt x="191" y="348"/>
                  </a:cubicBezTo>
                  <a:cubicBezTo>
                    <a:pt x="286" y="348"/>
                    <a:pt x="381" y="285"/>
                    <a:pt x="381" y="158"/>
                  </a:cubicBezTo>
                  <a:cubicBezTo>
                    <a:pt x="381" y="63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86" name="Google Shape;686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88" name="Google Shape;688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89" name="Google Shape;689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90" name="Google Shape;690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92" name="Google Shape;69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93" name="Google Shape;693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94" name="Google Shape;694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96" name="Google Shape;696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97" name="Google Shape;697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98" name="Google Shape;698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699" name="Google Shape;699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00" name="Google Shape;700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01" name="Google Shape;701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02" name="Google Shape;702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03" name="Google Shape;703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04" name="Google Shape;704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05" name="Google Shape;705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06" name="Google Shape;706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10" name="Google Shape;710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12" name="Google Shape;71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14" name="Google Shape;714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15" name="Google Shape;715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20" name="Google Shape;720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22" name="Google Shape;72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3302875" y="2241125"/>
              <a:ext cx="9525" cy="8725"/>
            </a:xfrm>
            <a:custGeom>
              <a:avLst/>
              <a:gdLst/>
              <a:ahLst/>
              <a:cxnLst/>
              <a:rect l="l" t="t" r="r" b="b"/>
              <a:pathLst>
                <a:path w="381" h="349" extrusionOk="0">
                  <a:moveTo>
                    <a:pt x="191" y="0"/>
                  </a:moveTo>
                  <a:cubicBezTo>
                    <a:pt x="96" y="0"/>
                    <a:pt x="1" y="64"/>
                    <a:pt x="1" y="190"/>
                  </a:cubicBezTo>
                  <a:cubicBezTo>
                    <a:pt x="1" y="285"/>
                    <a:pt x="96" y="349"/>
                    <a:pt x="191" y="349"/>
                  </a:cubicBezTo>
                  <a:cubicBezTo>
                    <a:pt x="286" y="349"/>
                    <a:pt x="381" y="285"/>
                    <a:pt x="381" y="190"/>
                  </a:cubicBezTo>
                  <a:cubicBezTo>
                    <a:pt x="381" y="64"/>
                    <a:pt x="286" y="0"/>
                    <a:pt x="19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extrusionOk="0">
                  <a:moveTo>
                    <a:pt x="4497" y="2692"/>
                  </a:moveTo>
                  <a:cubicBezTo>
                    <a:pt x="5511" y="2692"/>
                    <a:pt x="6334" y="3516"/>
                    <a:pt x="6334" y="4497"/>
                  </a:cubicBezTo>
                  <a:cubicBezTo>
                    <a:pt x="6334" y="5511"/>
                    <a:pt x="5511" y="6334"/>
                    <a:pt x="4497" y="6334"/>
                  </a:cubicBezTo>
                  <a:cubicBezTo>
                    <a:pt x="3515" y="6334"/>
                    <a:pt x="2692" y="5511"/>
                    <a:pt x="2692" y="4497"/>
                  </a:cubicBezTo>
                  <a:cubicBezTo>
                    <a:pt x="2692" y="3516"/>
                    <a:pt x="3515" y="2692"/>
                    <a:pt x="4497" y="2692"/>
                  </a:cubicBezTo>
                  <a:close/>
                  <a:moveTo>
                    <a:pt x="4497" y="2376"/>
                  </a:moveTo>
                  <a:cubicBezTo>
                    <a:pt x="3325" y="2376"/>
                    <a:pt x="2375" y="3326"/>
                    <a:pt x="2375" y="4497"/>
                  </a:cubicBezTo>
                  <a:cubicBezTo>
                    <a:pt x="2375" y="5669"/>
                    <a:pt x="3325" y="6651"/>
                    <a:pt x="4497" y="6651"/>
                  </a:cubicBezTo>
                  <a:cubicBezTo>
                    <a:pt x="5701" y="6651"/>
                    <a:pt x="6651" y="5669"/>
                    <a:pt x="6651" y="4497"/>
                  </a:cubicBezTo>
                  <a:cubicBezTo>
                    <a:pt x="6651" y="3326"/>
                    <a:pt x="5701" y="2376"/>
                    <a:pt x="4497" y="2376"/>
                  </a:cubicBezTo>
                  <a:close/>
                  <a:moveTo>
                    <a:pt x="4782" y="317"/>
                  </a:moveTo>
                  <a:cubicBezTo>
                    <a:pt x="4877" y="317"/>
                    <a:pt x="4909" y="381"/>
                    <a:pt x="4909" y="444"/>
                  </a:cubicBezTo>
                  <a:lnTo>
                    <a:pt x="4909" y="1489"/>
                  </a:lnTo>
                  <a:lnTo>
                    <a:pt x="5036" y="1521"/>
                  </a:lnTo>
                  <a:cubicBezTo>
                    <a:pt x="5479" y="1616"/>
                    <a:pt x="5859" y="1774"/>
                    <a:pt x="6239" y="2027"/>
                  </a:cubicBezTo>
                  <a:lnTo>
                    <a:pt x="6334" y="2091"/>
                  </a:lnTo>
                  <a:lnTo>
                    <a:pt x="7094" y="1331"/>
                  </a:lnTo>
                  <a:cubicBezTo>
                    <a:pt x="7110" y="1315"/>
                    <a:pt x="7142" y="1307"/>
                    <a:pt x="7173" y="1307"/>
                  </a:cubicBezTo>
                  <a:cubicBezTo>
                    <a:pt x="7205" y="1307"/>
                    <a:pt x="7237" y="1315"/>
                    <a:pt x="7252" y="1331"/>
                  </a:cubicBezTo>
                  <a:lnTo>
                    <a:pt x="7664" y="1742"/>
                  </a:lnTo>
                  <a:cubicBezTo>
                    <a:pt x="7727" y="1806"/>
                    <a:pt x="7727" y="1869"/>
                    <a:pt x="7664" y="1932"/>
                  </a:cubicBezTo>
                  <a:lnTo>
                    <a:pt x="6936" y="2661"/>
                  </a:lnTo>
                  <a:lnTo>
                    <a:pt x="6999" y="2787"/>
                  </a:lnTo>
                  <a:cubicBezTo>
                    <a:pt x="7252" y="3136"/>
                    <a:pt x="7411" y="3547"/>
                    <a:pt x="7474" y="3959"/>
                  </a:cubicBezTo>
                  <a:lnTo>
                    <a:pt x="7506" y="4086"/>
                  </a:lnTo>
                  <a:lnTo>
                    <a:pt x="8551" y="4086"/>
                  </a:lnTo>
                  <a:cubicBezTo>
                    <a:pt x="8646" y="4086"/>
                    <a:pt x="8677" y="4149"/>
                    <a:pt x="8677" y="4212"/>
                  </a:cubicBezTo>
                  <a:lnTo>
                    <a:pt x="8677" y="4782"/>
                  </a:lnTo>
                  <a:cubicBezTo>
                    <a:pt x="8677" y="4877"/>
                    <a:pt x="8646" y="4909"/>
                    <a:pt x="8551" y="4909"/>
                  </a:cubicBezTo>
                  <a:lnTo>
                    <a:pt x="7506" y="4909"/>
                  </a:lnTo>
                  <a:lnTo>
                    <a:pt x="7474" y="5036"/>
                  </a:lnTo>
                  <a:cubicBezTo>
                    <a:pt x="7411" y="5479"/>
                    <a:pt x="7252" y="5859"/>
                    <a:pt x="6999" y="6239"/>
                  </a:cubicBezTo>
                  <a:lnTo>
                    <a:pt x="6936" y="6334"/>
                  </a:lnTo>
                  <a:lnTo>
                    <a:pt x="7664" y="7094"/>
                  </a:lnTo>
                  <a:cubicBezTo>
                    <a:pt x="7727" y="7126"/>
                    <a:pt x="7727" y="7221"/>
                    <a:pt x="7664" y="7253"/>
                  </a:cubicBezTo>
                  <a:lnTo>
                    <a:pt x="7252" y="7664"/>
                  </a:lnTo>
                  <a:cubicBezTo>
                    <a:pt x="7237" y="7696"/>
                    <a:pt x="7205" y="7712"/>
                    <a:pt x="7173" y="7712"/>
                  </a:cubicBezTo>
                  <a:cubicBezTo>
                    <a:pt x="7142" y="7712"/>
                    <a:pt x="7110" y="7696"/>
                    <a:pt x="7094" y="7664"/>
                  </a:cubicBezTo>
                  <a:lnTo>
                    <a:pt x="6334" y="6904"/>
                  </a:lnTo>
                  <a:lnTo>
                    <a:pt x="6239" y="6999"/>
                  </a:lnTo>
                  <a:cubicBezTo>
                    <a:pt x="5891" y="7221"/>
                    <a:pt x="5479" y="7411"/>
                    <a:pt x="5067" y="7474"/>
                  </a:cubicBezTo>
                  <a:lnTo>
                    <a:pt x="4941" y="7506"/>
                  </a:lnTo>
                  <a:lnTo>
                    <a:pt x="4941" y="8551"/>
                  </a:lnTo>
                  <a:cubicBezTo>
                    <a:pt x="4941" y="8614"/>
                    <a:pt x="4877" y="8678"/>
                    <a:pt x="4814" y="8678"/>
                  </a:cubicBezTo>
                  <a:lnTo>
                    <a:pt x="4212" y="8678"/>
                  </a:lnTo>
                  <a:cubicBezTo>
                    <a:pt x="4149" y="8678"/>
                    <a:pt x="4085" y="8614"/>
                    <a:pt x="4085" y="8551"/>
                  </a:cubicBezTo>
                  <a:lnTo>
                    <a:pt x="4085" y="7506"/>
                  </a:lnTo>
                  <a:lnTo>
                    <a:pt x="3959" y="7474"/>
                  </a:lnTo>
                  <a:cubicBezTo>
                    <a:pt x="3547" y="7411"/>
                    <a:pt x="3135" y="7253"/>
                    <a:pt x="2787" y="6999"/>
                  </a:cubicBezTo>
                  <a:lnTo>
                    <a:pt x="2692" y="6904"/>
                  </a:lnTo>
                  <a:lnTo>
                    <a:pt x="1932" y="7664"/>
                  </a:lnTo>
                  <a:cubicBezTo>
                    <a:pt x="1900" y="7696"/>
                    <a:pt x="1869" y="7712"/>
                    <a:pt x="1837" y="7712"/>
                  </a:cubicBezTo>
                  <a:cubicBezTo>
                    <a:pt x="1805" y="7712"/>
                    <a:pt x="1774" y="7696"/>
                    <a:pt x="1742" y="7664"/>
                  </a:cubicBezTo>
                  <a:lnTo>
                    <a:pt x="1330" y="7253"/>
                  </a:lnTo>
                  <a:cubicBezTo>
                    <a:pt x="1299" y="7221"/>
                    <a:pt x="1299" y="7126"/>
                    <a:pt x="1330" y="7094"/>
                  </a:cubicBezTo>
                  <a:lnTo>
                    <a:pt x="2090" y="6334"/>
                  </a:lnTo>
                  <a:lnTo>
                    <a:pt x="2027" y="6239"/>
                  </a:lnTo>
                  <a:cubicBezTo>
                    <a:pt x="1774" y="5859"/>
                    <a:pt x="1615" y="5479"/>
                    <a:pt x="1520" y="5036"/>
                  </a:cubicBezTo>
                  <a:lnTo>
                    <a:pt x="1520" y="4909"/>
                  </a:lnTo>
                  <a:lnTo>
                    <a:pt x="444" y="4909"/>
                  </a:lnTo>
                  <a:cubicBezTo>
                    <a:pt x="380" y="4909"/>
                    <a:pt x="317" y="4846"/>
                    <a:pt x="317" y="4782"/>
                  </a:cubicBezTo>
                  <a:lnTo>
                    <a:pt x="317" y="4212"/>
                  </a:lnTo>
                  <a:cubicBezTo>
                    <a:pt x="317" y="4149"/>
                    <a:pt x="380" y="4086"/>
                    <a:pt x="444" y="4086"/>
                  </a:cubicBezTo>
                  <a:lnTo>
                    <a:pt x="1520" y="4086"/>
                  </a:lnTo>
                  <a:lnTo>
                    <a:pt x="1520" y="3959"/>
                  </a:lnTo>
                  <a:cubicBezTo>
                    <a:pt x="1615" y="3547"/>
                    <a:pt x="1774" y="3136"/>
                    <a:pt x="2027" y="2787"/>
                  </a:cubicBezTo>
                  <a:lnTo>
                    <a:pt x="2090" y="2661"/>
                  </a:lnTo>
                  <a:lnTo>
                    <a:pt x="1330" y="1932"/>
                  </a:lnTo>
                  <a:cubicBezTo>
                    <a:pt x="1299" y="1869"/>
                    <a:pt x="1299" y="1806"/>
                    <a:pt x="1330" y="1742"/>
                  </a:cubicBezTo>
                  <a:lnTo>
                    <a:pt x="1742" y="1331"/>
                  </a:lnTo>
                  <a:cubicBezTo>
                    <a:pt x="1774" y="1315"/>
                    <a:pt x="1805" y="1307"/>
                    <a:pt x="1837" y="1307"/>
                  </a:cubicBezTo>
                  <a:cubicBezTo>
                    <a:pt x="1869" y="1307"/>
                    <a:pt x="1900" y="1315"/>
                    <a:pt x="1932" y="1331"/>
                  </a:cubicBezTo>
                  <a:lnTo>
                    <a:pt x="2660" y="2091"/>
                  </a:lnTo>
                  <a:lnTo>
                    <a:pt x="2787" y="2027"/>
                  </a:lnTo>
                  <a:cubicBezTo>
                    <a:pt x="3135" y="1774"/>
                    <a:pt x="3547" y="1616"/>
                    <a:pt x="3959" y="1521"/>
                  </a:cubicBezTo>
                  <a:lnTo>
                    <a:pt x="4085" y="1489"/>
                  </a:lnTo>
                  <a:lnTo>
                    <a:pt x="4085" y="444"/>
                  </a:lnTo>
                  <a:cubicBezTo>
                    <a:pt x="4085" y="381"/>
                    <a:pt x="4149" y="317"/>
                    <a:pt x="4212" y="317"/>
                  </a:cubicBezTo>
                  <a:close/>
                  <a:moveTo>
                    <a:pt x="4212" y="0"/>
                  </a:moveTo>
                  <a:cubicBezTo>
                    <a:pt x="3959" y="0"/>
                    <a:pt x="3769" y="190"/>
                    <a:pt x="3769" y="444"/>
                  </a:cubicBezTo>
                  <a:lnTo>
                    <a:pt x="3769" y="1236"/>
                  </a:lnTo>
                  <a:cubicBezTo>
                    <a:pt x="3389" y="1331"/>
                    <a:pt x="3040" y="1457"/>
                    <a:pt x="2724" y="1679"/>
                  </a:cubicBezTo>
                  <a:lnTo>
                    <a:pt x="2154" y="1109"/>
                  </a:lnTo>
                  <a:cubicBezTo>
                    <a:pt x="2074" y="1030"/>
                    <a:pt x="1964" y="990"/>
                    <a:pt x="1849" y="990"/>
                  </a:cubicBezTo>
                  <a:cubicBezTo>
                    <a:pt x="1734" y="990"/>
                    <a:pt x="1615" y="1030"/>
                    <a:pt x="1520" y="1109"/>
                  </a:cubicBezTo>
                  <a:lnTo>
                    <a:pt x="1109" y="1521"/>
                  </a:lnTo>
                  <a:cubicBezTo>
                    <a:pt x="950" y="1711"/>
                    <a:pt x="950" y="1996"/>
                    <a:pt x="1109" y="2154"/>
                  </a:cubicBezTo>
                  <a:lnTo>
                    <a:pt x="1679" y="2724"/>
                  </a:lnTo>
                  <a:cubicBezTo>
                    <a:pt x="1457" y="3041"/>
                    <a:pt x="1330" y="3389"/>
                    <a:pt x="1235" y="3769"/>
                  </a:cubicBezTo>
                  <a:lnTo>
                    <a:pt x="444" y="3769"/>
                  </a:lnTo>
                  <a:cubicBezTo>
                    <a:pt x="190" y="3769"/>
                    <a:pt x="0" y="3959"/>
                    <a:pt x="0" y="4212"/>
                  </a:cubicBezTo>
                  <a:lnTo>
                    <a:pt x="0" y="4782"/>
                  </a:lnTo>
                  <a:cubicBezTo>
                    <a:pt x="0" y="5036"/>
                    <a:pt x="190" y="5226"/>
                    <a:pt x="444" y="5226"/>
                  </a:cubicBezTo>
                  <a:lnTo>
                    <a:pt x="1235" y="5226"/>
                  </a:lnTo>
                  <a:cubicBezTo>
                    <a:pt x="1330" y="5606"/>
                    <a:pt x="1489" y="5986"/>
                    <a:pt x="1679" y="6303"/>
                  </a:cubicBezTo>
                  <a:lnTo>
                    <a:pt x="1109" y="6841"/>
                  </a:lnTo>
                  <a:cubicBezTo>
                    <a:pt x="950" y="7031"/>
                    <a:pt x="950" y="7316"/>
                    <a:pt x="1109" y="7474"/>
                  </a:cubicBezTo>
                  <a:lnTo>
                    <a:pt x="1520" y="7886"/>
                  </a:lnTo>
                  <a:cubicBezTo>
                    <a:pt x="1615" y="7981"/>
                    <a:pt x="1734" y="8029"/>
                    <a:pt x="1849" y="8029"/>
                  </a:cubicBezTo>
                  <a:cubicBezTo>
                    <a:pt x="1964" y="8029"/>
                    <a:pt x="2074" y="7981"/>
                    <a:pt x="2154" y="7886"/>
                  </a:cubicBezTo>
                  <a:lnTo>
                    <a:pt x="2724" y="7348"/>
                  </a:lnTo>
                  <a:cubicBezTo>
                    <a:pt x="3040" y="7538"/>
                    <a:pt x="3389" y="7696"/>
                    <a:pt x="3769" y="7759"/>
                  </a:cubicBezTo>
                  <a:lnTo>
                    <a:pt x="3769" y="8551"/>
                  </a:lnTo>
                  <a:cubicBezTo>
                    <a:pt x="3769" y="8804"/>
                    <a:pt x="3959" y="8994"/>
                    <a:pt x="4212" y="8994"/>
                  </a:cubicBezTo>
                  <a:lnTo>
                    <a:pt x="4814" y="8994"/>
                  </a:lnTo>
                  <a:cubicBezTo>
                    <a:pt x="5036" y="8994"/>
                    <a:pt x="5226" y="8804"/>
                    <a:pt x="5257" y="8551"/>
                  </a:cubicBezTo>
                  <a:lnTo>
                    <a:pt x="5257" y="7759"/>
                  </a:lnTo>
                  <a:cubicBezTo>
                    <a:pt x="5606" y="7696"/>
                    <a:pt x="5986" y="7538"/>
                    <a:pt x="6302" y="7348"/>
                  </a:cubicBezTo>
                  <a:lnTo>
                    <a:pt x="6872" y="7886"/>
                  </a:lnTo>
                  <a:cubicBezTo>
                    <a:pt x="6952" y="7981"/>
                    <a:pt x="7062" y="8029"/>
                    <a:pt x="7173" y="8029"/>
                  </a:cubicBezTo>
                  <a:cubicBezTo>
                    <a:pt x="7284" y="8029"/>
                    <a:pt x="7395" y="7981"/>
                    <a:pt x="7474" y="7886"/>
                  </a:cubicBezTo>
                  <a:lnTo>
                    <a:pt x="7886" y="7474"/>
                  </a:lnTo>
                  <a:cubicBezTo>
                    <a:pt x="8076" y="7316"/>
                    <a:pt x="8076" y="7031"/>
                    <a:pt x="7886" y="6841"/>
                  </a:cubicBezTo>
                  <a:lnTo>
                    <a:pt x="7347" y="6303"/>
                  </a:lnTo>
                  <a:cubicBezTo>
                    <a:pt x="7537" y="5954"/>
                    <a:pt x="7696" y="5606"/>
                    <a:pt x="7759" y="5226"/>
                  </a:cubicBezTo>
                  <a:lnTo>
                    <a:pt x="8551" y="5226"/>
                  </a:lnTo>
                  <a:cubicBezTo>
                    <a:pt x="8804" y="5226"/>
                    <a:pt x="8994" y="5036"/>
                    <a:pt x="8994" y="4782"/>
                  </a:cubicBezTo>
                  <a:lnTo>
                    <a:pt x="8994" y="4212"/>
                  </a:lnTo>
                  <a:cubicBezTo>
                    <a:pt x="8994" y="3959"/>
                    <a:pt x="8804" y="3769"/>
                    <a:pt x="8551" y="3769"/>
                  </a:cubicBezTo>
                  <a:lnTo>
                    <a:pt x="7759" y="3769"/>
                  </a:lnTo>
                  <a:cubicBezTo>
                    <a:pt x="7696" y="3389"/>
                    <a:pt x="7537" y="3041"/>
                    <a:pt x="7347" y="2724"/>
                  </a:cubicBezTo>
                  <a:lnTo>
                    <a:pt x="7886" y="2154"/>
                  </a:lnTo>
                  <a:cubicBezTo>
                    <a:pt x="8076" y="1996"/>
                    <a:pt x="8076" y="1711"/>
                    <a:pt x="7886" y="1521"/>
                  </a:cubicBezTo>
                  <a:lnTo>
                    <a:pt x="7474" y="1109"/>
                  </a:lnTo>
                  <a:cubicBezTo>
                    <a:pt x="7395" y="1030"/>
                    <a:pt x="7284" y="990"/>
                    <a:pt x="7173" y="990"/>
                  </a:cubicBezTo>
                  <a:cubicBezTo>
                    <a:pt x="7062" y="990"/>
                    <a:pt x="6952" y="1030"/>
                    <a:pt x="6872" y="1109"/>
                  </a:cubicBezTo>
                  <a:lnTo>
                    <a:pt x="6302" y="1679"/>
                  </a:lnTo>
                  <a:cubicBezTo>
                    <a:pt x="5986" y="1457"/>
                    <a:pt x="5606" y="1331"/>
                    <a:pt x="5257" y="1236"/>
                  </a:cubicBezTo>
                  <a:lnTo>
                    <a:pt x="5257" y="444"/>
                  </a:lnTo>
                  <a:cubicBezTo>
                    <a:pt x="5257" y="190"/>
                    <a:pt x="5036" y="0"/>
                    <a:pt x="481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73" name="Google Shape;77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74" name="Google Shape;774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77" name="Google Shape;77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78" name="Google Shape;778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80" name="Google Shape;78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81" name="Google Shape;781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82" name="Google Shape;782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84" name="Google Shape;784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85" name="Google Shape;785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86" name="Google Shape;786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88" name="Google Shape;788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89" name="Google Shape;789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90" name="Google Shape;79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92" name="Google Shape;792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93" name="Google Shape;793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94" name="Google Shape;79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96" name="Google Shape;796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97" name="Google Shape;79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98" name="Google Shape;798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00" name="Google Shape;800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01" name="Google Shape;801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02" name="Google Shape;802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05" name="Google Shape;805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06" name="Google Shape;806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08" name="Google Shape;808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09" name="Google Shape;809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10" name="Google Shape;810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12" name="Google Shape;812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13" name="Google Shape;813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14" name="Google Shape;814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16" name="Google Shape;816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17" name="Google Shape;817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18" name="Google Shape;818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20" name="Google Shape;820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21" name="Google Shape;821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22" name="Google Shape;822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24" name="Google Shape;824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25" name="Google Shape;825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26" name="Google Shape;826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28" name="Google Shape;828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29" name="Google Shape;829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30" name="Google Shape;830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31" name="Google Shape;831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32" name="Google Shape;832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33" name="Google Shape;833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34" name="Google Shape;834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35" name="Google Shape;835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36" name="Google Shape;836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37" name="Google Shape;837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38" name="Google Shape;838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39" name="Google Shape;839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40" name="Google Shape;840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41" name="Google Shape;841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42" name="Google Shape;842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43" name="Google Shape;843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44" name="Google Shape;844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45" name="Google Shape;845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46" name="Google Shape;846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47" name="Google Shape;847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48" name="Google Shape;848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49" name="Google Shape;849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50" name="Google Shape;850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51" name="Google Shape;851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52" name="Google Shape;852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53" name="Google Shape;853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54" name="Google Shape;854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55" name="Google Shape;855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56" name="Google Shape;856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57" name="Google Shape;857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58" name="Google Shape;858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59" name="Google Shape;859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60" name="Google Shape;860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61" name="Google Shape;861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62" name="Google Shape;862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63" name="Google Shape;863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64" name="Google Shape;864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65" name="Google Shape;865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66" name="Google Shape;866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67" name="Google Shape;867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68" name="Google Shape;868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69" name="Google Shape;869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70" name="Google Shape;870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71" name="Google Shape;871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72" name="Google Shape;872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73" name="Google Shape;873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74" name="Google Shape;874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75" name="Google Shape;875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76" name="Google Shape;876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77" name="Google Shape;877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78" name="Google Shape;878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80" name="Google Shape;880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81" name="Google Shape;881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82" name="Google Shape;882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84" name="Google Shape;884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85" name="Google Shape;885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86" name="Google Shape;886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87" name="Google Shape;887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88" name="Google Shape;888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89" name="Google Shape;889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90" name="Google Shape;890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91" name="Google Shape;891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92" name="Google Shape;892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94" name="Google Shape;894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96" name="Google Shape;896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97" name="Google Shape;897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98" name="Google Shape;898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00" name="Google Shape;900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01" name="Google Shape;901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02" name="Google Shape;902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03" name="Google Shape;903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04" name="Google Shape;904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06" name="Google Shape;906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08" name="Google Shape;908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09" name="Google Shape;909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10" name="Google Shape;910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12" name="Google Shape;912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13" name="Google Shape;913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14" name="Google Shape;914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16" name="Google Shape;916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17" name="Google Shape;917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18" name="Google Shape;918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20" name="Google Shape;920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21" name="Google Shape;921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22" name="Google Shape;922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23" name="Google Shape;923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24" name="Google Shape;924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25" name="Google Shape;925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26" name="Google Shape;926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28" name="Google Shape;928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29" name="Google Shape;929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30" name="Google Shape;930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31" name="Google Shape;931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32" name="Google Shape;932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33" name="Google Shape;933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34" name="Google Shape;934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36" name="Google Shape;936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37" name="Google Shape;937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38" name="Google Shape;938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39" name="Google Shape;939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40" name="Google Shape;940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41" name="Google Shape;941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42" name="Google Shape;942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43" name="Google Shape;943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44" name="Google Shape;944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45" name="Google Shape;945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46" name="Google Shape;946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47" name="Google Shape;947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48" name="Google Shape;948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49" name="Google Shape;949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50" name="Google Shape;950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51" name="Google Shape;951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52" name="Google Shape;952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53" name="Google Shape;953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54" name="Google Shape;954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55" name="Google Shape;955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56" name="Google Shape;956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57" name="Google Shape;957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58" name="Google Shape;958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extrusionOk="0">
                  <a:moveTo>
                    <a:pt x="0" y="0"/>
                  </a:moveTo>
                  <a:lnTo>
                    <a:pt x="0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59" name="Google Shape;959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60" name="Google Shape;960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61" name="Google Shape;961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3" y="34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62" name="Google Shape;962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63" name="Google Shape;963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64" name="Google Shape;964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65" name="Google Shape;965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extrusionOk="0">
                  <a:moveTo>
                    <a:pt x="1" y="0"/>
                  </a:moveTo>
                  <a:lnTo>
                    <a:pt x="1" y="349"/>
                  </a:lnTo>
                  <a:lnTo>
                    <a:pt x="32" y="349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66" name="Google Shape;966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67" name="Google Shape;967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68" name="Google Shape;968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69" name="Google Shape;969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70" name="Google Shape;970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71" name="Google Shape;971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72" name="Google Shape;972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73" name="Google Shape;973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74" name="Google Shape;974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75" name="Google Shape;975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76" name="Google Shape;976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77" name="Google Shape;977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78" name="Google Shape;978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79" name="Google Shape;979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80" name="Google Shape;980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81" name="Google Shape;981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82" name="Google Shape;982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83" name="Google Shape;983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84" name="Google Shape;984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85" name="Google Shape;985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86" name="Google Shape;986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87" name="Google Shape;987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88" name="Google Shape;988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89" name="Google Shape;989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90" name="Google Shape;990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91" name="Google Shape;991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92" name="Google Shape;992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94" name="Google Shape;994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95" name="Google Shape;995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96" name="Google Shape;996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97" name="Google Shape;997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98" name="Google Shape;998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999" name="Google Shape;999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00" name="Google Shape;1000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01" name="Google Shape;1001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02" name="Google Shape;1002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03" name="Google Shape;1003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04" name="Google Shape;1004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05" name="Google Shape;1005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06" name="Google Shape;1006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07" name="Google Shape;1007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08" name="Google Shape;1008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09" name="Google Shape;1009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10" name="Google Shape;1010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11" name="Google Shape;1011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12" name="Google Shape;101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13" name="Google Shape;1013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14" name="Google Shape;1014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15" name="Google Shape;1015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16" name="Google Shape;1016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17" name="Google Shape;1017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18" name="Google Shape;1018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19" name="Google Shape;1019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20" name="Google Shape;1020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21" name="Google Shape;1021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22" name="Google Shape;1022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23" name="Google Shape;1023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24" name="Google Shape;1024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25" name="Google Shape;1025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26" name="Google Shape;1026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27" name="Google Shape;1027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28" name="Google Shape;1028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extrusionOk="0">
                  <a:moveTo>
                    <a:pt x="1" y="0"/>
                  </a:moveTo>
                  <a:lnTo>
                    <a:pt x="1" y="380"/>
                  </a:lnTo>
                  <a:lnTo>
                    <a:pt x="33" y="38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29" name="Google Shape;102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30" name="Google Shape;1030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31" name="Google Shape;1031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32" name="Google Shape;103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33" name="Google Shape;1033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34" name="Google Shape;1034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35" name="Google Shape;1035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36" name="Google Shape;103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37" name="Google Shape;1037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38" name="Google Shape;1038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39" name="Google Shape;103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40" name="Google Shape;1040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41" name="Google Shape;1041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42" name="Google Shape;104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43" name="Google Shape;1043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44" name="Google Shape;1044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45" name="Google Shape;1045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extrusionOk="0">
                  <a:moveTo>
                    <a:pt x="0" y="0"/>
                  </a:moveTo>
                  <a:lnTo>
                    <a:pt x="0" y="380"/>
                  </a:lnTo>
                  <a:lnTo>
                    <a:pt x="32" y="38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46" name="Google Shape;1046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47" name="Google Shape;1047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48" name="Google Shape;1048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49" name="Google Shape;1049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50" name="Google Shape;105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51" name="Google Shape;105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52" name="Google Shape;1052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53" name="Google Shape;1053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54" name="Google Shape;105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55" name="Google Shape;105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56" name="Google Shape;1056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57" name="Google Shape;105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58" name="Google Shape;1058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59" name="Google Shape;105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60" name="Google Shape;1060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61" name="Google Shape;106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62" name="Google Shape;1062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63" name="Google Shape;1063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64" name="Google Shape;106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65" name="Google Shape;1065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66" name="Google Shape;1066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67" name="Google Shape;106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68" name="Google Shape;106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69" name="Google Shape;1069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70" name="Google Shape;107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71" name="Google Shape;107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72" name="Google Shape;1072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73" name="Google Shape;1073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74" name="Google Shape;107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75" name="Google Shape;107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76" name="Google Shape;1076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77" name="Google Shape;1077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extrusionOk="0">
                  <a:moveTo>
                    <a:pt x="0" y="1"/>
                  </a:moveTo>
                  <a:lnTo>
                    <a:pt x="0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78" name="Google Shape;107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79" name="Google Shape;1079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80" name="Google Shape;1080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3" y="412"/>
                  </a:lnTo>
                  <a:lnTo>
                    <a:pt x="33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81" name="Google Shape;108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82" name="Google Shape;1082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83" name="Google Shape;1083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extrusionOk="0">
                  <a:moveTo>
                    <a:pt x="1" y="1"/>
                  </a:moveTo>
                  <a:lnTo>
                    <a:pt x="1" y="412"/>
                  </a:lnTo>
                  <a:lnTo>
                    <a:pt x="32" y="412"/>
                  </a:lnTo>
                  <a:lnTo>
                    <a:pt x="32" y="1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84" name="Google Shape;108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85" name="Google Shape;108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86" name="Google Shape;1086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87" name="Google Shape;1087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88" name="Google Shape;1088;p16"/>
            <p:cNvSpPr/>
            <p:nvPr/>
          </p:nvSpPr>
          <p:spPr>
            <a:xfrm>
              <a:off x="3256975" y="2195200"/>
              <a:ext cx="224875" cy="224875"/>
            </a:xfrm>
            <a:custGeom>
              <a:avLst/>
              <a:gdLst/>
              <a:ahLst/>
              <a:cxnLst/>
              <a:rect l="l" t="t" r="r" b="b"/>
              <a:pathLst>
                <a:path w="8995" h="8995" fill="none" extrusionOk="0">
                  <a:moveTo>
                    <a:pt x="4814" y="8994"/>
                  </a:moveTo>
                  <a:lnTo>
                    <a:pt x="4212" y="8994"/>
                  </a:lnTo>
                  <a:cubicBezTo>
                    <a:pt x="3959" y="8994"/>
                    <a:pt x="3769" y="8804"/>
                    <a:pt x="3769" y="8551"/>
                  </a:cubicBezTo>
                  <a:lnTo>
                    <a:pt x="3769" y="7759"/>
                  </a:lnTo>
                  <a:cubicBezTo>
                    <a:pt x="3389" y="7696"/>
                    <a:pt x="3040" y="7538"/>
                    <a:pt x="2724" y="7348"/>
                  </a:cubicBezTo>
                  <a:lnTo>
                    <a:pt x="2154" y="7886"/>
                  </a:lnTo>
                  <a:cubicBezTo>
                    <a:pt x="1995" y="8076"/>
                    <a:pt x="1710" y="8076"/>
                    <a:pt x="1520" y="7886"/>
                  </a:cubicBezTo>
                  <a:lnTo>
                    <a:pt x="1109" y="7474"/>
                  </a:lnTo>
                  <a:cubicBezTo>
                    <a:pt x="950" y="7316"/>
                    <a:pt x="950" y="7031"/>
                    <a:pt x="1109" y="6841"/>
                  </a:cubicBezTo>
                  <a:lnTo>
                    <a:pt x="1679" y="6303"/>
                  </a:lnTo>
                  <a:cubicBezTo>
                    <a:pt x="1489" y="5986"/>
                    <a:pt x="1330" y="5606"/>
                    <a:pt x="1235" y="5226"/>
                  </a:cubicBezTo>
                  <a:lnTo>
                    <a:pt x="444" y="5226"/>
                  </a:lnTo>
                  <a:cubicBezTo>
                    <a:pt x="190" y="5226"/>
                    <a:pt x="0" y="5036"/>
                    <a:pt x="0" y="4782"/>
                  </a:cubicBezTo>
                  <a:lnTo>
                    <a:pt x="0" y="4212"/>
                  </a:lnTo>
                  <a:cubicBezTo>
                    <a:pt x="0" y="3959"/>
                    <a:pt x="190" y="3769"/>
                    <a:pt x="444" y="3769"/>
                  </a:cubicBezTo>
                  <a:lnTo>
                    <a:pt x="1235" y="3769"/>
                  </a:lnTo>
                  <a:cubicBezTo>
                    <a:pt x="1330" y="3389"/>
                    <a:pt x="1457" y="3041"/>
                    <a:pt x="1679" y="2724"/>
                  </a:cubicBezTo>
                  <a:lnTo>
                    <a:pt x="1109" y="2154"/>
                  </a:lnTo>
                  <a:cubicBezTo>
                    <a:pt x="950" y="1996"/>
                    <a:pt x="950" y="1711"/>
                    <a:pt x="1109" y="1521"/>
                  </a:cubicBezTo>
                  <a:lnTo>
                    <a:pt x="1520" y="1109"/>
                  </a:lnTo>
                  <a:cubicBezTo>
                    <a:pt x="1710" y="951"/>
                    <a:pt x="1995" y="951"/>
                    <a:pt x="2154" y="1109"/>
                  </a:cubicBezTo>
                  <a:lnTo>
                    <a:pt x="2724" y="1679"/>
                  </a:lnTo>
                  <a:cubicBezTo>
                    <a:pt x="3040" y="1457"/>
                    <a:pt x="3389" y="1331"/>
                    <a:pt x="3769" y="1236"/>
                  </a:cubicBezTo>
                  <a:lnTo>
                    <a:pt x="3769" y="444"/>
                  </a:lnTo>
                  <a:cubicBezTo>
                    <a:pt x="3769" y="190"/>
                    <a:pt x="3959" y="0"/>
                    <a:pt x="4212" y="0"/>
                  </a:cubicBezTo>
                  <a:lnTo>
                    <a:pt x="4814" y="0"/>
                  </a:lnTo>
                  <a:cubicBezTo>
                    <a:pt x="5036" y="0"/>
                    <a:pt x="5257" y="190"/>
                    <a:pt x="5257" y="444"/>
                  </a:cubicBezTo>
                  <a:lnTo>
                    <a:pt x="5257" y="1236"/>
                  </a:lnTo>
                  <a:cubicBezTo>
                    <a:pt x="5606" y="1331"/>
                    <a:pt x="5986" y="1457"/>
                    <a:pt x="6302" y="1679"/>
                  </a:cubicBezTo>
                  <a:lnTo>
                    <a:pt x="6872" y="1109"/>
                  </a:lnTo>
                  <a:cubicBezTo>
                    <a:pt x="7031" y="951"/>
                    <a:pt x="7316" y="951"/>
                    <a:pt x="7474" y="1109"/>
                  </a:cubicBezTo>
                  <a:lnTo>
                    <a:pt x="7886" y="1521"/>
                  </a:lnTo>
                  <a:cubicBezTo>
                    <a:pt x="8076" y="1711"/>
                    <a:pt x="8076" y="1996"/>
                    <a:pt x="7886" y="2154"/>
                  </a:cubicBezTo>
                  <a:lnTo>
                    <a:pt x="7347" y="2724"/>
                  </a:lnTo>
                  <a:cubicBezTo>
                    <a:pt x="7537" y="3041"/>
                    <a:pt x="7696" y="3389"/>
                    <a:pt x="7759" y="3769"/>
                  </a:cubicBezTo>
                  <a:lnTo>
                    <a:pt x="8551" y="3769"/>
                  </a:lnTo>
                  <a:cubicBezTo>
                    <a:pt x="8804" y="3769"/>
                    <a:pt x="8994" y="3959"/>
                    <a:pt x="8994" y="4212"/>
                  </a:cubicBezTo>
                  <a:lnTo>
                    <a:pt x="8994" y="4782"/>
                  </a:lnTo>
                  <a:cubicBezTo>
                    <a:pt x="8994" y="5036"/>
                    <a:pt x="8804" y="5226"/>
                    <a:pt x="8551" y="5226"/>
                  </a:cubicBezTo>
                  <a:lnTo>
                    <a:pt x="7759" y="5226"/>
                  </a:lnTo>
                  <a:cubicBezTo>
                    <a:pt x="7696" y="5606"/>
                    <a:pt x="7537" y="5954"/>
                    <a:pt x="7347" y="6303"/>
                  </a:cubicBezTo>
                  <a:lnTo>
                    <a:pt x="7886" y="6841"/>
                  </a:lnTo>
                  <a:cubicBezTo>
                    <a:pt x="8076" y="7031"/>
                    <a:pt x="8076" y="7316"/>
                    <a:pt x="7886" y="7474"/>
                  </a:cubicBezTo>
                  <a:lnTo>
                    <a:pt x="7474" y="7886"/>
                  </a:lnTo>
                  <a:cubicBezTo>
                    <a:pt x="7316" y="8076"/>
                    <a:pt x="7031" y="8076"/>
                    <a:pt x="6872" y="7886"/>
                  </a:cubicBezTo>
                  <a:lnTo>
                    <a:pt x="6302" y="7348"/>
                  </a:lnTo>
                  <a:cubicBezTo>
                    <a:pt x="5986" y="7538"/>
                    <a:pt x="5606" y="7696"/>
                    <a:pt x="5257" y="7759"/>
                  </a:cubicBezTo>
                  <a:lnTo>
                    <a:pt x="5257" y="8551"/>
                  </a:lnTo>
                  <a:cubicBezTo>
                    <a:pt x="5226" y="8804"/>
                    <a:pt x="5036" y="8994"/>
                    <a:pt x="4814" y="8994"/>
                  </a:cubicBezTo>
                  <a:close/>
                  <a:moveTo>
                    <a:pt x="2692" y="6904"/>
                  </a:moveTo>
                  <a:lnTo>
                    <a:pt x="2787" y="6999"/>
                  </a:lnTo>
                  <a:cubicBezTo>
                    <a:pt x="3135" y="7253"/>
                    <a:pt x="3547" y="7411"/>
                    <a:pt x="3959" y="7474"/>
                  </a:cubicBezTo>
                  <a:lnTo>
                    <a:pt x="4085" y="7506"/>
                  </a:lnTo>
                  <a:lnTo>
                    <a:pt x="4085" y="8551"/>
                  </a:lnTo>
                  <a:cubicBezTo>
                    <a:pt x="4085" y="8614"/>
                    <a:pt x="4149" y="8678"/>
                    <a:pt x="4212" y="8678"/>
                  </a:cubicBezTo>
                  <a:lnTo>
                    <a:pt x="4814" y="8678"/>
                  </a:lnTo>
                  <a:cubicBezTo>
                    <a:pt x="4877" y="8678"/>
                    <a:pt x="4941" y="8614"/>
                    <a:pt x="4941" y="8551"/>
                  </a:cubicBezTo>
                  <a:lnTo>
                    <a:pt x="4941" y="7506"/>
                  </a:lnTo>
                  <a:lnTo>
                    <a:pt x="5067" y="7474"/>
                  </a:lnTo>
                  <a:cubicBezTo>
                    <a:pt x="5479" y="7411"/>
                    <a:pt x="5891" y="7221"/>
                    <a:pt x="6239" y="6999"/>
                  </a:cubicBezTo>
                  <a:lnTo>
                    <a:pt x="6334" y="6904"/>
                  </a:lnTo>
                  <a:lnTo>
                    <a:pt x="7094" y="7664"/>
                  </a:lnTo>
                  <a:cubicBezTo>
                    <a:pt x="7126" y="7728"/>
                    <a:pt x="7221" y="7728"/>
                    <a:pt x="7252" y="7664"/>
                  </a:cubicBezTo>
                  <a:lnTo>
                    <a:pt x="7664" y="7253"/>
                  </a:lnTo>
                  <a:cubicBezTo>
                    <a:pt x="7727" y="7221"/>
                    <a:pt x="7727" y="7126"/>
                    <a:pt x="7664" y="7094"/>
                  </a:cubicBezTo>
                  <a:lnTo>
                    <a:pt x="6936" y="6334"/>
                  </a:lnTo>
                  <a:lnTo>
                    <a:pt x="6999" y="6239"/>
                  </a:lnTo>
                  <a:cubicBezTo>
                    <a:pt x="7252" y="5859"/>
                    <a:pt x="7411" y="5479"/>
                    <a:pt x="7474" y="5036"/>
                  </a:cubicBezTo>
                  <a:lnTo>
                    <a:pt x="7506" y="4909"/>
                  </a:lnTo>
                  <a:lnTo>
                    <a:pt x="8551" y="4909"/>
                  </a:lnTo>
                  <a:cubicBezTo>
                    <a:pt x="8646" y="4909"/>
                    <a:pt x="8677" y="4877"/>
                    <a:pt x="8677" y="4782"/>
                  </a:cubicBezTo>
                  <a:lnTo>
                    <a:pt x="8677" y="4212"/>
                  </a:lnTo>
                  <a:cubicBezTo>
                    <a:pt x="8677" y="4149"/>
                    <a:pt x="8646" y="4086"/>
                    <a:pt x="8551" y="4086"/>
                  </a:cubicBezTo>
                  <a:lnTo>
                    <a:pt x="7506" y="4086"/>
                  </a:lnTo>
                  <a:lnTo>
                    <a:pt x="7474" y="3959"/>
                  </a:lnTo>
                  <a:cubicBezTo>
                    <a:pt x="7411" y="3547"/>
                    <a:pt x="7252" y="3136"/>
                    <a:pt x="6999" y="2787"/>
                  </a:cubicBezTo>
                  <a:lnTo>
                    <a:pt x="6936" y="2661"/>
                  </a:lnTo>
                  <a:lnTo>
                    <a:pt x="7664" y="1932"/>
                  </a:lnTo>
                  <a:cubicBezTo>
                    <a:pt x="7727" y="1869"/>
                    <a:pt x="7727" y="1806"/>
                    <a:pt x="7664" y="1742"/>
                  </a:cubicBezTo>
                  <a:lnTo>
                    <a:pt x="7252" y="1331"/>
                  </a:lnTo>
                  <a:cubicBezTo>
                    <a:pt x="7221" y="1299"/>
                    <a:pt x="7126" y="1299"/>
                    <a:pt x="7094" y="1331"/>
                  </a:cubicBezTo>
                  <a:lnTo>
                    <a:pt x="6334" y="2091"/>
                  </a:lnTo>
                  <a:lnTo>
                    <a:pt x="6239" y="2027"/>
                  </a:lnTo>
                  <a:cubicBezTo>
                    <a:pt x="5859" y="1774"/>
                    <a:pt x="5479" y="1616"/>
                    <a:pt x="5036" y="1521"/>
                  </a:cubicBezTo>
                  <a:lnTo>
                    <a:pt x="4909" y="1489"/>
                  </a:lnTo>
                  <a:lnTo>
                    <a:pt x="4909" y="444"/>
                  </a:lnTo>
                  <a:cubicBezTo>
                    <a:pt x="4909" y="381"/>
                    <a:pt x="4877" y="317"/>
                    <a:pt x="4782" y="317"/>
                  </a:cubicBezTo>
                  <a:lnTo>
                    <a:pt x="4212" y="317"/>
                  </a:lnTo>
                  <a:cubicBezTo>
                    <a:pt x="4149" y="317"/>
                    <a:pt x="4085" y="381"/>
                    <a:pt x="4085" y="444"/>
                  </a:cubicBezTo>
                  <a:lnTo>
                    <a:pt x="4085" y="1489"/>
                  </a:lnTo>
                  <a:lnTo>
                    <a:pt x="3959" y="1521"/>
                  </a:lnTo>
                  <a:cubicBezTo>
                    <a:pt x="3547" y="1616"/>
                    <a:pt x="3135" y="1774"/>
                    <a:pt x="2787" y="2027"/>
                  </a:cubicBezTo>
                  <a:lnTo>
                    <a:pt x="2660" y="2091"/>
                  </a:lnTo>
                  <a:lnTo>
                    <a:pt x="1932" y="1331"/>
                  </a:lnTo>
                  <a:cubicBezTo>
                    <a:pt x="1869" y="1299"/>
                    <a:pt x="1805" y="1299"/>
                    <a:pt x="1742" y="1331"/>
                  </a:cubicBezTo>
                  <a:lnTo>
                    <a:pt x="1330" y="1742"/>
                  </a:lnTo>
                  <a:cubicBezTo>
                    <a:pt x="1299" y="1806"/>
                    <a:pt x="1299" y="1869"/>
                    <a:pt x="1330" y="1932"/>
                  </a:cubicBezTo>
                  <a:lnTo>
                    <a:pt x="2090" y="2661"/>
                  </a:lnTo>
                  <a:lnTo>
                    <a:pt x="2027" y="2787"/>
                  </a:lnTo>
                  <a:cubicBezTo>
                    <a:pt x="1774" y="3136"/>
                    <a:pt x="1615" y="3547"/>
                    <a:pt x="1520" y="3959"/>
                  </a:cubicBezTo>
                  <a:lnTo>
                    <a:pt x="1520" y="4086"/>
                  </a:lnTo>
                  <a:lnTo>
                    <a:pt x="444" y="4086"/>
                  </a:lnTo>
                  <a:cubicBezTo>
                    <a:pt x="380" y="4086"/>
                    <a:pt x="317" y="4149"/>
                    <a:pt x="317" y="4212"/>
                  </a:cubicBezTo>
                  <a:lnTo>
                    <a:pt x="317" y="4782"/>
                  </a:lnTo>
                  <a:cubicBezTo>
                    <a:pt x="317" y="4846"/>
                    <a:pt x="380" y="4909"/>
                    <a:pt x="444" y="4909"/>
                  </a:cubicBezTo>
                  <a:lnTo>
                    <a:pt x="1520" y="4909"/>
                  </a:lnTo>
                  <a:lnTo>
                    <a:pt x="1520" y="5036"/>
                  </a:lnTo>
                  <a:cubicBezTo>
                    <a:pt x="1615" y="5479"/>
                    <a:pt x="1774" y="5859"/>
                    <a:pt x="2027" y="6239"/>
                  </a:cubicBezTo>
                  <a:lnTo>
                    <a:pt x="2090" y="6334"/>
                  </a:lnTo>
                  <a:lnTo>
                    <a:pt x="1330" y="7094"/>
                  </a:lnTo>
                  <a:cubicBezTo>
                    <a:pt x="1299" y="7126"/>
                    <a:pt x="1299" y="7221"/>
                    <a:pt x="1330" y="7253"/>
                  </a:cubicBezTo>
                  <a:lnTo>
                    <a:pt x="1742" y="7664"/>
                  </a:lnTo>
                  <a:cubicBezTo>
                    <a:pt x="1805" y="7728"/>
                    <a:pt x="1869" y="7728"/>
                    <a:pt x="1932" y="7664"/>
                  </a:cubicBezTo>
                  <a:close/>
                  <a:moveTo>
                    <a:pt x="4497" y="6651"/>
                  </a:moveTo>
                  <a:cubicBezTo>
                    <a:pt x="3325" y="6651"/>
                    <a:pt x="2375" y="5669"/>
                    <a:pt x="2375" y="4497"/>
                  </a:cubicBezTo>
                  <a:cubicBezTo>
                    <a:pt x="2375" y="3326"/>
                    <a:pt x="3325" y="2376"/>
                    <a:pt x="4497" y="2376"/>
                  </a:cubicBezTo>
                  <a:cubicBezTo>
                    <a:pt x="5701" y="2376"/>
                    <a:pt x="6651" y="3326"/>
                    <a:pt x="6651" y="4497"/>
                  </a:cubicBezTo>
                  <a:cubicBezTo>
                    <a:pt x="6651" y="5669"/>
                    <a:pt x="5701" y="6651"/>
                    <a:pt x="4497" y="6651"/>
                  </a:cubicBezTo>
                  <a:close/>
                  <a:moveTo>
                    <a:pt x="4497" y="2692"/>
                  </a:moveTo>
                  <a:cubicBezTo>
                    <a:pt x="3515" y="2692"/>
                    <a:pt x="2692" y="3516"/>
                    <a:pt x="2692" y="4497"/>
                  </a:cubicBezTo>
                  <a:cubicBezTo>
                    <a:pt x="2692" y="5511"/>
                    <a:pt x="3515" y="6334"/>
                    <a:pt x="4497" y="6334"/>
                  </a:cubicBezTo>
                  <a:cubicBezTo>
                    <a:pt x="5511" y="6334"/>
                    <a:pt x="6334" y="5511"/>
                    <a:pt x="6334" y="4497"/>
                  </a:cubicBezTo>
                  <a:cubicBezTo>
                    <a:pt x="6334" y="3516"/>
                    <a:pt x="5511" y="2692"/>
                    <a:pt x="4497" y="2692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89" name="Google Shape;1089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90" name="Google Shape;1090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91" name="Google Shape;1091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92" name="Google Shape;1092;p16"/>
            <p:cNvSpPr/>
            <p:nvPr/>
          </p:nvSpPr>
          <p:spPr>
            <a:xfrm>
              <a:off x="33654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93" name="Google Shape;1093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94" name="Google Shape;1094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95" name="Google Shape;1095;p16"/>
            <p:cNvSpPr/>
            <p:nvPr/>
          </p:nvSpPr>
          <p:spPr>
            <a:xfrm>
              <a:off x="33662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96" name="Google Shape;1096;p16"/>
            <p:cNvSpPr/>
            <p:nvPr/>
          </p:nvSpPr>
          <p:spPr>
            <a:xfrm>
              <a:off x="336622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97" name="Google Shape;1097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98" name="Google Shape;1098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099" name="Google Shape;1099;p16"/>
            <p:cNvSpPr/>
            <p:nvPr/>
          </p:nvSpPr>
          <p:spPr>
            <a:xfrm>
              <a:off x="336702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00" name="Google Shape;1100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01" name="Google Shape;1101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02" name="Google Shape;1102;p16"/>
            <p:cNvSpPr/>
            <p:nvPr/>
          </p:nvSpPr>
          <p:spPr>
            <a:xfrm>
              <a:off x="33678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03" name="Google Shape;1103;p16"/>
            <p:cNvSpPr/>
            <p:nvPr/>
          </p:nvSpPr>
          <p:spPr>
            <a:xfrm>
              <a:off x="33678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04" name="Google Shape;1104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05" name="Google Shape;1105;p16"/>
            <p:cNvSpPr/>
            <p:nvPr/>
          </p:nvSpPr>
          <p:spPr>
            <a:xfrm>
              <a:off x="33686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06" name="Google Shape;1106;p16"/>
            <p:cNvSpPr/>
            <p:nvPr/>
          </p:nvSpPr>
          <p:spPr>
            <a:xfrm>
              <a:off x="336860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07" name="Google Shape;1107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08" name="Google Shape;1108;p16"/>
            <p:cNvSpPr/>
            <p:nvPr/>
          </p:nvSpPr>
          <p:spPr>
            <a:xfrm>
              <a:off x="336940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09" name="Google Shape;1109;p16"/>
            <p:cNvSpPr/>
            <p:nvPr/>
          </p:nvSpPr>
          <p:spPr>
            <a:xfrm>
              <a:off x="3369400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10" name="Google Shape;1110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11" name="Google Shape;1111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12" name="Google Shape;1112;p16"/>
            <p:cNvSpPr/>
            <p:nvPr/>
          </p:nvSpPr>
          <p:spPr>
            <a:xfrm>
              <a:off x="33701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13" name="Google Shape;1113;p16"/>
            <p:cNvSpPr/>
            <p:nvPr/>
          </p:nvSpPr>
          <p:spPr>
            <a:xfrm>
              <a:off x="3370175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14" name="Google Shape;1114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15" name="Google Shape;1115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16" name="Google Shape;1116;p16"/>
            <p:cNvSpPr/>
            <p:nvPr/>
          </p:nvSpPr>
          <p:spPr>
            <a:xfrm>
              <a:off x="33709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17" name="Google Shape;1117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18" name="Google Shape;1118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19" name="Google Shape;1119;p16"/>
            <p:cNvSpPr/>
            <p:nvPr/>
          </p:nvSpPr>
          <p:spPr>
            <a:xfrm>
              <a:off x="3371775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20" name="Google Shape;1120;p16"/>
            <p:cNvSpPr/>
            <p:nvPr/>
          </p:nvSpPr>
          <p:spPr>
            <a:xfrm>
              <a:off x="3371775" y="2215000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21" name="Google Shape;1121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22" name="Google Shape;1122;p16"/>
            <p:cNvSpPr/>
            <p:nvPr/>
          </p:nvSpPr>
          <p:spPr>
            <a:xfrm>
              <a:off x="33725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23" name="Google Shape;1123;p16"/>
            <p:cNvSpPr/>
            <p:nvPr/>
          </p:nvSpPr>
          <p:spPr>
            <a:xfrm>
              <a:off x="33725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24" name="Google Shape;1124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25" name="Google Shape;1125;p16"/>
            <p:cNvSpPr/>
            <p:nvPr/>
          </p:nvSpPr>
          <p:spPr>
            <a:xfrm>
              <a:off x="33733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26" name="Google Shape;1126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27" name="Google Shape;1127;p16"/>
            <p:cNvSpPr/>
            <p:nvPr/>
          </p:nvSpPr>
          <p:spPr>
            <a:xfrm>
              <a:off x="3373350" y="2215000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28" name="Google Shape;1128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29" name="Google Shape;1129;p16"/>
            <p:cNvSpPr/>
            <p:nvPr/>
          </p:nvSpPr>
          <p:spPr>
            <a:xfrm>
              <a:off x="3374150" y="2215000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30" name="Google Shape;1130;p16"/>
            <p:cNvSpPr/>
            <p:nvPr/>
          </p:nvSpPr>
          <p:spPr>
            <a:xfrm>
              <a:off x="3427200" y="22403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31" name="Google Shape;1131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32" name="Google Shape;1132;p16"/>
            <p:cNvSpPr/>
            <p:nvPr/>
          </p:nvSpPr>
          <p:spPr>
            <a:xfrm>
              <a:off x="34272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33" name="Google Shape;1133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34" name="Google Shape;1134;p16"/>
            <p:cNvSpPr/>
            <p:nvPr/>
          </p:nvSpPr>
          <p:spPr>
            <a:xfrm>
              <a:off x="34279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35" name="Google Shape;1135;p16"/>
            <p:cNvSpPr/>
            <p:nvPr/>
          </p:nvSpPr>
          <p:spPr>
            <a:xfrm>
              <a:off x="34279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36" name="Google Shape;1136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37" name="Google Shape;1137;p16"/>
            <p:cNvSpPr/>
            <p:nvPr/>
          </p:nvSpPr>
          <p:spPr>
            <a:xfrm>
              <a:off x="34287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38" name="Google Shape;1138;p16"/>
            <p:cNvSpPr/>
            <p:nvPr/>
          </p:nvSpPr>
          <p:spPr>
            <a:xfrm>
              <a:off x="34287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39" name="Google Shape;1139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40" name="Google Shape;1140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41" name="Google Shape;1141;p16"/>
            <p:cNvSpPr/>
            <p:nvPr/>
          </p:nvSpPr>
          <p:spPr>
            <a:xfrm>
              <a:off x="34295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42" name="Google Shape;1142;p16"/>
            <p:cNvSpPr/>
            <p:nvPr/>
          </p:nvSpPr>
          <p:spPr>
            <a:xfrm>
              <a:off x="342957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43" name="Google Shape;1143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44" name="Google Shape;1144;p16"/>
            <p:cNvSpPr/>
            <p:nvPr/>
          </p:nvSpPr>
          <p:spPr>
            <a:xfrm>
              <a:off x="34303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45" name="Google Shape;1145;p16"/>
            <p:cNvSpPr/>
            <p:nvPr/>
          </p:nvSpPr>
          <p:spPr>
            <a:xfrm>
              <a:off x="34303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46" name="Google Shape;1146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47" name="Google Shape;1147;p16"/>
            <p:cNvSpPr/>
            <p:nvPr/>
          </p:nvSpPr>
          <p:spPr>
            <a:xfrm>
              <a:off x="34311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48" name="Google Shape;1148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49" name="Google Shape;1149;p16"/>
            <p:cNvSpPr/>
            <p:nvPr/>
          </p:nvSpPr>
          <p:spPr>
            <a:xfrm>
              <a:off x="34311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50" name="Google Shape;1150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51" name="Google Shape;1151;p16"/>
            <p:cNvSpPr/>
            <p:nvPr/>
          </p:nvSpPr>
          <p:spPr>
            <a:xfrm>
              <a:off x="34319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34319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53" name="Google Shape;1153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54" name="Google Shape;1154;p16"/>
            <p:cNvSpPr/>
            <p:nvPr/>
          </p:nvSpPr>
          <p:spPr>
            <a:xfrm>
              <a:off x="34327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55" name="Google Shape;1155;p16"/>
            <p:cNvSpPr/>
            <p:nvPr/>
          </p:nvSpPr>
          <p:spPr>
            <a:xfrm>
              <a:off x="34327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56" name="Google Shape;1156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57" name="Google Shape;1157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58" name="Google Shape;1158;p16"/>
            <p:cNvSpPr/>
            <p:nvPr/>
          </p:nvSpPr>
          <p:spPr>
            <a:xfrm>
              <a:off x="34335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59" name="Google Shape;1159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60" name="Google Shape;1160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61" name="Google Shape;1161;p16"/>
            <p:cNvSpPr/>
            <p:nvPr/>
          </p:nvSpPr>
          <p:spPr>
            <a:xfrm>
              <a:off x="34343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62" name="Google Shape;1162;p16"/>
            <p:cNvSpPr/>
            <p:nvPr/>
          </p:nvSpPr>
          <p:spPr>
            <a:xfrm>
              <a:off x="34343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63" name="Google Shape;1163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64" name="Google Shape;1164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65" name="Google Shape;1165;p16"/>
            <p:cNvSpPr/>
            <p:nvPr/>
          </p:nvSpPr>
          <p:spPr>
            <a:xfrm>
              <a:off x="34351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66" name="Google Shape;1166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67" name="Google Shape;1167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68" name="Google Shape;1168;p16"/>
            <p:cNvSpPr/>
            <p:nvPr/>
          </p:nvSpPr>
          <p:spPr>
            <a:xfrm>
              <a:off x="34359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69" name="Google Shape;1169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70" name="Google Shape;1170;p16"/>
            <p:cNvSpPr/>
            <p:nvPr/>
          </p:nvSpPr>
          <p:spPr>
            <a:xfrm>
              <a:off x="34367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71" name="Google Shape;1171;p16"/>
            <p:cNvSpPr/>
            <p:nvPr/>
          </p:nvSpPr>
          <p:spPr>
            <a:xfrm>
              <a:off x="3453325" y="2303675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348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34533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34533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3454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34541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34549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81" name="Google Shape;1181;p16"/>
            <p:cNvSpPr/>
            <p:nvPr/>
          </p:nvSpPr>
          <p:spPr>
            <a:xfrm>
              <a:off x="34549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82" name="Google Shape;1182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34557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34557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3456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34564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34572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345727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34580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34580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34588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99" name="Google Shape;1199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00" name="Google Shape;1200;p16"/>
            <p:cNvSpPr/>
            <p:nvPr/>
          </p:nvSpPr>
          <p:spPr>
            <a:xfrm>
              <a:off x="34596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01" name="Google Shape;1201;p16"/>
            <p:cNvSpPr/>
            <p:nvPr/>
          </p:nvSpPr>
          <p:spPr>
            <a:xfrm>
              <a:off x="34596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03" name="Google Shape;1203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04" name="Google Shape;1204;p16"/>
            <p:cNvSpPr/>
            <p:nvPr/>
          </p:nvSpPr>
          <p:spPr>
            <a:xfrm>
              <a:off x="34604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34612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11" name="Google Shape;1211;p16"/>
            <p:cNvSpPr/>
            <p:nvPr/>
          </p:nvSpPr>
          <p:spPr>
            <a:xfrm>
              <a:off x="34620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38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12" name="Google Shape;1212;p16"/>
            <p:cNvSpPr/>
            <p:nvPr/>
          </p:nvSpPr>
          <p:spPr>
            <a:xfrm>
              <a:off x="3427200" y="2364625"/>
              <a:ext cx="0" cy="10325"/>
            </a:xfrm>
            <a:custGeom>
              <a:avLst/>
              <a:gdLst/>
              <a:ahLst/>
              <a:cxnLst/>
              <a:rect l="l" t="t" r="r" b="b"/>
              <a:pathLst>
                <a:path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14" name="Google Shape;1214;p16"/>
            <p:cNvSpPr/>
            <p:nvPr/>
          </p:nvSpPr>
          <p:spPr>
            <a:xfrm>
              <a:off x="34272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15" name="Google Shape;1215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34279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34279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34287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34287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34295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342957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34303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34303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34311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34311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34319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34319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34327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34327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34335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34343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34343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34351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34359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34367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33654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33662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336622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336702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33678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33678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33686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336860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36940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369400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33701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3370175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33709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3371775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3371775" y="2391550"/>
              <a:ext cx="800" cy="8725"/>
            </a:xfrm>
            <a:custGeom>
              <a:avLst/>
              <a:gdLst/>
              <a:ahLst/>
              <a:cxnLst/>
              <a:rect l="l" t="t" r="r" b="b"/>
              <a:pathLst>
                <a:path w="32" h="349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33725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33725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33733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3373350" y="2391550"/>
              <a:ext cx="825" cy="8725"/>
            </a:xfrm>
            <a:custGeom>
              <a:avLst/>
              <a:gdLst/>
              <a:ahLst/>
              <a:cxnLst/>
              <a:rect l="l" t="t" r="r" b="b"/>
              <a:pathLst>
                <a:path w="33" h="349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49"/>
                  </a:lnTo>
                  <a:lnTo>
                    <a:pt x="1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49"/>
                  </a:lnTo>
                  <a:lnTo>
                    <a:pt x="0" y="349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93" name="Google Shape;1293;p16"/>
            <p:cNvSpPr/>
            <p:nvPr/>
          </p:nvSpPr>
          <p:spPr>
            <a:xfrm>
              <a:off x="3374150" y="2391550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0" y="349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330210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95" name="Google Shape;1295;p16"/>
            <p:cNvSpPr/>
            <p:nvPr/>
          </p:nvSpPr>
          <p:spPr>
            <a:xfrm>
              <a:off x="33028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96" name="Google Shape;1296;p16"/>
            <p:cNvSpPr/>
            <p:nvPr/>
          </p:nvSpPr>
          <p:spPr>
            <a:xfrm>
              <a:off x="33028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97" name="Google Shape;1297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98" name="Google Shape;1298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33036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330367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03" name="Google Shape;1303;p16"/>
            <p:cNvSpPr/>
            <p:nvPr/>
          </p:nvSpPr>
          <p:spPr>
            <a:xfrm>
              <a:off x="33044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04" name="Google Shape;1304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05" name="Google Shape;1305;p16"/>
            <p:cNvSpPr/>
            <p:nvPr/>
          </p:nvSpPr>
          <p:spPr>
            <a:xfrm>
              <a:off x="33052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06" name="Google Shape;1306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07" name="Google Shape;1307;p16"/>
            <p:cNvSpPr/>
            <p:nvPr/>
          </p:nvSpPr>
          <p:spPr>
            <a:xfrm>
              <a:off x="33052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08" name="Google Shape;1308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33060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330605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12" name="Google Shape;1312;p16"/>
            <p:cNvSpPr/>
            <p:nvPr/>
          </p:nvSpPr>
          <p:spPr>
            <a:xfrm>
              <a:off x="330685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13" name="Google Shape;1313;p16"/>
            <p:cNvSpPr/>
            <p:nvPr/>
          </p:nvSpPr>
          <p:spPr>
            <a:xfrm>
              <a:off x="3306850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14" name="Google Shape;1314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15" name="Google Shape;1315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16" name="Google Shape;1316;p16"/>
            <p:cNvSpPr/>
            <p:nvPr/>
          </p:nvSpPr>
          <p:spPr>
            <a:xfrm>
              <a:off x="33076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18" name="Google Shape;1318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19" name="Google Shape;1319;p16"/>
            <p:cNvSpPr/>
            <p:nvPr/>
          </p:nvSpPr>
          <p:spPr>
            <a:xfrm>
              <a:off x="33084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20" name="Google Shape;1320;p16"/>
            <p:cNvSpPr/>
            <p:nvPr/>
          </p:nvSpPr>
          <p:spPr>
            <a:xfrm>
              <a:off x="3308425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21" name="Google Shape;1321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22" name="Google Shape;1322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23" name="Google Shape;1323;p16"/>
            <p:cNvSpPr/>
            <p:nvPr/>
          </p:nvSpPr>
          <p:spPr>
            <a:xfrm>
              <a:off x="330922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24" name="Google Shape;1324;p16"/>
            <p:cNvSpPr/>
            <p:nvPr/>
          </p:nvSpPr>
          <p:spPr>
            <a:xfrm>
              <a:off x="3309225" y="23646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25" name="Google Shape;1325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26" name="Google Shape;1326;p16"/>
            <p:cNvSpPr/>
            <p:nvPr/>
          </p:nvSpPr>
          <p:spPr>
            <a:xfrm>
              <a:off x="33100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27" name="Google Shape;1327;p16"/>
            <p:cNvSpPr/>
            <p:nvPr/>
          </p:nvSpPr>
          <p:spPr>
            <a:xfrm>
              <a:off x="33100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28" name="Google Shape;1328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29" name="Google Shape;1329;p16"/>
            <p:cNvSpPr/>
            <p:nvPr/>
          </p:nvSpPr>
          <p:spPr>
            <a:xfrm>
              <a:off x="33108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30" name="Google Shape;1330;p16"/>
            <p:cNvSpPr/>
            <p:nvPr/>
          </p:nvSpPr>
          <p:spPr>
            <a:xfrm>
              <a:off x="3310800" y="23646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31" name="Google Shape;1331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32" name="Google Shape;1332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33" name="Google Shape;1333;p16"/>
            <p:cNvSpPr/>
            <p:nvPr/>
          </p:nvSpPr>
          <p:spPr>
            <a:xfrm>
              <a:off x="3311600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34" name="Google Shape;1334;p16"/>
            <p:cNvSpPr/>
            <p:nvPr/>
          </p:nvSpPr>
          <p:spPr>
            <a:xfrm>
              <a:off x="3312375" y="23646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35" name="Google Shape;1335;p16"/>
            <p:cNvSpPr/>
            <p:nvPr/>
          </p:nvSpPr>
          <p:spPr>
            <a:xfrm>
              <a:off x="3276750" y="2303675"/>
              <a:ext cx="25" cy="8725"/>
            </a:xfrm>
            <a:custGeom>
              <a:avLst/>
              <a:gdLst/>
              <a:ahLst/>
              <a:cxnLst/>
              <a:rect l="l" t="t" r="r" b="b"/>
              <a:pathLst>
                <a:path w="1" h="349" fill="none" extrusionOk="0">
                  <a:moveTo>
                    <a:pt x="1" y="0"/>
                  </a:moveTo>
                  <a:lnTo>
                    <a:pt x="1" y="348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36" name="Google Shape;1336;p16"/>
            <p:cNvSpPr/>
            <p:nvPr/>
          </p:nvSpPr>
          <p:spPr>
            <a:xfrm>
              <a:off x="32767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37" name="Google Shape;1337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38" name="Google Shape;1338;p16"/>
            <p:cNvSpPr/>
            <p:nvPr/>
          </p:nvSpPr>
          <p:spPr>
            <a:xfrm>
              <a:off x="32775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39" name="Google Shape;1339;p16"/>
            <p:cNvSpPr/>
            <p:nvPr/>
          </p:nvSpPr>
          <p:spPr>
            <a:xfrm>
              <a:off x="327755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40" name="Google Shape;1340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41" name="Google Shape;1341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42" name="Google Shape;1342;p16"/>
            <p:cNvSpPr/>
            <p:nvPr/>
          </p:nvSpPr>
          <p:spPr>
            <a:xfrm>
              <a:off x="32783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43" name="Google Shape;1343;p16"/>
            <p:cNvSpPr/>
            <p:nvPr/>
          </p:nvSpPr>
          <p:spPr>
            <a:xfrm>
              <a:off x="327835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44" name="Google Shape;1344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45" name="Google Shape;1345;p16"/>
            <p:cNvSpPr/>
            <p:nvPr/>
          </p:nvSpPr>
          <p:spPr>
            <a:xfrm>
              <a:off x="32791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46" name="Google Shape;1346;p16"/>
            <p:cNvSpPr/>
            <p:nvPr/>
          </p:nvSpPr>
          <p:spPr>
            <a:xfrm>
              <a:off x="32791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47" name="Google Shape;1347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48" name="Google Shape;1348;p16"/>
            <p:cNvSpPr/>
            <p:nvPr/>
          </p:nvSpPr>
          <p:spPr>
            <a:xfrm>
              <a:off x="32799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49" name="Google Shape;1349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50" name="Google Shape;1350;p16"/>
            <p:cNvSpPr/>
            <p:nvPr/>
          </p:nvSpPr>
          <p:spPr>
            <a:xfrm>
              <a:off x="3279925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51" name="Google Shape;1351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52" name="Google Shape;1352;p16"/>
            <p:cNvSpPr/>
            <p:nvPr/>
          </p:nvSpPr>
          <p:spPr>
            <a:xfrm>
              <a:off x="328072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53" name="Google Shape;1353;p16"/>
            <p:cNvSpPr/>
            <p:nvPr/>
          </p:nvSpPr>
          <p:spPr>
            <a:xfrm>
              <a:off x="328072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54" name="Google Shape;1354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55" name="Google Shape;1355;p16"/>
            <p:cNvSpPr/>
            <p:nvPr/>
          </p:nvSpPr>
          <p:spPr>
            <a:xfrm>
              <a:off x="32815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56" name="Google Shape;1356;p16"/>
            <p:cNvSpPr/>
            <p:nvPr/>
          </p:nvSpPr>
          <p:spPr>
            <a:xfrm>
              <a:off x="3281500" y="2302875"/>
              <a:ext cx="825" cy="9525"/>
            </a:xfrm>
            <a:custGeom>
              <a:avLst/>
              <a:gdLst/>
              <a:ahLst/>
              <a:cxnLst/>
              <a:rect l="l" t="t" r="r" b="b"/>
              <a:pathLst>
                <a:path w="33" h="381" fill="none" extrusionOk="0">
                  <a:moveTo>
                    <a:pt x="1" y="0"/>
                  </a:moveTo>
                  <a:lnTo>
                    <a:pt x="33" y="0"/>
                  </a:lnTo>
                  <a:lnTo>
                    <a:pt x="33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57" name="Google Shape;1357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58" name="Google Shape;1358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59" name="Google Shape;1359;p16"/>
            <p:cNvSpPr/>
            <p:nvPr/>
          </p:nvSpPr>
          <p:spPr>
            <a:xfrm>
              <a:off x="32823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60" name="Google Shape;1360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61" name="Google Shape;1361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62" name="Google Shape;1362;p16"/>
            <p:cNvSpPr/>
            <p:nvPr/>
          </p:nvSpPr>
          <p:spPr>
            <a:xfrm>
              <a:off x="328310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63" name="Google Shape;1363;p16"/>
            <p:cNvSpPr/>
            <p:nvPr/>
          </p:nvSpPr>
          <p:spPr>
            <a:xfrm>
              <a:off x="3283100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64" name="Google Shape;1364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65" name="Google Shape;1365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66" name="Google Shape;1366;p16"/>
            <p:cNvSpPr/>
            <p:nvPr/>
          </p:nvSpPr>
          <p:spPr>
            <a:xfrm>
              <a:off x="32838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67" name="Google Shape;1367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68" name="Google Shape;1368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69" name="Google Shape;1369;p16"/>
            <p:cNvSpPr/>
            <p:nvPr/>
          </p:nvSpPr>
          <p:spPr>
            <a:xfrm>
              <a:off x="32846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70" name="Google Shape;1370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71" name="Google Shape;1371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72" name="Google Shape;1372;p16"/>
            <p:cNvSpPr/>
            <p:nvPr/>
          </p:nvSpPr>
          <p:spPr>
            <a:xfrm>
              <a:off x="3285475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73" name="Google Shape;1373;p16"/>
            <p:cNvSpPr/>
            <p:nvPr/>
          </p:nvSpPr>
          <p:spPr>
            <a:xfrm>
              <a:off x="3285475" y="2302875"/>
              <a:ext cx="800" cy="9525"/>
            </a:xfrm>
            <a:custGeom>
              <a:avLst/>
              <a:gdLst/>
              <a:ahLst/>
              <a:cxnLst/>
              <a:rect l="l" t="t" r="r" b="b"/>
              <a:pathLst>
                <a:path w="32" h="381" fill="none" extrusionOk="0">
                  <a:moveTo>
                    <a:pt x="0" y="0"/>
                  </a:moveTo>
                  <a:lnTo>
                    <a:pt x="32" y="0"/>
                  </a:lnTo>
                  <a:lnTo>
                    <a:pt x="32" y="380"/>
                  </a:lnTo>
                  <a:lnTo>
                    <a:pt x="0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74" name="Google Shape;1374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80"/>
                  </a:lnTo>
                  <a:lnTo>
                    <a:pt x="1" y="38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75" name="Google Shape;1375;p16"/>
            <p:cNvSpPr/>
            <p:nvPr/>
          </p:nvSpPr>
          <p:spPr>
            <a:xfrm>
              <a:off x="3286250" y="2302875"/>
              <a:ext cx="25" cy="9525"/>
            </a:xfrm>
            <a:custGeom>
              <a:avLst/>
              <a:gdLst/>
              <a:ahLst/>
              <a:cxnLst/>
              <a:rect l="l" t="t" r="r" b="b"/>
              <a:pathLst>
                <a:path w="1" h="381" fill="none" extrusionOk="0">
                  <a:moveTo>
                    <a:pt x="1" y="38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76" name="Google Shape;1376;p16"/>
            <p:cNvSpPr/>
            <p:nvPr/>
          </p:nvSpPr>
          <p:spPr>
            <a:xfrm>
              <a:off x="330210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77" name="Google Shape;1377;p16"/>
            <p:cNvSpPr/>
            <p:nvPr/>
          </p:nvSpPr>
          <p:spPr>
            <a:xfrm>
              <a:off x="33028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78" name="Google Shape;1378;p16"/>
            <p:cNvSpPr/>
            <p:nvPr/>
          </p:nvSpPr>
          <p:spPr>
            <a:xfrm>
              <a:off x="33028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79" name="Google Shape;1379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80" name="Google Shape;1380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81" name="Google Shape;1381;p16"/>
            <p:cNvSpPr/>
            <p:nvPr/>
          </p:nvSpPr>
          <p:spPr>
            <a:xfrm>
              <a:off x="33036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82" name="Google Shape;1382;p16"/>
            <p:cNvSpPr/>
            <p:nvPr/>
          </p:nvSpPr>
          <p:spPr>
            <a:xfrm>
              <a:off x="330367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83" name="Google Shape;1383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84" name="Google Shape;1384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85" name="Google Shape;1385;p16"/>
            <p:cNvSpPr/>
            <p:nvPr/>
          </p:nvSpPr>
          <p:spPr>
            <a:xfrm>
              <a:off x="33044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86" name="Google Shape;1386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87" name="Google Shape;1387;p16"/>
            <p:cNvSpPr/>
            <p:nvPr/>
          </p:nvSpPr>
          <p:spPr>
            <a:xfrm>
              <a:off x="33052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88" name="Google Shape;1388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89" name="Google Shape;1389;p16"/>
            <p:cNvSpPr/>
            <p:nvPr/>
          </p:nvSpPr>
          <p:spPr>
            <a:xfrm>
              <a:off x="33052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91" name="Google Shape;1391;p16"/>
            <p:cNvSpPr/>
            <p:nvPr/>
          </p:nvSpPr>
          <p:spPr>
            <a:xfrm>
              <a:off x="33060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92" name="Google Shape;1392;p16"/>
            <p:cNvSpPr/>
            <p:nvPr/>
          </p:nvSpPr>
          <p:spPr>
            <a:xfrm>
              <a:off x="330605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93" name="Google Shape;1393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94" name="Google Shape;1394;p16"/>
            <p:cNvSpPr/>
            <p:nvPr/>
          </p:nvSpPr>
          <p:spPr>
            <a:xfrm>
              <a:off x="330685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95" name="Google Shape;1395;p16"/>
            <p:cNvSpPr/>
            <p:nvPr/>
          </p:nvSpPr>
          <p:spPr>
            <a:xfrm>
              <a:off x="3306850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96" name="Google Shape;1396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97" name="Google Shape;1397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98" name="Google Shape;1398;p16"/>
            <p:cNvSpPr/>
            <p:nvPr/>
          </p:nvSpPr>
          <p:spPr>
            <a:xfrm>
              <a:off x="33076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99" name="Google Shape;1399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00" name="Google Shape;1400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01" name="Google Shape;1401;p16"/>
            <p:cNvSpPr/>
            <p:nvPr/>
          </p:nvSpPr>
          <p:spPr>
            <a:xfrm>
              <a:off x="33084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02" name="Google Shape;1402;p16"/>
            <p:cNvSpPr/>
            <p:nvPr/>
          </p:nvSpPr>
          <p:spPr>
            <a:xfrm>
              <a:off x="3308425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03" name="Google Shape;1403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04" name="Google Shape;1404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05" name="Google Shape;1405;p16"/>
            <p:cNvSpPr/>
            <p:nvPr/>
          </p:nvSpPr>
          <p:spPr>
            <a:xfrm>
              <a:off x="330922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06" name="Google Shape;1406;p16"/>
            <p:cNvSpPr/>
            <p:nvPr/>
          </p:nvSpPr>
          <p:spPr>
            <a:xfrm>
              <a:off x="3309225" y="2240325"/>
              <a:ext cx="800" cy="10325"/>
            </a:xfrm>
            <a:custGeom>
              <a:avLst/>
              <a:gdLst/>
              <a:ahLst/>
              <a:cxnLst/>
              <a:rect l="l" t="t" r="r" b="b"/>
              <a:pathLst>
                <a:path w="32" h="413" fill="none" extrusionOk="0">
                  <a:moveTo>
                    <a:pt x="0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07" name="Google Shape;1407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08" name="Google Shape;1408;p16"/>
            <p:cNvSpPr/>
            <p:nvPr/>
          </p:nvSpPr>
          <p:spPr>
            <a:xfrm>
              <a:off x="33100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09" name="Google Shape;1409;p16"/>
            <p:cNvSpPr/>
            <p:nvPr/>
          </p:nvSpPr>
          <p:spPr>
            <a:xfrm>
              <a:off x="33100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3" y="1"/>
                  </a:lnTo>
                  <a:lnTo>
                    <a:pt x="33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10" name="Google Shape;1410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11" name="Google Shape;1411;p16"/>
            <p:cNvSpPr/>
            <p:nvPr/>
          </p:nvSpPr>
          <p:spPr>
            <a:xfrm>
              <a:off x="33108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12" name="Google Shape;1412;p16"/>
            <p:cNvSpPr/>
            <p:nvPr/>
          </p:nvSpPr>
          <p:spPr>
            <a:xfrm>
              <a:off x="3310800" y="2240325"/>
              <a:ext cx="825" cy="10325"/>
            </a:xfrm>
            <a:custGeom>
              <a:avLst/>
              <a:gdLst/>
              <a:ahLst/>
              <a:cxnLst/>
              <a:rect l="l" t="t" r="r" b="b"/>
              <a:pathLst>
                <a:path w="33" h="413" fill="none" extrusionOk="0">
                  <a:moveTo>
                    <a:pt x="1" y="1"/>
                  </a:moveTo>
                  <a:lnTo>
                    <a:pt x="32" y="1"/>
                  </a:lnTo>
                  <a:lnTo>
                    <a:pt x="32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13" name="Google Shape;1413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14" name="Google Shape;1414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15" name="Google Shape;1415;p16"/>
            <p:cNvSpPr/>
            <p:nvPr/>
          </p:nvSpPr>
          <p:spPr>
            <a:xfrm>
              <a:off x="3311600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412"/>
                  </a:lnTo>
                  <a:lnTo>
                    <a:pt x="0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16" name="Google Shape;1416;p16"/>
            <p:cNvSpPr/>
            <p:nvPr/>
          </p:nvSpPr>
          <p:spPr>
            <a:xfrm>
              <a:off x="3312375" y="2240325"/>
              <a:ext cx="25" cy="10325"/>
            </a:xfrm>
            <a:custGeom>
              <a:avLst/>
              <a:gdLst/>
              <a:ahLst/>
              <a:cxnLst/>
              <a:rect l="l" t="t" r="r" b="b"/>
              <a:pathLst>
                <a:path w="1" h="41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12"/>
                  </a:lnTo>
                  <a:lnTo>
                    <a:pt x="1" y="412"/>
                  </a:ln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17" name="Google Shape;1417;p16"/>
            <p:cNvSpPr/>
            <p:nvPr/>
          </p:nvSpPr>
          <p:spPr>
            <a:xfrm>
              <a:off x="3743875" y="1532525"/>
              <a:ext cx="3261950" cy="581150"/>
            </a:xfrm>
            <a:custGeom>
              <a:avLst/>
              <a:gdLst/>
              <a:ahLst/>
              <a:cxnLst/>
              <a:rect l="l" t="t" r="r" b="b"/>
              <a:pathLst>
                <a:path w="130478" h="23246" extrusionOk="0">
                  <a:moveTo>
                    <a:pt x="37655" y="1"/>
                  </a:moveTo>
                  <a:cubicBezTo>
                    <a:pt x="35755" y="1"/>
                    <a:pt x="34235" y="1521"/>
                    <a:pt x="34235" y="3421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9"/>
                    <a:pt x="27078" y="8330"/>
                  </a:cubicBezTo>
                  <a:cubicBezTo>
                    <a:pt x="25811" y="5384"/>
                    <a:pt x="22866" y="3294"/>
                    <a:pt x="19445" y="3294"/>
                  </a:cubicBezTo>
                  <a:cubicBezTo>
                    <a:pt x="16089" y="3294"/>
                    <a:pt x="13207" y="5289"/>
                    <a:pt x="11877" y="8140"/>
                  </a:cubicBezTo>
                  <a:lnTo>
                    <a:pt x="11877" y="8108"/>
                  </a:lnTo>
                  <a:cubicBezTo>
                    <a:pt x="10663" y="10419"/>
                    <a:pt x="8778" y="11302"/>
                    <a:pt x="7097" y="11302"/>
                  </a:cubicBezTo>
                  <a:cubicBezTo>
                    <a:pt x="6497" y="11302"/>
                    <a:pt x="5924" y="11190"/>
                    <a:pt x="5416" y="10990"/>
                  </a:cubicBezTo>
                  <a:cubicBezTo>
                    <a:pt x="5353" y="10958"/>
                    <a:pt x="5289" y="10926"/>
                    <a:pt x="5226" y="10895"/>
                  </a:cubicBezTo>
                  <a:cubicBezTo>
                    <a:pt x="5163" y="10863"/>
                    <a:pt x="5099" y="10831"/>
                    <a:pt x="5068" y="10831"/>
                  </a:cubicBezTo>
                  <a:cubicBezTo>
                    <a:pt x="5004" y="10768"/>
                    <a:pt x="4909" y="10736"/>
                    <a:pt x="4846" y="10705"/>
                  </a:cubicBezTo>
                  <a:cubicBezTo>
                    <a:pt x="4339" y="10388"/>
                    <a:pt x="4086" y="10008"/>
                    <a:pt x="3833" y="9850"/>
                  </a:cubicBezTo>
                  <a:cubicBezTo>
                    <a:pt x="3421" y="9501"/>
                    <a:pt x="2914" y="9280"/>
                    <a:pt x="2344" y="9280"/>
                  </a:cubicBezTo>
                  <a:cubicBezTo>
                    <a:pt x="1046" y="9280"/>
                    <a:pt x="1" y="10325"/>
                    <a:pt x="1" y="11623"/>
                  </a:cubicBezTo>
                  <a:cubicBezTo>
                    <a:pt x="1" y="12922"/>
                    <a:pt x="1046" y="13967"/>
                    <a:pt x="2344" y="13967"/>
                  </a:cubicBezTo>
                  <a:cubicBezTo>
                    <a:pt x="2914" y="13967"/>
                    <a:pt x="3421" y="13777"/>
                    <a:pt x="3833" y="13428"/>
                  </a:cubicBezTo>
                  <a:cubicBezTo>
                    <a:pt x="4086" y="13238"/>
                    <a:pt x="4339" y="12890"/>
                    <a:pt x="4846" y="12573"/>
                  </a:cubicBezTo>
                  <a:cubicBezTo>
                    <a:pt x="4846" y="12573"/>
                    <a:pt x="4846" y="12541"/>
                    <a:pt x="4846" y="12541"/>
                  </a:cubicBezTo>
                  <a:cubicBezTo>
                    <a:pt x="4909" y="12510"/>
                    <a:pt x="4973" y="12478"/>
                    <a:pt x="5068" y="12446"/>
                  </a:cubicBezTo>
                  <a:cubicBezTo>
                    <a:pt x="5099" y="12415"/>
                    <a:pt x="5163" y="12383"/>
                    <a:pt x="5226" y="12351"/>
                  </a:cubicBezTo>
                  <a:cubicBezTo>
                    <a:pt x="5289" y="12320"/>
                    <a:pt x="5353" y="12288"/>
                    <a:pt x="5416" y="12288"/>
                  </a:cubicBezTo>
                  <a:cubicBezTo>
                    <a:pt x="5928" y="12078"/>
                    <a:pt x="6507" y="11962"/>
                    <a:pt x="7111" y="11962"/>
                  </a:cubicBezTo>
                  <a:cubicBezTo>
                    <a:pt x="8789" y="11962"/>
                    <a:pt x="10666" y="12857"/>
                    <a:pt x="11877" y="15138"/>
                  </a:cubicBezTo>
                  <a:cubicBezTo>
                    <a:pt x="13207" y="17989"/>
                    <a:pt x="16089" y="19952"/>
                    <a:pt x="19445" y="19952"/>
                  </a:cubicBezTo>
                  <a:cubicBezTo>
                    <a:pt x="22866" y="19952"/>
                    <a:pt x="25811" y="17894"/>
                    <a:pt x="27078" y="14917"/>
                  </a:cubicBezTo>
                  <a:lnTo>
                    <a:pt x="27078" y="14948"/>
                  </a:lnTo>
                  <a:cubicBezTo>
                    <a:pt x="27924" y="12959"/>
                    <a:pt x="29522" y="12034"/>
                    <a:pt x="30994" y="12034"/>
                  </a:cubicBezTo>
                  <a:cubicBezTo>
                    <a:pt x="32662" y="12034"/>
                    <a:pt x="34168" y="13222"/>
                    <a:pt x="34235" y="15392"/>
                  </a:cubicBezTo>
                  <a:lnTo>
                    <a:pt x="34235" y="19825"/>
                  </a:lnTo>
                  <a:cubicBezTo>
                    <a:pt x="34235" y="21725"/>
                    <a:pt x="35755" y="23246"/>
                    <a:pt x="37655" y="23246"/>
                  </a:cubicBezTo>
                  <a:lnTo>
                    <a:pt x="127025" y="23246"/>
                  </a:lnTo>
                  <a:cubicBezTo>
                    <a:pt x="128925" y="23246"/>
                    <a:pt x="130477" y="21725"/>
                    <a:pt x="130477" y="19825"/>
                  </a:cubicBezTo>
                  <a:lnTo>
                    <a:pt x="130477" y="3421"/>
                  </a:lnTo>
                  <a:cubicBezTo>
                    <a:pt x="130477" y="1521"/>
                    <a:pt x="128925" y="1"/>
                    <a:pt x="12702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19" name="Google Shape;1419;p16"/>
            <p:cNvSpPr/>
            <p:nvPr/>
          </p:nvSpPr>
          <p:spPr>
            <a:xfrm>
              <a:off x="3771600" y="1793000"/>
              <a:ext cx="60975" cy="61000"/>
            </a:xfrm>
            <a:custGeom>
              <a:avLst/>
              <a:gdLst/>
              <a:ahLst/>
              <a:cxnLst/>
              <a:rect l="l" t="t" r="r" b="b"/>
              <a:pathLst>
                <a:path w="2439" h="2440" extrusionOk="0">
                  <a:moveTo>
                    <a:pt x="2439" y="1204"/>
                  </a:moveTo>
                  <a:cubicBezTo>
                    <a:pt x="2439" y="1869"/>
                    <a:pt x="1900" y="2439"/>
                    <a:pt x="1235" y="2439"/>
                  </a:cubicBezTo>
                  <a:cubicBezTo>
                    <a:pt x="538" y="2439"/>
                    <a:pt x="0" y="1869"/>
                    <a:pt x="0" y="1204"/>
                  </a:cubicBezTo>
                  <a:cubicBezTo>
                    <a:pt x="0" y="539"/>
                    <a:pt x="538" y="1"/>
                    <a:pt x="1235" y="1"/>
                  </a:cubicBezTo>
                  <a:cubicBezTo>
                    <a:pt x="1900" y="1"/>
                    <a:pt x="2439" y="539"/>
                    <a:pt x="2439" y="1204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20" name="Google Shape;1420;p16"/>
            <p:cNvSpPr/>
            <p:nvPr/>
          </p:nvSpPr>
          <p:spPr>
            <a:xfrm>
              <a:off x="4631400" y="1564200"/>
              <a:ext cx="2341950" cy="517800"/>
            </a:xfrm>
            <a:custGeom>
              <a:avLst/>
              <a:gdLst/>
              <a:ahLst/>
              <a:cxnLst/>
              <a:rect l="l" t="t" r="r" b="b"/>
              <a:pathLst>
                <a:path w="93678" h="20712" extrusionOk="0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712"/>
                    <a:pt x="2154" y="20712"/>
                  </a:cubicBezTo>
                  <a:lnTo>
                    <a:pt x="91524" y="20712"/>
                  </a:lnTo>
                  <a:cubicBezTo>
                    <a:pt x="92728" y="20712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82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21" name="Google Shape;1421;p16"/>
            <p:cNvSpPr/>
            <p:nvPr/>
          </p:nvSpPr>
          <p:spPr>
            <a:xfrm>
              <a:off x="4136575" y="1720175"/>
              <a:ext cx="186075" cy="205875"/>
            </a:xfrm>
            <a:custGeom>
              <a:avLst/>
              <a:gdLst/>
              <a:ahLst/>
              <a:cxnLst/>
              <a:rect l="l" t="t" r="r" b="b"/>
              <a:pathLst>
                <a:path w="7443" h="8235" extrusionOk="0">
                  <a:moveTo>
                    <a:pt x="3737" y="317"/>
                  </a:moveTo>
                  <a:lnTo>
                    <a:pt x="7094" y="1140"/>
                  </a:lnTo>
                  <a:cubicBezTo>
                    <a:pt x="7094" y="2565"/>
                    <a:pt x="6778" y="6682"/>
                    <a:pt x="3737" y="7917"/>
                  </a:cubicBezTo>
                  <a:cubicBezTo>
                    <a:pt x="507" y="6619"/>
                    <a:pt x="381" y="2090"/>
                    <a:pt x="381" y="1140"/>
                  </a:cubicBezTo>
                  <a:lnTo>
                    <a:pt x="3737" y="317"/>
                  </a:lnTo>
                  <a:close/>
                  <a:moveTo>
                    <a:pt x="3706" y="0"/>
                  </a:moveTo>
                  <a:lnTo>
                    <a:pt x="191" y="855"/>
                  </a:lnTo>
                  <a:cubicBezTo>
                    <a:pt x="127" y="855"/>
                    <a:pt x="64" y="919"/>
                    <a:pt x="64" y="982"/>
                  </a:cubicBezTo>
                  <a:cubicBezTo>
                    <a:pt x="64" y="1584"/>
                    <a:pt x="0" y="6809"/>
                    <a:pt x="3674" y="8234"/>
                  </a:cubicBezTo>
                  <a:lnTo>
                    <a:pt x="3801" y="8234"/>
                  </a:lnTo>
                  <a:cubicBezTo>
                    <a:pt x="7158" y="6936"/>
                    <a:pt x="7443" y="2375"/>
                    <a:pt x="7443" y="1014"/>
                  </a:cubicBezTo>
                  <a:cubicBezTo>
                    <a:pt x="7443" y="950"/>
                    <a:pt x="7379" y="887"/>
                    <a:pt x="7316" y="855"/>
                  </a:cubicBezTo>
                  <a:lnTo>
                    <a:pt x="3769" y="0"/>
                  </a:ln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22" name="Google Shape;1422;p16"/>
            <p:cNvSpPr/>
            <p:nvPr/>
          </p:nvSpPr>
          <p:spPr>
            <a:xfrm>
              <a:off x="4199125" y="1760425"/>
              <a:ext cx="60975" cy="111775"/>
            </a:xfrm>
            <a:custGeom>
              <a:avLst/>
              <a:gdLst/>
              <a:ahLst/>
              <a:cxnLst/>
              <a:rect l="l" t="t" r="r" b="b"/>
              <a:pathLst>
                <a:path w="2439" h="4471" extrusionOk="0">
                  <a:moveTo>
                    <a:pt x="1235" y="322"/>
                  </a:moveTo>
                  <a:cubicBezTo>
                    <a:pt x="1425" y="322"/>
                    <a:pt x="1615" y="385"/>
                    <a:pt x="1774" y="512"/>
                  </a:cubicBezTo>
                  <a:cubicBezTo>
                    <a:pt x="1996" y="670"/>
                    <a:pt x="2122" y="924"/>
                    <a:pt x="2122" y="1177"/>
                  </a:cubicBezTo>
                  <a:cubicBezTo>
                    <a:pt x="2122" y="1494"/>
                    <a:pt x="1964" y="1747"/>
                    <a:pt x="1710" y="1905"/>
                  </a:cubicBezTo>
                  <a:cubicBezTo>
                    <a:pt x="1647" y="1937"/>
                    <a:pt x="1615" y="2000"/>
                    <a:pt x="1615" y="2064"/>
                  </a:cubicBezTo>
                  <a:lnTo>
                    <a:pt x="1774" y="3584"/>
                  </a:lnTo>
                  <a:cubicBezTo>
                    <a:pt x="1774" y="3742"/>
                    <a:pt x="1710" y="3869"/>
                    <a:pt x="1615" y="3964"/>
                  </a:cubicBezTo>
                  <a:cubicBezTo>
                    <a:pt x="1520" y="4075"/>
                    <a:pt x="1378" y="4130"/>
                    <a:pt x="1235" y="4130"/>
                  </a:cubicBezTo>
                  <a:cubicBezTo>
                    <a:pt x="1093" y="4130"/>
                    <a:pt x="950" y="4075"/>
                    <a:pt x="855" y="3964"/>
                  </a:cubicBezTo>
                  <a:cubicBezTo>
                    <a:pt x="760" y="3869"/>
                    <a:pt x="729" y="3742"/>
                    <a:pt x="729" y="3584"/>
                  </a:cubicBezTo>
                  <a:lnTo>
                    <a:pt x="855" y="2064"/>
                  </a:lnTo>
                  <a:cubicBezTo>
                    <a:pt x="855" y="2000"/>
                    <a:pt x="824" y="1937"/>
                    <a:pt x="792" y="1905"/>
                  </a:cubicBezTo>
                  <a:cubicBezTo>
                    <a:pt x="475" y="1715"/>
                    <a:pt x="317" y="1367"/>
                    <a:pt x="380" y="1019"/>
                  </a:cubicBezTo>
                  <a:cubicBezTo>
                    <a:pt x="475" y="670"/>
                    <a:pt x="729" y="417"/>
                    <a:pt x="1045" y="354"/>
                  </a:cubicBezTo>
                  <a:cubicBezTo>
                    <a:pt x="1109" y="322"/>
                    <a:pt x="1172" y="322"/>
                    <a:pt x="1235" y="322"/>
                  </a:cubicBezTo>
                  <a:close/>
                  <a:moveTo>
                    <a:pt x="1247" y="0"/>
                  </a:moveTo>
                  <a:cubicBezTo>
                    <a:pt x="1149" y="0"/>
                    <a:pt x="1050" y="12"/>
                    <a:pt x="950" y="37"/>
                  </a:cubicBezTo>
                  <a:cubicBezTo>
                    <a:pt x="539" y="132"/>
                    <a:pt x="159" y="480"/>
                    <a:pt x="95" y="924"/>
                  </a:cubicBezTo>
                  <a:cubicBezTo>
                    <a:pt x="0" y="1399"/>
                    <a:pt x="159" y="1842"/>
                    <a:pt x="539" y="2127"/>
                  </a:cubicBezTo>
                  <a:lnTo>
                    <a:pt x="412" y="3552"/>
                  </a:lnTo>
                  <a:cubicBezTo>
                    <a:pt x="380" y="3774"/>
                    <a:pt x="475" y="4027"/>
                    <a:pt x="634" y="4186"/>
                  </a:cubicBezTo>
                  <a:cubicBezTo>
                    <a:pt x="792" y="4376"/>
                    <a:pt x="1014" y="4471"/>
                    <a:pt x="1235" y="4471"/>
                  </a:cubicBezTo>
                  <a:cubicBezTo>
                    <a:pt x="1489" y="4471"/>
                    <a:pt x="1710" y="4376"/>
                    <a:pt x="1869" y="4186"/>
                  </a:cubicBezTo>
                  <a:cubicBezTo>
                    <a:pt x="2027" y="4027"/>
                    <a:pt x="2091" y="3774"/>
                    <a:pt x="2091" y="3552"/>
                  </a:cubicBezTo>
                  <a:lnTo>
                    <a:pt x="1964" y="2127"/>
                  </a:lnTo>
                  <a:cubicBezTo>
                    <a:pt x="2249" y="1905"/>
                    <a:pt x="2439" y="1557"/>
                    <a:pt x="2439" y="1177"/>
                  </a:cubicBezTo>
                  <a:cubicBezTo>
                    <a:pt x="2439" y="829"/>
                    <a:pt x="2281" y="480"/>
                    <a:pt x="1996" y="259"/>
                  </a:cubicBezTo>
                  <a:cubicBezTo>
                    <a:pt x="1785" y="95"/>
                    <a:pt x="1523" y="0"/>
                    <a:pt x="1247" y="0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23" name="Google Shape;1423;p16"/>
            <p:cNvSpPr/>
            <p:nvPr/>
          </p:nvSpPr>
          <p:spPr>
            <a:xfrm>
              <a:off x="595975" y="2986125"/>
              <a:ext cx="3262725" cy="581950"/>
            </a:xfrm>
            <a:custGeom>
              <a:avLst/>
              <a:gdLst/>
              <a:ahLst/>
              <a:cxnLst/>
              <a:rect l="l" t="t" r="r" b="b"/>
              <a:pathLst>
                <a:path w="130509" h="23278" extrusionOk="0">
                  <a:moveTo>
                    <a:pt x="3421" y="1"/>
                  </a:moveTo>
                  <a:cubicBezTo>
                    <a:pt x="1521" y="1"/>
                    <a:pt x="0" y="1552"/>
                    <a:pt x="0" y="3453"/>
                  </a:cubicBezTo>
                  <a:lnTo>
                    <a:pt x="0" y="19825"/>
                  </a:lnTo>
                  <a:cubicBezTo>
                    <a:pt x="0" y="21726"/>
                    <a:pt x="1521" y="23277"/>
                    <a:pt x="3421" y="23277"/>
                  </a:cubicBezTo>
                  <a:lnTo>
                    <a:pt x="92822" y="23277"/>
                  </a:lnTo>
                  <a:cubicBezTo>
                    <a:pt x="94723" y="23277"/>
                    <a:pt x="96274" y="21726"/>
                    <a:pt x="96274" y="19825"/>
                  </a:cubicBezTo>
                  <a:lnTo>
                    <a:pt x="96274" y="15392"/>
                  </a:lnTo>
                  <a:cubicBezTo>
                    <a:pt x="96325" y="13222"/>
                    <a:pt x="97823" y="12035"/>
                    <a:pt x="99487" y="12035"/>
                  </a:cubicBezTo>
                  <a:cubicBezTo>
                    <a:pt x="100956" y="12035"/>
                    <a:pt x="102554" y="12959"/>
                    <a:pt x="103400" y="14948"/>
                  </a:cubicBezTo>
                  <a:cubicBezTo>
                    <a:pt x="104667" y="17894"/>
                    <a:pt x="107612" y="19952"/>
                    <a:pt x="111032" y="19952"/>
                  </a:cubicBezTo>
                  <a:cubicBezTo>
                    <a:pt x="114389" y="19952"/>
                    <a:pt x="117271" y="17989"/>
                    <a:pt x="118601" y="15138"/>
                  </a:cubicBezTo>
                  <a:cubicBezTo>
                    <a:pt x="119811" y="12857"/>
                    <a:pt x="121689" y="11962"/>
                    <a:pt x="123366" y="11962"/>
                  </a:cubicBezTo>
                  <a:cubicBezTo>
                    <a:pt x="123971" y="11962"/>
                    <a:pt x="124550" y="12078"/>
                    <a:pt x="125062" y="12288"/>
                  </a:cubicBezTo>
                  <a:cubicBezTo>
                    <a:pt x="125125" y="12320"/>
                    <a:pt x="125188" y="12352"/>
                    <a:pt x="125252" y="12383"/>
                  </a:cubicBezTo>
                  <a:cubicBezTo>
                    <a:pt x="125315" y="12383"/>
                    <a:pt x="125378" y="12415"/>
                    <a:pt x="125410" y="12447"/>
                  </a:cubicBezTo>
                  <a:cubicBezTo>
                    <a:pt x="125505" y="12478"/>
                    <a:pt x="125568" y="12510"/>
                    <a:pt x="125632" y="12573"/>
                  </a:cubicBezTo>
                  <a:cubicBezTo>
                    <a:pt x="126138" y="12890"/>
                    <a:pt x="126392" y="13238"/>
                    <a:pt x="126645" y="13428"/>
                  </a:cubicBezTo>
                  <a:cubicBezTo>
                    <a:pt x="127057" y="13777"/>
                    <a:pt x="127563" y="13967"/>
                    <a:pt x="128165" y="13967"/>
                  </a:cubicBezTo>
                  <a:cubicBezTo>
                    <a:pt x="129432" y="13967"/>
                    <a:pt x="130509" y="12922"/>
                    <a:pt x="130509" y="11623"/>
                  </a:cubicBezTo>
                  <a:cubicBezTo>
                    <a:pt x="130509" y="10356"/>
                    <a:pt x="129432" y="9280"/>
                    <a:pt x="128165" y="9280"/>
                  </a:cubicBezTo>
                  <a:cubicBezTo>
                    <a:pt x="127563" y="9280"/>
                    <a:pt x="127057" y="9501"/>
                    <a:pt x="126645" y="9850"/>
                  </a:cubicBezTo>
                  <a:cubicBezTo>
                    <a:pt x="126392" y="10040"/>
                    <a:pt x="126138" y="10388"/>
                    <a:pt x="125632" y="10705"/>
                  </a:cubicBezTo>
                  <a:cubicBezTo>
                    <a:pt x="125568" y="10736"/>
                    <a:pt x="125505" y="10800"/>
                    <a:pt x="125410" y="10831"/>
                  </a:cubicBezTo>
                  <a:cubicBezTo>
                    <a:pt x="125378" y="10863"/>
                    <a:pt x="125315" y="10895"/>
                    <a:pt x="125283" y="10895"/>
                  </a:cubicBezTo>
                  <a:cubicBezTo>
                    <a:pt x="125188" y="10926"/>
                    <a:pt x="125157" y="10958"/>
                    <a:pt x="125062" y="10990"/>
                  </a:cubicBezTo>
                  <a:cubicBezTo>
                    <a:pt x="124550" y="11200"/>
                    <a:pt x="123971" y="11316"/>
                    <a:pt x="123366" y="11316"/>
                  </a:cubicBezTo>
                  <a:cubicBezTo>
                    <a:pt x="121689" y="11316"/>
                    <a:pt x="119811" y="10421"/>
                    <a:pt x="118601" y="8140"/>
                  </a:cubicBezTo>
                  <a:cubicBezTo>
                    <a:pt x="117271" y="5289"/>
                    <a:pt x="114389" y="3294"/>
                    <a:pt x="111032" y="3294"/>
                  </a:cubicBezTo>
                  <a:cubicBezTo>
                    <a:pt x="107612" y="3294"/>
                    <a:pt x="104667" y="5384"/>
                    <a:pt x="103400" y="8330"/>
                  </a:cubicBezTo>
                  <a:cubicBezTo>
                    <a:pt x="102569" y="10319"/>
                    <a:pt x="100972" y="11244"/>
                    <a:pt x="99500" y="11244"/>
                  </a:cubicBezTo>
                  <a:cubicBezTo>
                    <a:pt x="97832" y="11244"/>
                    <a:pt x="96325" y="10056"/>
                    <a:pt x="96274" y="7886"/>
                  </a:cubicBezTo>
                  <a:lnTo>
                    <a:pt x="96274" y="3453"/>
                  </a:lnTo>
                  <a:cubicBezTo>
                    <a:pt x="96274" y="1552"/>
                    <a:pt x="94723" y="1"/>
                    <a:pt x="92822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25" name="Google Shape;1425;p16"/>
            <p:cNvSpPr/>
            <p:nvPr/>
          </p:nvSpPr>
          <p:spPr>
            <a:xfrm>
              <a:off x="3769225" y="3246600"/>
              <a:ext cx="60975" cy="61000"/>
            </a:xfrm>
            <a:custGeom>
              <a:avLst/>
              <a:gdLst/>
              <a:ahLst/>
              <a:cxnLst/>
              <a:rect l="l" t="t" r="r" b="b"/>
              <a:pathLst>
                <a:path w="2439" h="2440" extrusionOk="0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39"/>
                    <a:pt x="538" y="1"/>
                    <a:pt x="1203" y="1"/>
                  </a:cubicBezTo>
                  <a:cubicBezTo>
                    <a:pt x="1900" y="1"/>
                    <a:pt x="2439" y="539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26" name="Google Shape;1426;p16"/>
            <p:cNvSpPr/>
            <p:nvPr/>
          </p:nvSpPr>
          <p:spPr>
            <a:xfrm>
              <a:off x="627650" y="3018600"/>
              <a:ext cx="2342725" cy="517000"/>
            </a:xfrm>
            <a:custGeom>
              <a:avLst/>
              <a:gdLst/>
              <a:ahLst/>
              <a:cxnLst/>
              <a:rect l="l" t="t" r="r" b="b"/>
              <a:pathLst>
                <a:path w="93709" h="20680" extrusionOk="0">
                  <a:moveTo>
                    <a:pt x="2154" y="0"/>
                  </a:moveTo>
                  <a:cubicBezTo>
                    <a:pt x="982" y="0"/>
                    <a:pt x="0" y="950"/>
                    <a:pt x="0" y="2154"/>
                  </a:cubicBezTo>
                  <a:lnTo>
                    <a:pt x="0" y="18526"/>
                  </a:lnTo>
                  <a:cubicBezTo>
                    <a:pt x="0" y="19730"/>
                    <a:pt x="982" y="20680"/>
                    <a:pt x="2154" y="20680"/>
                  </a:cubicBezTo>
                  <a:lnTo>
                    <a:pt x="91555" y="20680"/>
                  </a:lnTo>
                  <a:cubicBezTo>
                    <a:pt x="92759" y="20680"/>
                    <a:pt x="93709" y="19730"/>
                    <a:pt x="93709" y="18526"/>
                  </a:cubicBezTo>
                  <a:lnTo>
                    <a:pt x="93709" y="2154"/>
                  </a:lnTo>
                  <a:cubicBezTo>
                    <a:pt x="93709" y="950"/>
                    <a:pt x="92727" y="0"/>
                    <a:pt x="915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28" name="Google Shape;1428;p16"/>
            <p:cNvSpPr/>
            <p:nvPr/>
          </p:nvSpPr>
          <p:spPr>
            <a:xfrm>
              <a:off x="3346425" y="3280650"/>
              <a:ext cx="51500" cy="78400"/>
            </a:xfrm>
            <a:custGeom>
              <a:avLst/>
              <a:gdLst/>
              <a:ahLst/>
              <a:cxnLst/>
              <a:rect l="l" t="t" r="r" b="b"/>
              <a:pathLst>
                <a:path w="2060" h="3136" extrusionOk="0">
                  <a:moveTo>
                    <a:pt x="1014" y="317"/>
                  </a:moveTo>
                  <a:cubicBezTo>
                    <a:pt x="1426" y="317"/>
                    <a:pt x="1743" y="634"/>
                    <a:pt x="1743" y="1046"/>
                  </a:cubicBezTo>
                  <a:cubicBezTo>
                    <a:pt x="1743" y="1331"/>
                    <a:pt x="1553" y="1584"/>
                    <a:pt x="1299" y="1679"/>
                  </a:cubicBezTo>
                  <a:lnTo>
                    <a:pt x="1204" y="1742"/>
                  </a:lnTo>
                  <a:lnTo>
                    <a:pt x="1204" y="2756"/>
                  </a:lnTo>
                  <a:cubicBezTo>
                    <a:pt x="1204" y="2787"/>
                    <a:pt x="1173" y="2819"/>
                    <a:pt x="1109" y="2819"/>
                  </a:cubicBezTo>
                  <a:lnTo>
                    <a:pt x="919" y="2819"/>
                  </a:lnTo>
                  <a:cubicBezTo>
                    <a:pt x="856" y="2819"/>
                    <a:pt x="824" y="2787"/>
                    <a:pt x="824" y="2756"/>
                  </a:cubicBezTo>
                  <a:lnTo>
                    <a:pt x="824" y="1742"/>
                  </a:lnTo>
                  <a:lnTo>
                    <a:pt x="729" y="1679"/>
                  </a:lnTo>
                  <a:cubicBezTo>
                    <a:pt x="476" y="1584"/>
                    <a:pt x="317" y="1331"/>
                    <a:pt x="317" y="1046"/>
                  </a:cubicBezTo>
                  <a:cubicBezTo>
                    <a:pt x="317" y="634"/>
                    <a:pt x="634" y="317"/>
                    <a:pt x="1014" y="317"/>
                  </a:cubicBezTo>
                  <a:close/>
                  <a:moveTo>
                    <a:pt x="1014" y="1"/>
                  </a:moveTo>
                  <a:cubicBezTo>
                    <a:pt x="444" y="1"/>
                    <a:pt x="1" y="476"/>
                    <a:pt x="1" y="1046"/>
                  </a:cubicBezTo>
                  <a:cubicBezTo>
                    <a:pt x="1" y="1426"/>
                    <a:pt x="191" y="1742"/>
                    <a:pt x="507" y="1932"/>
                  </a:cubicBezTo>
                  <a:lnTo>
                    <a:pt x="507" y="2724"/>
                  </a:lnTo>
                  <a:cubicBezTo>
                    <a:pt x="507" y="2946"/>
                    <a:pt x="697" y="3136"/>
                    <a:pt x="919" y="3136"/>
                  </a:cubicBezTo>
                  <a:lnTo>
                    <a:pt x="1109" y="3136"/>
                  </a:lnTo>
                  <a:cubicBezTo>
                    <a:pt x="1363" y="3136"/>
                    <a:pt x="1521" y="2946"/>
                    <a:pt x="1521" y="2724"/>
                  </a:cubicBezTo>
                  <a:lnTo>
                    <a:pt x="1521" y="1932"/>
                  </a:lnTo>
                  <a:cubicBezTo>
                    <a:pt x="1838" y="1742"/>
                    <a:pt x="2059" y="1426"/>
                    <a:pt x="2059" y="1046"/>
                  </a:cubicBezTo>
                  <a:cubicBezTo>
                    <a:pt x="2059" y="476"/>
                    <a:pt x="1584" y="1"/>
                    <a:pt x="1014" y="1"/>
                  </a:cubicBezTo>
                  <a:close/>
                </a:path>
              </a:pathLst>
            </a:custGeom>
            <a:solidFill>
              <a:srgbClr val="F2A365"/>
            </a:solidFill>
            <a:ln w="2375" cap="flat" cmpd="sng">
              <a:solidFill>
                <a:srgbClr val="F2A365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29" name="Google Shape;1429;p16"/>
            <p:cNvSpPr/>
            <p:nvPr/>
          </p:nvSpPr>
          <p:spPr>
            <a:xfrm>
              <a:off x="3743875" y="3470675"/>
              <a:ext cx="3261950" cy="581925"/>
            </a:xfrm>
            <a:custGeom>
              <a:avLst/>
              <a:gdLst/>
              <a:ahLst/>
              <a:cxnLst/>
              <a:rect l="l" t="t" r="r" b="b"/>
              <a:pathLst>
                <a:path w="130478" h="23277" extrusionOk="0">
                  <a:moveTo>
                    <a:pt x="37655" y="0"/>
                  </a:moveTo>
                  <a:cubicBezTo>
                    <a:pt x="35755" y="0"/>
                    <a:pt x="34235" y="1552"/>
                    <a:pt x="34235" y="3452"/>
                  </a:cubicBezTo>
                  <a:lnTo>
                    <a:pt x="34235" y="7886"/>
                  </a:lnTo>
                  <a:cubicBezTo>
                    <a:pt x="34184" y="10056"/>
                    <a:pt x="32677" y="11243"/>
                    <a:pt x="31005" y="11243"/>
                  </a:cubicBezTo>
                  <a:cubicBezTo>
                    <a:pt x="29529" y="11243"/>
                    <a:pt x="27924" y="10318"/>
                    <a:pt x="27078" y="8329"/>
                  </a:cubicBezTo>
                  <a:cubicBezTo>
                    <a:pt x="25811" y="5384"/>
                    <a:pt x="22866" y="3325"/>
                    <a:pt x="19445" y="3325"/>
                  </a:cubicBezTo>
                  <a:cubicBezTo>
                    <a:pt x="16089" y="3325"/>
                    <a:pt x="13207" y="5289"/>
                    <a:pt x="11877" y="8139"/>
                  </a:cubicBezTo>
                  <a:cubicBezTo>
                    <a:pt x="10666" y="10420"/>
                    <a:pt x="8789" y="11315"/>
                    <a:pt x="7111" y="11315"/>
                  </a:cubicBezTo>
                  <a:cubicBezTo>
                    <a:pt x="6507" y="11315"/>
                    <a:pt x="5928" y="11199"/>
                    <a:pt x="5416" y="10989"/>
                  </a:cubicBezTo>
                  <a:cubicBezTo>
                    <a:pt x="5353" y="10957"/>
                    <a:pt x="5289" y="10926"/>
                    <a:pt x="5226" y="10926"/>
                  </a:cubicBezTo>
                  <a:cubicBezTo>
                    <a:pt x="5163" y="10894"/>
                    <a:pt x="5099" y="10862"/>
                    <a:pt x="5068" y="10831"/>
                  </a:cubicBezTo>
                  <a:cubicBezTo>
                    <a:pt x="5004" y="10799"/>
                    <a:pt x="4909" y="10767"/>
                    <a:pt x="4846" y="10736"/>
                  </a:cubicBezTo>
                  <a:cubicBezTo>
                    <a:pt x="4846" y="10704"/>
                    <a:pt x="4846" y="10704"/>
                    <a:pt x="4846" y="10704"/>
                  </a:cubicBezTo>
                  <a:cubicBezTo>
                    <a:pt x="4339" y="10387"/>
                    <a:pt x="4086" y="10039"/>
                    <a:pt x="3833" y="9849"/>
                  </a:cubicBezTo>
                  <a:cubicBezTo>
                    <a:pt x="3421" y="9501"/>
                    <a:pt x="2914" y="9311"/>
                    <a:pt x="2344" y="9311"/>
                  </a:cubicBezTo>
                  <a:cubicBezTo>
                    <a:pt x="1046" y="9311"/>
                    <a:pt x="1" y="10356"/>
                    <a:pt x="1" y="11654"/>
                  </a:cubicBezTo>
                  <a:cubicBezTo>
                    <a:pt x="1" y="12953"/>
                    <a:pt x="1046" y="13998"/>
                    <a:pt x="2344" y="13998"/>
                  </a:cubicBezTo>
                  <a:cubicBezTo>
                    <a:pt x="2914" y="13998"/>
                    <a:pt x="3421" y="13776"/>
                    <a:pt x="3833" y="13428"/>
                  </a:cubicBezTo>
                  <a:cubicBezTo>
                    <a:pt x="4086" y="13238"/>
                    <a:pt x="4339" y="12889"/>
                    <a:pt x="4846" y="12573"/>
                  </a:cubicBezTo>
                  <a:cubicBezTo>
                    <a:pt x="4909" y="12541"/>
                    <a:pt x="4973" y="12478"/>
                    <a:pt x="5068" y="12446"/>
                  </a:cubicBezTo>
                  <a:cubicBezTo>
                    <a:pt x="5099" y="12414"/>
                    <a:pt x="5163" y="12414"/>
                    <a:pt x="5226" y="12383"/>
                  </a:cubicBezTo>
                  <a:cubicBezTo>
                    <a:pt x="5289" y="12351"/>
                    <a:pt x="5353" y="12319"/>
                    <a:pt x="5416" y="12288"/>
                  </a:cubicBezTo>
                  <a:cubicBezTo>
                    <a:pt x="5925" y="12087"/>
                    <a:pt x="6500" y="11975"/>
                    <a:pt x="7101" y="11975"/>
                  </a:cubicBezTo>
                  <a:cubicBezTo>
                    <a:pt x="8781" y="11975"/>
                    <a:pt x="10664" y="12852"/>
                    <a:pt x="11877" y="15138"/>
                  </a:cubicBezTo>
                  <a:cubicBezTo>
                    <a:pt x="13207" y="17988"/>
                    <a:pt x="16089" y="19983"/>
                    <a:pt x="19445" y="19983"/>
                  </a:cubicBezTo>
                  <a:cubicBezTo>
                    <a:pt x="22866" y="19983"/>
                    <a:pt x="25811" y="17893"/>
                    <a:pt x="27078" y="14948"/>
                  </a:cubicBezTo>
                  <a:cubicBezTo>
                    <a:pt x="27924" y="12958"/>
                    <a:pt x="29522" y="12034"/>
                    <a:pt x="30994" y="12034"/>
                  </a:cubicBezTo>
                  <a:cubicBezTo>
                    <a:pt x="32662" y="12034"/>
                    <a:pt x="34168" y="13221"/>
                    <a:pt x="34235" y="15391"/>
                  </a:cubicBezTo>
                  <a:lnTo>
                    <a:pt x="34235" y="19856"/>
                  </a:lnTo>
                  <a:cubicBezTo>
                    <a:pt x="34235" y="21725"/>
                    <a:pt x="35755" y="23277"/>
                    <a:pt x="37655" y="23277"/>
                  </a:cubicBezTo>
                  <a:lnTo>
                    <a:pt x="127025" y="23277"/>
                  </a:lnTo>
                  <a:cubicBezTo>
                    <a:pt x="128925" y="23277"/>
                    <a:pt x="130477" y="21725"/>
                    <a:pt x="130477" y="19856"/>
                  </a:cubicBezTo>
                  <a:lnTo>
                    <a:pt x="130477" y="3452"/>
                  </a:lnTo>
                  <a:cubicBezTo>
                    <a:pt x="130477" y="1552"/>
                    <a:pt x="128925" y="0"/>
                    <a:pt x="127025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31" name="Google Shape;1431;p16"/>
            <p:cNvSpPr/>
            <p:nvPr/>
          </p:nvSpPr>
          <p:spPr>
            <a:xfrm>
              <a:off x="3771600" y="3731150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35"/>
                  </a:moveTo>
                  <a:cubicBezTo>
                    <a:pt x="2439" y="1900"/>
                    <a:pt x="1900" y="2439"/>
                    <a:pt x="1235" y="2439"/>
                  </a:cubicBezTo>
                  <a:cubicBezTo>
                    <a:pt x="538" y="2439"/>
                    <a:pt x="0" y="1900"/>
                    <a:pt x="0" y="1235"/>
                  </a:cubicBezTo>
                  <a:cubicBezTo>
                    <a:pt x="0" y="538"/>
                    <a:pt x="538" y="0"/>
                    <a:pt x="1235" y="0"/>
                  </a:cubicBezTo>
                  <a:cubicBezTo>
                    <a:pt x="1900" y="0"/>
                    <a:pt x="2439" y="538"/>
                    <a:pt x="2439" y="1235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32" name="Google Shape;1432;p16"/>
            <p:cNvSpPr/>
            <p:nvPr/>
          </p:nvSpPr>
          <p:spPr>
            <a:xfrm>
              <a:off x="4631400" y="3503125"/>
              <a:ext cx="2341950" cy="517025"/>
            </a:xfrm>
            <a:custGeom>
              <a:avLst/>
              <a:gdLst/>
              <a:ahLst/>
              <a:cxnLst/>
              <a:rect l="l" t="t" r="r" b="b"/>
              <a:pathLst>
                <a:path w="93678" h="20681" extrusionOk="0">
                  <a:moveTo>
                    <a:pt x="2154" y="0"/>
                  </a:moveTo>
                  <a:cubicBezTo>
                    <a:pt x="982" y="0"/>
                    <a:pt x="1" y="982"/>
                    <a:pt x="1" y="2154"/>
                  </a:cubicBezTo>
                  <a:lnTo>
                    <a:pt x="1" y="18558"/>
                  </a:lnTo>
                  <a:cubicBezTo>
                    <a:pt x="1" y="19730"/>
                    <a:pt x="982" y="20680"/>
                    <a:pt x="2154" y="20680"/>
                  </a:cubicBezTo>
                  <a:lnTo>
                    <a:pt x="91524" y="20680"/>
                  </a:lnTo>
                  <a:cubicBezTo>
                    <a:pt x="92728" y="20680"/>
                    <a:pt x="93678" y="19730"/>
                    <a:pt x="93678" y="18558"/>
                  </a:cubicBezTo>
                  <a:lnTo>
                    <a:pt x="93678" y="2154"/>
                  </a:lnTo>
                  <a:cubicBezTo>
                    <a:pt x="93678" y="951"/>
                    <a:pt x="92728" y="0"/>
                    <a:pt x="91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33" name="Google Shape;1433;p16"/>
            <p:cNvSpPr/>
            <p:nvPr/>
          </p:nvSpPr>
          <p:spPr>
            <a:xfrm>
              <a:off x="4269575" y="3689975"/>
              <a:ext cx="30125" cy="106100"/>
            </a:xfrm>
            <a:custGeom>
              <a:avLst/>
              <a:gdLst/>
              <a:ahLst/>
              <a:cxnLst/>
              <a:rect l="l" t="t" r="r" b="b"/>
              <a:pathLst>
                <a:path w="1205" h="4244" extrusionOk="0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34" name="Google Shape;1434;p16"/>
            <p:cNvSpPr/>
            <p:nvPr/>
          </p:nvSpPr>
          <p:spPr>
            <a:xfrm>
              <a:off x="4287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extrusionOk="0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35" name="Google Shape;1435;p16"/>
            <p:cNvSpPr/>
            <p:nvPr/>
          </p:nvSpPr>
          <p:spPr>
            <a:xfrm>
              <a:off x="4160325" y="3689975"/>
              <a:ext cx="29325" cy="106100"/>
            </a:xfrm>
            <a:custGeom>
              <a:avLst/>
              <a:gdLst/>
              <a:ahLst/>
              <a:cxnLst/>
              <a:rect l="l" t="t" r="r" b="b"/>
              <a:pathLst>
                <a:path w="1173" h="4244" extrusionOk="0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36" name="Google Shape;1436;p16"/>
            <p:cNvSpPr/>
            <p:nvPr/>
          </p:nvSpPr>
          <p:spPr>
            <a:xfrm>
              <a:off x="4135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extrusionOk="0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37" name="Google Shape;1437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extrusionOk="0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solidFill>
              <a:srgbClr val="7823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4269575" y="3690700"/>
              <a:ext cx="30125" cy="105375"/>
            </a:xfrm>
            <a:custGeom>
              <a:avLst/>
              <a:gdLst/>
              <a:ahLst/>
              <a:cxnLst/>
              <a:rect l="l" t="t" r="r" b="b"/>
              <a:pathLst>
                <a:path w="1205" h="4215" extrusionOk="0">
                  <a:moveTo>
                    <a:pt x="203" y="0"/>
                  </a:moveTo>
                  <a:cubicBezTo>
                    <a:pt x="155" y="0"/>
                    <a:pt x="103" y="27"/>
                    <a:pt x="64" y="66"/>
                  </a:cubicBezTo>
                  <a:cubicBezTo>
                    <a:pt x="1" y="130"/>
                    <a:pt x="33" y="225"/>
                    <a:pt x="96" y="288"/>
                  </a:cubicBezTo>
                  <a:cubicBezTo>
                    <a:pt x="603" y="731"/>
                    <a:pt x="888" y="1396"/>
                    <a:pt x="888" y="2093"/>
                  </a:cubicBezTo>
                  <a:cubicBezTo>
                    <a:pt x="888" y="2790"/>
                    <a:pt x="603" y="3455"/>
                    <a:pt x="96" y="3930"/>
                  </a:cubicBezTo>
                  <a:cubicBezTo>
                    <a:pt x="33" y="3993"/>
                    <a:pt x="1" y="4088"/>
                    <a:pt x="64" y="4152"/>
                  </a:cubicBezTo>
                  <a:cubicBezTo>
                    <a:pt x="96" y="4183"/>
                    <a:pt x="159" y="4215"/>
                    <a:pt x="191" y="4215"/>
                  </a:cubicBezTo>
                  <a:cubicBezTo>
                    <a:pt x="223" y="4215"/>
                    <a:pt x="286" y="4183"/>
                    <a:pt x="286" y="4152"/>
                  </a:cubicBezTo>
                  <a:cubicBezTo>
                    <a:pt x="888" y="3645"/>
                    <a:pt x="1204" y="2885"/>
                    <a:pt x="1204" y="2093"/>
                  </a:cubicBezTo>
                  <a:cubicBezTo>
                    <a:pt x="1204" y="1333"/>
                    <a:pt x="888" y="573"/>
                    <a:pt x="286" y="35"/>
                  </a:cubicBezTo>
                  <a:cubicBezTo>
                    <a:pt x="262" y="10"/>
                    <a:pt x="233" y="0"/>
                    <a:pt x="20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39" name="Google Shape;1439;p16"/>
            <p:cNvSpPr/>
            <p:nvPr/>
          </p:nvSpPr>
          <p:spPr>
            <a:xfrm>
              <a:off x="4287000" y="3672150"/>
              <a:ext cx="38025" cy="142150"/>
            </a:xfrm>
            <a:custGeom>
              <a:avLst/>
              <a:gdLst/>
              <a:ahLst/>
              <a:cxnLst/>
              <a:rect l="l" t="t" r="r" b="b"/>
              <a:pathLst>
                <a:path w="1521" h="5686" extrusionOk="0">
                  <a:moveTo>
                    <a:pt x="175" y="1"/>
                  </a:moveTo>
                  <a:cubicBezTo>
                    <a:pt x="135" y="1"/>
                    <a:pt x="96" y="17"/>
                    <a:pt x="64" y="48"/>
                  </a:cubicBezTo>
                  <a:cubicBezTo>
                    <a:pt x="1" y="112"/>
                    <a:pt x="1" y="238"/>
                    <a:pt x="64" y="270"/>
                  </a:cubicBezTo>
                  <a:cubicBezTo>
                    <a:pt x="792" y="935"/>
                    <a:pt x="1204" y="1885"/>
                    <a:pt x="1204" y="2835"/>
                  </a:cubicBezTo>
                  <a:cubicBezTo>
                    <a:pt x="1204" y="3817"/>
                    <a:pt x="792" y="4767"/>
                    <a:pt x="64" y="5400"/>
                  </a:cubicBezTo>
                  <a:cubicBezTo>
                    <a:pt x="1" y="5464"/>
                    <a:pt x="1" y="5590"/>
                    <a:pt x="64" y="5654"/>
                  </a:cubicBezTo>
                  <a:cubicBezTo>
                    <a:pt x="96" y="5685"/>
                    <a:pt x="127" y="5685"/>
                    <a:pt x="159" y="5685"/>
                  </a:cubicBezTo>
                  <a:cubicBezTo>
                    <a:pt x="222" y="5685"/>
                    <a:pt x="254" y="5685"/>
                    <a:pt x="286" y="5654"/>
                  </a:cubicBezTo>
                  <a:cubicBezTo>
                    <a:pt x="1077" y="4925"/>
                    <a:pt x="1521" y="3912"/>
                    <a:pt x="1521" y="2835"/>
                  </a:cubicBezTo>
                  <a:cubicBezTo>
                    <a:pt x="1521" y="1790"/>
                    <a:pt x="1077" y="745"/>
                    <a:pt x="286" y="48"/>
                  </a:cubicBezTo>
                  <a:cubicBezTo>
                    <a:pt x="254" y="17"/>
                    <a:pt x="214" y="1"/>
                    <a:pt x="175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40" name="Google Shape;1440;p16"/>
            <p:cNvSpPr/>
            <p:nvPr/>
          </p:nvSpPr>
          <p:spPr>
            <a:xfrm>
              <a:off x="4160325" y="3690700"/>
              <a:ext cx="29325" cy="105375"/>
            </a:xfrm>
            <a:custGeom>
              <a:avLst/>
              <a:gdLst/>
              <a:ahLst/>
              <a:cxnLst/>
              <a:rect l="l" t="t" r="r" b="b"/>
              <a:pathLst>
                <a:path w="1173" h="4215" extrusionOk="0">
                  <a:moveTo>
                    <a:pt x="981" y="0"/>
                  </a:moveTo>
                  <a:cubicBezTo>
                    <a:pt x="945" y="0"/>
                    <a:pt x="911" y="10"/>
                    <a:pt x="887" y="35"/>
                  </a:cubicBezTo>
                  <a:cubicBezTo>
                    <a:pt x="317" y="573"/>
                    <a:pt x="1" y="1333"/>
                    <a:pt x="1" y="2093"/>
                  </a:cubicBezTo>
                  <a:cubicBezTo>
                    <a:pt x="1" y="2885"/>
                    <a:pt x="317" y="3645"/>
                    <a:pt x="887" y="4183"/>
                  </a:cubicBezTo>
                  <a:cubicBezTo>
                    <a:pt x="919" y="4183"/>
                    <a:pt x="982" y="4215"/>
                    <a:pt x="1014" y="4215"/>
                  </a:cubicBezTo>
                  <a:cubicBezTo>
                    <a:pt x="1046" y="4215"/>
                    <a:pt x="1109" y="4183"/>
                    <a:pt x="1141" y="4152"/>
                  </a:cubicBezTo>
                  <a:cubicBezTo>
                    <a:pt x="1172" y="4088"/>
                    <a:pt x="1172" y="3993"/>
                    <a:pt x="1109" y="3930"/>
                  </a:cubicBezTo>
                  <a:cubicBezTo>
                    <a:pt x="602" y="3455"/>
                    <a:pt x="317" y="2790"/>
                    <a:pt x="317" y="2125"/>
                  </a:cubicBezTo>
                  <a:cubicBezTo>
                    <a:pt x="317" y="1428"/>
                    <a:pt x="602" y="763"/>
                    <a:pt x="1109" y="288"/>
                  </a:cubicBezTo>
                  <a:cubicBezTo>
                    <a:pt x="1172" y="225"/>
                    <a:pt x="1172" y="130"/>
                    <a:pt x="1141" y="66"/>
                  </a:cubicBezTo>
                  <a:cubicBezTo>
                    <a:pt x="1102" y="27"/>
                    <a:pt x="1038" y="0"/>
                    <a:pt x="981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41" name="Google Shape;1441;p16"/>
            <p:cNvSpPr/>
            <p:nvPr/>
          </p:nvSpPr>
          <p:spPr>
            <a:xfrm>
              <a:off x="4135000" y="3672150"/>
              <a:ext cx="38025" cy="142150"/>
            </a:xfrm>
            <a:custGeom>
              <a:avLst/>
              <a:gdLst/>
              <a:ahLst/>
              <a:cxnLst/>
              <a:rect l="l" t="t" r="r" b="b"/>
              <a:pathLst>
                <a:path w="1521" h="5686" extrusionOk="0">
                  <a:moveTo>
                    <a:pt x="1346" y="1"/>
                  </a:moveTo>
                  <a:cubicBezTo>
                    <a:pt x="1307" y="1"/>
                    <a:pt x="1267" y="17"/>
                    <a:pt x="1235" y="48"/>
                  </a:cubicBezTo>
                  <a:cubicBezTo>
                    <a:pt x="444" y="777"/>
                    <a:pt x="0" y="1790"/>
                    <a:pt x="0" y="2835"/>
                  </a:cubicBezTo>
                  <a:cubicBezTo>
                    <a:pt x="0" y="3912"/>
                    <a:pt x="444" y="4925"/>
                    <a:pt x="1235" y="5654"/>
                  </a:cubicBezTo>
                  <a:cubicBezTo>
                    <a:pt x="1267" y="5685"/>
                    <a:pt x="1299" y="5685"/>
                    <a:pt x="1362" y="5685"/>
                  </a:cubicBezTo>
                  <a:cubicBezTo>
                    <a:pt x="1394" y="5685"/>
                    <a:pt x="1425" y="5685"/>
                    <a:pt x="1457" y="5654"/>
                  </a:cubicBezTo>
                  <a:cubicBezTo>
                    <a:pt x="1520" y="5590"/>
                    <a:pt x="1520" y="5464"/>
                    <a:pt x="1457" y="5432"/>
                  </a:cubicBezTo>
                  <a:cubicBezTo>
                    <a:pt x="729" y="4767"/>
                    <a:pt x="317" y="3817"/>
                    <a:pt x="317" y="2835"/>
                  </a:cubicBezTo>
                  <a:cubicBezTo>
                    <a:pt x="317" y="1885"/>
                    <a:pt x="729" y="935"/>
                    <a:pt x="1457" y="270"/>
                  </a:cubicBezTo>
                  <a:cubicBezTo>
                    <a:pt x="1520" y="238"/>
                    <a:pt x="1520" y="112"/>
                    <a:pt x="1457" y="48"/>
                  </a:cubicBezTo>
                  <a:cubicBezTo>
                    <a:pt x="1425" y="17"/>
                    <a:pt x="1386" y="1"/>
                    <a:pt x="134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42" name="Google Shape;1442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extrusionOk="0">
                  <a:moveTo>
                    <a:pt x="1584" y="317"/>
                  </a:move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lose/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43" name="Google Shape;1443;p16"/>
            <p:cNvSpPr/>
            <p:nvPr/>
          </p:nvSpPr>
          <p:spPr>
            <a:xfrm>
              <a:off x="4269575" y="3689975"/>
              <a:ext cx="30125" cy="106100"/>
            </a:xfrm>
            <a:custGeom>
              <a:avLst/>
              <a:gdLst/>
              <a:ahLst/>
              <a:cxnLst/>
              <a:rect l="l" t="t" r="r" b="b"/>
              <a:pathLst>
                <a:path w="1205" h="4244" fill="none" extrusionOk="0">
                  <a:moveTo>
                    <a:pt x="286" y="64"/>
                  </a:moveTo>
                  <a:cubicBezTo>
                    <a:pt x="223" y="0"/>
                    <a:pt x="128" y="32"/>
                    <a:pt x="64" y="95"/>
                  </a:cubicBezTo>
                  <a:cubicBezTo>
                    <a:pt x="1" y="159"/>
                    <a:pt x="33" y="254"/>
                    <a:pt x="96" y="317"/>
                  </a:cubicBezTo>
                  <a:cubicBezTo>
                    <a:pt x="603" y="760"/>
                    <a:pt x="888" y="1425"/>
                    <a:pt x="888" y="2122"/>
                  </a:cubicBezTo>
                  <a:cubicBezTo>
                    <a:pt x="888" y="2819"/>
                    <a:pt x="603" y="3484"/>
                    <a:pt x="96" y="3959"/>
                  </a:cubicBezTo>
                  <a:cubicBezTo>
                    <a:pt x="33" y="4022"/>
                    <a:pt x="1" y="4117"/>
                    <a:pt x="64" y="4181"/>
                  </a:cubicBezTo>
                  <a:cubicBezTo>
                    <a:pt x="96" y="4212"/>
                    <a:pt x="159" y="4244"/>
                    <a:pt x="191" y="4244"/>
                  </a:cubicBezTo>
                  <a:cubicBezTo>
                    <a:pt x="223" y="4244"/>
                    <a:pt x="286" y="4212"/>
                    <a:pt x="286" y="4181"/>
                  </a:cubicBezTo>
                  <a:cubicBezTo>
                    <a:pt x="888" y="3674"/>
                    <a:pt x="1204" y="2914"/>
                    <a:pt x="1204" y="2122"/>
                  </a:cubicBezTo>
                  <a:cubicBezTo>
                    <a:pt x="1204" y="1362"/>
                    <a:pt x="888" y="602"/>
                    <a:pt x="286" y="64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44" name="Google Shape;1444;p16"/>
            <p:cNvSpPr/>
            <p:nvPr/>
          </p:nvSpPr>
          <p:spPr>
            <a:xfrm>
              <a:off x="4287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fill="none" extrusionOk="0">
                  <a:moveTo>
                    <a:pt x="286" y="64"/>
                  </a:moveTo>
                  <a:cubicBezTo>
                    <a:pt x="222" y="1"/>
                    <a:pt x="127" y="1"/>
                    <a:pt x="64" y="64"/>
                  </a:cubicBezTo>
                  <a:cubicBezTo>
                    <a:pt x="1" y="128"/>
                    <a:pt x="1" y="254"/>
                    <a:pt x="64" y="286"/>
                  </a:cubicBezTo>
                  <a:cubicBezTo>
                    <a:pt x="792" y="951"/>
                    <a:pt x="1204" y="1901"/>
                    <a:pt x="1204" y="2851"/>
                  </a:cubicBezTo>
                  <a:cubicBezTo>
                    <a:pt x="1204" y="3833"/>
                    <a:pt x="792" y="4783"/>
                    <a:pt x="64" y="5416"/>
                  </a:cubicBezTo>
                  <a:cubicBezTo>
                    <a:pt x="1" y="5480"/>
                    <a:pt x="1" y="5606"/>
                    <a:pt x="64" y="5670"/>
                  </a:cubicBezTo>
                  <a:cubicBezTo>
                    <a:pt x="96" y="5701"/>
                    <a:pt x="127" y="5701"/>
                    <a:pt x="159" y="5701"/>
                  </a:cubicBezTo>
                  <a:cubicBezTo>
                    <a:pt x="222" y="5701"/>
                    <a:pt x="254" y="5701"/>
                    <a:pt x="286" y="5670"/>
                  </a:cubicBezTo>
                  <a:cubicBezTo>
                    <a:pt x="1077" y="4941"/>
                    <a:pt x="1521" y="3928"/>
                    <a:pt x="1521" y="2851"/>
                  </a:cubicBezTo>
                  <a:cubicBezTo>
                    <a:pt x="1521" y="1806"/>
                    <a:pt x="1077" y="761"/>
                    <a:pt x="286" y="64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45" name="Google Shape;1445;p16"/>
            <p:cNvSpPr/>
            <p:nvPr/>
          </p:nvSpPr>
          <p:spPr>
            <a:xfrm>
              <a:off x="4160325" y="3689975"/>
              <a:ext cx="29325" cy="106100"/>
            </a:xfrm>
            <a:custGeom>
              <a:avLst/>
              <a:gdLst/>
              <a:ahLst/>
              <a:cxnLst/>
              <a:rect l="l" t="t" r="r" b="b"/>
              <a:pathLst>
                <a:path w="1173" h="4244" fill="none" extrusionOk="0">
                  <a:moveTo>
                    <a:pt x="1141" y="95"/>
                  </a:moveTo>
                  <a:cubicBezTo>
                    <a:pt x="1077" y="32"/>
                    <a:pt x="951" y="0"/>
                    <a:pt x="887" y="64"/>
                  </a:cubicBezTo>
                  <a:cubicBezTo>
                    <a:pt x="317" y="602"/>
                    <a:pt x="1" y="1362"/>
                    <a:pt x="1" y="2122"/>
                  </a:cubicBezTo>
                  <a:cubicBezTo>
                    <a:pt x="1" y="2914"/>
                    <a:pt x="317" y="3674"/>
                    <a:pt x="887" y="4212"/>
                  </a:cubicBezTo>
                  <a:cubicBezTo>
                    <a:pt x="919" y="4212"/>
                    <a:pt x="982" y="4244"/>
                    <a:pt x="1014" y="4244"/>
                  </a:cubicBezTo>
                  <a:cubicBezTo>
                    <a:pt x="1046" y="4244"/>
                    <a:pt x="1109" y="4212"/>
                    <a:pt x="1141" y="4181"/>
                  </a:cubicBezTo>
                  <a:cubicBezTo>
                    <a:pt x="1172" y="4117"/>
                    <a:pt x="1172" y="4022"/>
                    <a:pt x="1109" y="3959"/>
                  </a:cubicBezTo>
                  <a:cubicBezTo>
                    <a:pt x="602" y="3484"/>
                    <a:pt x="317" y="2819"/>
                    <a:pt x="317" y="2154"/>
                  </a:cubicBezTo>
                  <a:cubicBezTo>
                    <a:pt x="317" y="1457"/>
                    <a:pt x="602" y="792"/>
                    <a:pt x="1109" y="317"/>
                  </a:cubicBezTo>
                  <a:cubicBezTo>
                    <a:pt x="1172" y="254"/>
                    <a:pt x="1172" y="159"/>
                    <a:pt x="1141" y="95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Bahnschrift" panose="020B0502040204020203" pitchFamily="34" charset="0"/>
              </a:endParaRPr>
            </a:p>
          </p:txBody>
        </p:sp>
        <p:sp>
          <p:nvSpPr>
            <p:cNvPr id="1446" name="Google Shape;1446;p16"/>
            <p:cNvSpPr/>
            <p:nvPr/>
          </p:nvSpPr>
          <p:spPr>
            <a:xfrm>
              <a:off x="4135000" y="3671750"/>
              <a:ext cx="38025" cy="142550"/>
            </a:xfrm>
            <a:custGeom>
              <a:avLst/>
              <a:gdLst/>
              <a:ahLst/>
              <a:cxnLst/>
              <a:rect l="l" t="t" r="r" b="b"/>
              <a:pathLst>
                <a:path w="1521" h="5702" fill="none" extrusionOk="0">
                  <a:moveTo>
                    <a:pt x="317" y="2851"/>
                  </a:moveTo>
                  <a:cubicBezTo>
                    <a:pt x="317" y="1901"/>
                    <a:pt x="729" y="951"/>
                    <a:pt x="1457" y="286"/>
                  </a:cubicBezTo>
                  <a:cubicBezTo>
                    <a:pt x="1520" y="254"/>
                    <a:pt x="1520" y="128"/>
                    <a:pt x="1457" y="64"/>
                  </a:cubicBezTo>
                  <a:cubicBezTo>
                    <a:pt x="1394" y="1"/>
                    <a:pt x="1299" y="1"/>
                    <a:pt x="1235" y="64"/>
                  </a:cubicBezTo>
                  <a:cubicBezTo>
                    <a:pt x="444" y="793"/>
                    <a:pt x="0" y="1806"/>
                    <a:pt x="0" y="2851"/>
                  </a:cubicBezTo>
                  <a:cubicBezTo>
                    <a:pt x="0" y="3928"/>
                    <a:pt x="444" y="4941"/>
                    <a:pt x="1235" y="5670"/>
                  </a:cubicBezTo>
                  <a:cubicBezTo>
                    <a:pt x="1267" y="5701"/>
                    <a:pt x="1299" y="5701"/>
                    <a:pt x="1362" y="5701"/>
                  </a:cubicBezTo>
                  <a:cubicBezTo>
                    <a:pt x="1394" y="5701"/>
                    <a:pt x="1425" y="5701"/>
                    <a:pt x="1457" y="5670"/>
                  </a:cubicBezTo>
                  <a:cubicBezTo>
                    <a:pt x="1520" y="5606"/>
                    <a:pt x="1520" y="5480"/>
                    <a:pt x="1457" y="5448"/>
                  </a:cubicBezTo>
                  <a:cubicBezTo>
                    <a:pt x="729" y="4783"/>
                    <a:pt x="317" y="3833"/>
                    <a:pt x="317" y="2851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47" name="Google Shape;1447;p16"/>
            <p:cNvSpPr/>
            <p:nvPr/>
          </p:nvSpPr>
          <p:spPr>
            <a:xfrm>
              <a:off x="4190400" y="3704225"/>
              <a:ext cx="79200" cy="163125"/>
            </a:xfrm>
            <a:custGeom>
              <a:avLst/>
              <a:gdLst/>
              <a:ahLst/>
              <a:cxnLst/>
              <a:rect l="l" t="t" r="r" b="b"/>
              <a:pathLst>
                <a:path w="3168" h="6525" fill="none" extrusionOk="0">
                  <a:moveTo>
                    <a:pt x="1584" y="0"/>
                  </a:moveTo>
                  <a:cubicBezTo>
                    <a:pt x="698" y="0"/>
                    <a:pt x="1" y="697"/>
                    <a:pt x="1" y="1552"/>
                  </a:cubicBezTo>
                  <a:cubicBezTo>
                    <a:pt x="1" y="2217"/>
                    <a:pt x="413" y="2819"/>
                    <a:pt x="1046" y="3041"/>
                  </a:cubicBezTo>
                  <a:lnTo>
                    <a:pt x="1046" y="5986"/>
                  </a:lnTo>
                  <a:cubicBezTo>
                    <a:pt x="1046" y="6302"/>
                    <a:pt x="1299" y="6524"/>
                    <a:pt x="1584" y="6524"/>
                  </a:cubicBezTo>
                  <a:cubicBezTo>
                    <a:pt x="1869" y="6524"/>
                    <a:pt x="2123" y="6302"/>
                    <a:pt x="2123" y="5986"/>
                  </a:cubicBezTo>
                  <a:lnTo>
                    <a:pt x="2123" y="3041"/>
                  </a:lnTo>
                  <a:cubicBezTo>
                    <a:pt x="2725" y="2819"/>
                    <a:pt x="3168" y="2249"/>
                    <a:pt x="3168" y="1552"/>
                  </a:cubicBezTo>
                  <a:cubicBezTo>
                    <a:pt x="3168" y="697"/>
                    <a:pt x="2440" y="0"/>
                    <a:pt x="1584" y="0"/>
                  </a:cubicBezTo>
                  <a:close/>
                  <a:moveTo>
                    <a:pt x="1901" y="2787"/>
                  </a:moveTo>
                  <a:cubicBezTo>
                    <a:pt x="1838" y="2787"/>
                    <a:pt x="1806" y="2851"/>
                    <a:pt x="1806" y="2946"/>
                  </a:cubicBezTo>
                  <a:lnTo>
                    <a:pt x="1806" y="5986"/>
                  </a:lnTo>
                  <a:cubicBezTo>
                    <a:pt x="1806" y="6112"/>
                    <a:pt x="1711" y="6207"/>
                    <a:pt x="1584" y="6207"/>
                  </a:cubicBezTo>
                  <a:cubicBezTo>
                    <a:pt x="1458" y="6207"/>
                    <a:pt x="1363" y="6112"/>
                    <a:pt x="1363" y="5986"/>
                  </a:cubicBezTo>
                  <a:lnTo>
                    <a:pt x="1363" y="2946"/>
                  </a:lnTo>
                  <a:cubicBezTo>
                    <a:pt x="1363" y="2851"/>
                    <a:pt x="1299" y="2787"/>
                    <a:pt x="1236" y="2787"/>
                  </a:cubicBezTo>
                  <a:cubicBezTo>
                    <a:pt x="698" y="2629"/>
                    <a:pt x="318" y="2122"/>
                    <a:pt x="318" y="1552"/>
                  </a:cubicBezTo>
                  <a:cubicBezTo>
                    <a:pt x="318" y="887"/>
                    <a:pt x="888" y="317"/>
                    <a:pt x="1584" y="317"/>
                  </a:cubicBezTo>
                  <a:cubicBezTo>
                    <a:pt x="2281" y="317"/>
                    <a:pt x="2851" y="855"/>
                    <a:pt x="2851" y="1552"/>
                  </a:cubicBezTo>
                  <a:cubicBezTo>
                    <a:pt x="2851" y="2122"/>
                    <a:pt x="2471" y="2629"/>
                    <a:pt x="1901" y="2787"/>
                  </a:cubicBezTo>
                  <a:close/>
                </a:path>
              </a:pathLst>
            </a:custGeom>
            <a:noFill/>
            <a:ln w="2375" cap="flat" cmpd="sng">
              <a:solidFill>
                <a:srgbClr val="30475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48" name="Google Shape;1448;p16"/>
            <p:cNvSpPr/>
            <p:nvPr/>
          </p:nvSpPr>
          <p:spPr>
            <a:xfrm>
              <a:off x="595975" y="3956000"/>
              <a:ext cx="3262725" cy="581150"/>
            </a:xfrm>
            <a:custGeom>
              <a:avLst/>
              <a:gdLst/>
              <a:ahLst/>
              <a:cxnLst/>
              <a:rect l="l" t="t" r="r" b="b"/>
              <a:pathLst>
                <a:path w="130509" h="23246" extrusionOk="0">
                  <a:moveTo>
                    <a:pt x="3421" y="0"/>
                  </a:moveTo>
                  <a:cubicBezTo>
                    <a:pt x="1521" y="0"/>
                    <a:pt x="0" y="1520"/>
                    <a:pt x="0" y="3420"/>
                  </a:cubicBezTo>
                  <a:lnTo>
                    <a:pt x="0" y="19825"/>
                  </a:lnTo>
                  <a:cubicBezTo>
                    <a:pt x="0" y="21725"/>
                    <a:pt x="1521" y="23245"/>
                    <a:pt x="3421" y="23245"/>
                  </a:cubicBezTo>
                  <a:lnTo>
                    <a:pt x="92822" y="23245"/>
                  </a:lnTo>
                  <a:cubicBezTo>
                    <a:pt x="94723" y="23245"/>
                    <a:pt x="96274" y="21725"/>
                    <a:pt x="96274" y="19825"/>
                  </a:cubicBezTo>
                  <a:lnTo>
                    <a:pt x="96274" y="15360"/>
                  </a:lnTo>
                  <a:cubicBezTo>
                    <a:pt x="96325" y="13189"/>
                    <a:pt x="97823" y="12002"/>
                    <a:pt x="99487" y="12002"/>
                  </a:cubicBezTo>
                  <a:cubicBezTo>
                    <a:pt x="100956" y="12002"/>
                    <a:pt x="102554" y="12927"/>
                    <a:pt x="103400" y="14916"/>
                  </a:cubicBezTo>
                  <a:cubicBezTo>
                    <a:pt x="104667" y="17893"/>
                    <a:pt x="107612" y="19951"/>
                    <a:pt x="111032" y="19951"/>
                  </a:cubicBezTo>
                  <a:cubicBezTo>
                    <a:pt x="114389" y="19951"/>
                    <a:pt x="117271" y="17956"/>
                    <a:pt x="118601" y="15106"/>
                  </a:cubicBezTo>
                  <a:lnTo>
                    <a:pt x="118601" y="15138"/>
                  </a:lnTo>
                  <a:cubicBezTo>
                    <a:pt x="119815" y="12827"/>
                    <a:pt x="121700" y="11944"/>
                    <a:pt x="123381" y="11944"/>
                  </a:cubicBezTo>
                  <a:cubicBezTo>
                    <a:pt x="123980" y="11944"/>
                    <a:pt x="124554" y="12056"/>
                    <a:pt x="125062" y="12256"/>
                  </a:cubicBezTo>
                  <a:cubicBezTo>
                    <a:pt x="125125" y="12288"/>
                    <a:pt x="125188" y="12319"/>
                    <a:pt x="125252" y="12351"/>
                  </a:cubicBezTo>
                  <a:cubicBezTo>
                    <a:pt x="125315" y="12383"/>
                    <a:pt x="125378" y="12414"/>
                    <a:pt x="125410" y="12414"/>
                  </a:cubicBezTo>
                  <a:cubicBezTo>
                    <a:pt x="125505" y="12478"/>
                    <a:pt x="125568" y="12509"/>
                    <a:pt x="125632" y="12541"/>
                  </a:cubicBezTo>
                  <a:cubicBezTo>
                    <a:pt x="126138" y="12858"/>
                    <a:pt x="126392" y="13238"/>
                    <a:pt x="126645" y="13396"/>
                  </a:cubicBezTo>
                  <a:cubicBezTo>
                    <a:pt x="127057" y="13744"/>
                    <a:pt x="127563" y="13966"/>
                    <a:pt x="128165" y="13966"/>
                  </a:cubicBezTo>
                  <a:cubicBezTo>
                    <a:pt x="129432" y="13966"/>
                    <a:pt x="130509" y="12921"/>
                    <a:pt x="130509" y="11623"/>
                  </a:cubicBezTo>
                  <a:cubicBezTo>
                    <a:pt x="130509" y="10324"/>
                    <a:pt x="129432" y="9279"/>
                    <a:pt x="128165" y="9279"/>
                  </a:cubicBezTo>
                  <a:cubicBezTo>
                    <a:pt x="127563" y="9279"/>
                    <a:pt x="127057" y="9469"/>
                    <a:pt x="126645" y="9817"/>
                  </a:cubicBezTo>
                  <a:cubicBezTo>
                    <a:pt x="126392" y="10007"/>
                    <a:pt x="126138" y="10356"/>
                    <a:pt x="125632" y="10704"/>
                  </a:cubicBezTo>
                  <a:cubicBezTo>
                    <a:pt x="125568" y="10736"/>
                    <a:pt x="125505" y="10768"/>
                    <a:pt x="125410" y="10799"/>
                  </a:cubicBezTo>
                  <a:cubicBezTo>
                    <a:pt x="125378" y="10831"/>
                    <a:pt x="125315" y="10863"/>
                    <a:pt x="125283" y="10894"/>
                  </a:cubicBezTo>
                  <a:cubicBezTo>
                    <a:pt x="125188" y="10926"/>
                    <a:pt x="125157" y="10958"/>
                    <a:pt x="125062" y="10958"/>
                  </a:cubicBezTo>
                  <a:cubicBezTo>
                    <a:pt x="124550" y="11167"/>
                    <a:pt x="123971" y="11284"/>
                    <a:pt x="123366" y="11284"/>
                  </a:cubicBezTo>
                  <a:cubicBezTo>
                    <a:pt x="121689" y="11284"/>
                    <a:pt x="119811" y="10388"/>
                    <a:pt x="118601" y="8107"/>
                  </a:cubicBezTo>
                  <a:cubicBezTo>
                    <a:pt x="117271" y="5257"/>
                    <a:pt x="114389" y="3294"/>
                    <a:pt x="111032" y="3294"/>
                  </a:cubicBezTo>
                  <a:cubicBezTo>
                    <a:pt x="107612" y="3294"/>
                    <a:pt x="104667" y="5352"/>
                    <a:pt x="103400" y="8329"/>
                  </a:cubicBezTo>
                  <a:lnTo>
                    <a:pt x="103400" y="8297"/>
                  </a:lnTo>
                  <a:cubicBezTo>
                    <a:pt x="102569" y="10287"/>
                    <a:pt x="100972" y="11211"/>
                    <a:pt x="99500" y="11211"/>
                  </a:cubicBezTo>
                  <a:cubicBezTo>
                    <a:pt x="97832" y="11211"/>
                    <a:pt x="96325" y="10024"/>
                    <a:pt x="96274" y="7854"/>
                  </a:cubicBezTo>
                  <a:lnTo>
                    <a:pt x="96274" y="3420"/>
                  </a:lnTo>
                  <a:cubicBezTo>
                    <a:pt x="96274" y="1520"/>
                    <a:pt x="94723" y="0"/>
                    <a:pt x="928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50" name="Google Shape;1450;p16"/>
            <p:cNvSpPr/>
            <p:nvPr/>
          </p:nvSpPr>
          <p:spPr>
            <a:xfrm>
              <a:off x="3769225" y="4215675"/>
              <a:ext cx="60975" cy="60975"/>
            </a:xfrm>
            <a:custGeom>
              <a:avLst/>
              <a:gdLst/>
              <a:ahLst/>
              <a:cxnLst/>
              <a:rect l="l" t="t" r="r" b="b"/>
              <a:pathLst>
                <a:path w="2439" h="2439" extrusionOk="0">
                  <a:moveTo>
                    <a:pt x="2439" y="1236"/>
                  </a:moveTo>
                  <a:cubicBezTo>
                    <a:pt x="2439" y="1901"/>
                    <a:pt x="1900" y="2439"/>
                    <a:pt x="1203" y="2439"/>
                  </a:cubicBezTo>
                  <a:cubicBezTo>
                    <a:pt x="538" y="2439"/>
                    <a:pt x="0" y="1901"/>
                    <a:pt x="0" y="1236"/>
                  </a:cubicBezTo>
                  <a:cubicBezTo>
                    <a:pt x="0" y="571"/>
                    <a:pt x="538" y="0"/>
                    <a:pt x="1203" y="0"/>
                  </a:cubicBezTo>
                  <a:cubicBezTo>
                    <a:pt x="1900" y="0"/>
                    <a:pt x="2439" y="571"/>
                    <a:pt x="2439" y="1236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51" name="Google Shape;1451;p16"/>
            <p:cNvSpPr/>
            <p:nvPr/>
          </p:nvSpPr>
          <p:spPr>
            <a:xfrm>
              <a:off x="627650" y="3987650"/>
              <a:ext cx="2342725" cy="517825"/>
            </a:xfrm>
            <a:custGeom>
              <a:avLst/>
              <a:gdLst/>
              <a:ahLst/>
              <a:cxnLst/>
              <a:rect l="l" t="t" r="r" b="b"/>
              <a:pathLst>
                <a:path w="93709" h="20713" extrusionOk="0">
                  <a:moveTo>
                    <a:pt x="2154" y="1"/>
                  </a:moveTo>
                  <a:cubicBezTo>
                    <a:pt x="982" y="1"/>
                    <a:pt x="0" y="983"/>
                    <a:pt x="0" y="2154"/>
                  </a:cubicBezTo>
                  <a:lnTo>
                    <a:pt x="0" y="18559"/>
                  </a:lnTo>
                  <a:cubicBezTo>
                    <a:pt x="0" y="19731"/>
                    <a:pt x="982" y="20712"/>
                    <a:pt x="2154" y="20712"/>
                  </a:cubicBezTo>
                  <a:lnTo>
                    <a:pt x="91555" y="20712"/>
                  </a:lnTo>
                  <a:cubicBezTo>
                    <a:pt x="92759" y="20712"/>
                    <a:pt x="93709" y="19731"/>
                    <a:pt x="93709" y="18559"/>
                  </a:cubicBezTo>
                  <a:lnTo>
                    <a:pt x="93709" y="2154"/>
                  </a:lnTo>
                  <a:cubicBezTo>
                    <a:pt x="93709" y="983"/>
                    <a:pt x="92727" y="1"/>
                    <a:pt x="91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52" name="Google Shape;1452;p16"/>
            <p:cNvSpPr/>
            <p:nvPr/>
          </p:nvSpPr>
          <p:spPr>
            <a:xfrm>
              <a:off x="3332975" y="4198250"/>
              <a:ext cx="77600" cy="77625"/>
            </a:xfrm>
            <a:custGeom>
              <a:avLst/>
              <a:gdLst/>
              <a:ahLst/>
              <a:cxnLst/>
              <a:rect l="l" t="t" r="r" b="b"/>
              <a:pathLst>
                <a:path w="3104" h="3105" extrusionOk="0">
                  <a:moveTo>
                    <a:pt x="1552" y="317"/>
                  </a:moveTo>
                  <a:cubicBezTo>
                    <a:pt x="2249" y="317"/>
                    <a:pt x="2787" y="856"/>
                    <a:pt x="2787" y="1553"/>
                  </a:cubicBezTo>
                  <a:cubicBezTo>
                    <a:pt x="2787" y="2249"/>
                    <a:pt x="2249" y="2788"/>
                    <a:pt x="1552" y="2788"/>
                  </a:cubicBezTo>
                  <a:cubicBezTo>
                    <a:pt x="887" y="2788"/>
                    <a:pt x="317" y="2249"/>
                    <a:pt x="317" y="1553"/>
                  </a:cubicBezTo>
                  <a:cubicBezTo>
                    <a:pt x="317" y="856"/>
                    <a:pt x="855" y="317"/>
                    <a:pt x="1552" y="317"/>
                  </a:cubicBezTo>
                  <a:close/>
                  <a:moveTo>
                    <a:pt x="1552" y="1"/>
                  </a:moveTo>
                  <a:cubicBezTo>
                    <a:pt x="697" y="1"/>
                    <a:pt x="0" y="697"/>
                    <a:pt x="0" y="1553"/>
                  </a:cubicBezTo>
                  <a:cubicBezTo>
                    <a:pt x="0" y="2408"/>
                    <a:pt x="697" y="3104"/>
                    <a:pt x="1552" y="3104"/>
                  </a:cubicBezTo>
                  <a:cubicBezTo>
                    <a:pt x="2407" y="3104"/>
                    <a:pt x="3104" y="2408"/>
                    <a:pt x="3104" y="1553"/>
                  </a:cubicBezTo>
                  <a:cubicBezTo>
                    <a:pt x="3104" y="697"/>
                    <a:pt x="2407" y="1"/>
                    <a:pt x="1552" y="1"/>
                  </a:cubicBezTo>
                  <a:close/>
                </a:path>
              </a:pathLst>
            </a:custGeom>
            <a:solidFill>
              <a:srgbClr val="CECECE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53" name="Google Shape;1453;p16"/>
            <p:cNvSpPr/>
            <p:nvPr/>
          </p:nvSpPr>
          <p:spPr>
            <a:xfrm>
              <a:off x="3259350" y="4134125"/>
              <a:ext cx="225650" cy="224875"/>
            </a:xfrm>
            <a:custGeom>
              <a:avLst/>
              <a:gdLst/>
              <a:ahLst/>
              <a:cxnLst/>
              <a:rect l="l" t="t" r="r" b="b"/>
              <a:pathLst>
                <a:path w="9026" h="8995" extrusionOk="0">
                  <a:moveTo>
                    <a:pt x="4497" y="317"/>
                  </a:moveTo>
                  <a:cubicBezTo>
                    <a:pt x="6809" y="317"/>
                    <a:pt x="8677" y="2186"/>
                    <a:pt x="8677" y="4498"/>
                  </a:cubicBezTo>
                  <a:cubicBezTo>
                    <a:pt x="8677" y="5923"/>
                    <a:pt x="7949" y="7221"/>
                    <a:pt x="6841" y="7949"/>
                  </a:cubicBezTo>
                  <a:cubicBezTo>
                    <a:pt x="6746" y="7411"/>
                    <a:pt x="6492" y="6936"/>
                    <a:pt x="6081" y="6588"/>
                  </a:cubicBezTo>
                  <a:cubicBezTo>
                    <a:pt x="5639" y="6176"/>
                    <a:pt x="5061" y="5983"/>
                    <a:pt x="4474" y="5983"/>
                  </a:cubicBezTo>
                  <a:cubicBezTo>
                    <a:pt x="4429" y="5983"/>
                    <a:pt x="4384" y="5984"/>
                    <a:pt x="4339" y="5986"/>
                  </a:cubicBezTo>
                  <a:cubicBezTo>
                    <a:pt x="3262" y="6049"/>
                    <a:pt x="2375" y="6873"/>
                    <a:pt x="2154" y="7981"/>
                  </a:cubicBezTo>
                  <a:cubicBezTo>
                    <a:pt x="1045" y="7221"/>
                    <a:pt x="317" y="5954"/>
                    <a:pt x="317" y="4498"/>
                  </a:cubicBezTo>
                  <a:cubicBezTo>
                    <a:pt x="317" y="2186"/>
                    <a:pt x="2185" y="317"/>
                    <a:pt x="4497" y="317"/>
                  </a:cubicBezTo>
                  <a:close/>
                  <a:moveTo>
                    <a:pt x="4487" y="6299"/>
                  </a:moveTo>
                  <a:cubicBezTo>
                    <a:pt x="4986" y="6299"/>
                    <a:pt x="5477" y="6486"/>
                    <a:pt x="5859" y="6809"/>
                  </a:cubicBezTo>
                  <a:cubicBezTo>
                    <a:pt x="6271" y="7158"/>
                    <a:pt x="6492" y="7633"/>
                    <a:pt x="6556" y="8139"/>
                  </a:cubicBezTo>
                  <a:cubicBezTo>
                    <a:pt x="5922" y="8488"/>
                    <a:pt x="5210" y="8662"/>
                    <a:pt x="4501" y="8662"/>
                  </a:cubicBezTo>
                  <a:cubicBezTo>
                    <a:pt x="3793" y="8662"/>
                    <a:pt x="3088" y="8488"/>
                    <a:pt x="2470" y="8139"/>
                  </a:cubicBezTo>
                  <a:cubicBezTo>
                    <a:pt x="2597" y="7158"/>
                    <a:pt x="3389" y="6366"/>
                    <a:pt x="4371" y="6303"/>
                  </a:cubicBezTo>
                  <a:cubicBezTo>
                    <a:pt x="4409" y="6300"/>
                    <a:pt x="4448" y="6299"/>
                    <a:pt x="4487" y="6299"/>
                  </a:cubicBezTo>
                  <a:close/>
                  <a:moveTo>
                    <a:pt x="4497" y="1"/>
                  </a:moveTo>
                  <a:cubicBezTo>
                    <a:pt x="2027" y="1"/>
                    <a:pt x="0" y="1996"/>
                    <a:pt x="0" y="4498"/>
                  </a:cubicBezTo>
                  <a:cubicBezTo>
                    <a:pt x="0" y="6113"/>
                    <a:pt x="855" y="7506"/>
                    <a:pt x="2122" y="8330"/>
                  </a:cubicBezTo>
                  <a:lnTo>
                    <a:pt x="2217" y="8361"/>
                  </a:lnTo>
                  <a:cubicBezTo>
                    <a:pt x="2217" y="8361"/>
                    <a:pt x="2217" y="8393"/>
                    <a:pt x="2249" y="8393"/>
                  </a:cubicBezTo>
                  <a:cubicBezTo>
                    <a:pt x="2312" y="8425"/>
                    <a:pt x="2375" y="8456"/>
                    <a:pt x="2470" y="8520"/>
                  </a:cubicBezTo>
                  <a:cubicBezTo>
                    <a:pt x="2502" y="8520"/>
                    <a:pt x="2534" y="8520"/>
                    <a:pt x="2534" y="8551"/>
                  </a:cubicBezTo>
                  <a:cubicBezTo>
                    <a:pt x="2660" y="8615"/>
                    <a:pt x="2819" y="8678"/>
                    <a:pt x="2945" y="8710"/>
                  </a:cubicBezTo>
                  <a:lnTo>
                    <a:pt x="3072" y="8773"/>
                  </a:lnTo>
                  <a:cubicBezTo>
                    <a:pt x="3135" y="8773"/>
                    <a:pt x="3199" y="8805"/>
                    <a:pt x="3262" y="8836"/>
                  </a:cubicBezTo>
                  <a:cubicBezTo>
                    <a:pt x="3325" y="8836"/>
                    <a:pt x="3420" y="8868"/>
                    <a:pt x="3484" y="8868"/>
                  </a:cubicBezTo>
                  <a:cubicBezTo>
                    <a:pt x="3547" y="8900"/>
                    <a:pt x="3610" y="8900"/>
                    <a:pt x="3674" y="8931"/>
                  </a:cubicBezTo>
                  <a:cubicBezTo>
                    <a:pt x="3769" y="8931"/>
                    <a:pt x="3895" y="8963"/>
                    <a:pt x="3990" y="8963"/>
                  </a:cubicBezTo>
                  <a:cubicBezTo>
                    <a:pt x="4022" y="8963"/>
                    <a:pt x="4054" y="8963"/>
                    <a:pt x="4117" y="8995"/>
                  </a:cubicBezTo>
                  <a:lnTo>
                    <a:pt x="4909" y="8995"/>
                  </a:lnTo>
                  <a:cubicBezTo>
                    <a:pt x="4941" y="8963"/>
                    <a:pt x="5004" y="8963"/>
                    <a:pt x="5036" y="8963"/>
                  </a:cubicBezTo>
                  <a:cubicBezTo>
                    <a:pt x="5131" y="8963"/>
                    <a:pt x="5226" y="8931"/>
                    <a:pt x="5321" y="8931"/>
                  </a:cubicBezTo>
                  <a:cubicBezTo>
                    <a:pt x="5416" y="8900"/>
                    <a:pt x="5479" y="8900"/>
                    <a:pt x="5542" y="8868"/>
                  </a:cubicBezTo>
                  <a:cubicBezTo>
                    <a:pt x="5606" y="8868"/>
                    <a:pt x="5669" y="8836"/>
                    <a:pt x="5732" y="8836"/>
                  </a:cubicBezTo>
                  <a:cubicBezTo>
                    <a:pt x="5796" y="8805"/>
                    <a:pt x="5891" y="8773"/>
                    <a:pt x="5954" y="8773"/>
                  </a:cubicBezTo>
                  <a:cubicBezTo>
                    <a:pt x="5986" y="8741"/>
                    <a:pt x="6017" y="8741"/>
                    <a:pt x="6081" y="8710"/>
                  </a:cubicBezTo>
                  <a:cubicBezTo>
                    <a:pt x="6207" y="8678"/>
                    <a:pt x="6334" y="8615"/>
                    <a:pt x="6461" y="8551"/>
                  </a:cubicBezTo>
                  <a:cubicBezTo>
                    <a:pt x="6492" y="8520"/>
                    <a:pt x="6524" y="8520"/>
                    <a:pt x="6556" y="8520"/>
                  </a:cubicBezTo>
                  <a:cubicBezTo>
                    <a:pt x="6619" y="8456"/>
                    <a:pt x="6682" y="8425"/>
                    <a:pt x="6777" y="8393"/>
                  </a:cubicBezTo>
                  <a:cubicBezTo>
                    <a:pt x="6777" y="8393"/>
                    <a:pt x="6777" y="8361"/>
                    <a:pt x="6809" y="8361"/>
                  </a:cubicBezTo>
                  <a:lnTo>
                    <a:pt x="6872" y="8330"/>
                  </a:lnTo>
                  <a:lnTo>
                    <a:pt x="6872" y="8298"/>
                  </a:lnTo>
                  <a:cubicBezTo>
                    <a:pt x="8171" y="7506"/>
                    <a:pt x="9026" y="6113"/>
                    <a:pt x="9026" y="4498"/>
                  </a:cubicBezTo>
                  <a:cubicBezTo>
                    <a:pt x="9026" y="1996"/>
                    <a:pt x="6999" y="1"/>
                    <a:pt x="4497" y="1"/>
                  </a:cubicBezTo>
                  <a:close/>
                </a:path>
              </a:pathLst>
            </a:custGeom>
            <a:solidFill>
              <a:srgbClr val="CECECE"/>
            </a:solidFill>
            <a:ln w="2375" cap="flat" cmpd="sng">
              <a:solidFill>
                <a:srgbClr val="CECECE"/>
              </a:solidFill>
              <a:prstDash val="solid"/>
              <a:miter lim="3166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sp>
        <p:nvSpPr>
          <p:cNvPr id="1456" name="Google Shape;1456;p16"/>
          <p:cNvSpPr txBox="1"/>
          <p:nvPr/>
        </p:nvSpPr>
        <p:spPr>
          <a:xfrm>
            <a:off x="435769" y="273894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lang="en-US" sz="2800" b="1" dirty="0">
                <a:latin typeface="Bahnschrift" panose="020B0502040204020203" pitchFamily="34" charset="0"/>
              </a:rPr>
              <a:t>Key Innovations of ENMPAN</a:t>
            </a: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9C2B0B-E3A6-161A-793E-E5E7DA5BE9AF}"/>
              </a:ext>
            </a:extLst>
          </p:cNvPr>
          <p:cNvSpPr txBox="1"/>
          <p:nvPr/>
        </p:nvSpPr>
        <p:spPr>
          <a:xfrm>
            <a:off x="628650" y="1540192"/>
            <a:ext cx="31075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Automatic Perspective Discovery without expert-defined grouping.</a:t>
            </a:r>
          </a:p>
          <a:p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B4282-819E-95C8-FDD0-310F9A0C0009}"/>
              </a:ext>
            </a:extLst>
          </p:cNvPr>
          <p:cNvSpPr txBox="1"/>
          <p:nvPr/>
        </p:nvSpPr>
        <p:spPr>
          <a:xfrm>
            <a:off x="628649" y="2802344"/>
            <a:ext cx="3107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latin typeface="Bahnschrift" panose="020B0502040204020203" pitchFamily="34" charset="0"/>
              </a:rPr>
              <a:t>Multi-Head Attention for learning complex feature interactions.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30400-C99D-C487-2737-108D14A36226}"/>
              </a:ext>
            </a:extLst>
          </p:cNvPr>
          <p:cNvSpPr txBox="1"/>
          <p:nvPr/>
        </p:nvSpPr>
        <p:spPr>
          <a:xfrm>
            <a:off x="553638" y="4071937"/>
            <a:ext cx="32575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Perspective Expert Networks for specialized representation learning.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059318-C2D4-E9A2-3F70-98001FD30C54}"/>
              </a:ext>
            </a:extLst>
          </p:cNvPr>
          <p:cNvSpPr txBox="1"/>
          <p:nvPr/>
        </p:nvSpPr>
        <p:spPr>
          <a:xfrm>
            <a:off x="5888497" y="964060"/>
            <a:ext cx="2857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Attention-Based Fusion for adaptive perspective weighting.</a:t>
            </a:r>
          </a:p>
          <a:p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656FAD-339B-A355-7082-A23213C00E06}"/>
              </a:ext>
            </a:extLst>
          </p:cNvPr>
          <p:cNvSpPr txBox="1"/>
          <p:nvPr/>
        </p:nvSpPr>
        <p:spPr>
          <a:xfrm>
            <a:off x="5979319" y="2202418"/>
            <a:ext cx="25360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Dual Explainability using Attention Maps and SHAP.</a:t>
            </a:r>
          </a:p>
          <a:p>
            <a:endParaRPr lang="en-US" dirty="0">
              <a:latin typeface="Bahnschrif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7A139F-A1E1-F79B-E061-D0A0F495F846}"/>
              </a:ext>
            </a:extLst>
          </p:cNvPr>
          <p:cNvSpPr txBox="1"/>
          <p:nvPr/>
        </p:nvSpPr>
        <p:spPr>
          <a:xfrm>
            <a:off x="5618558" y="3440776"/>
            <a:ext cx="3257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Designed to improve interpretability and predictive robustness over MPML</a:t>
            </a:r>
          </a:p>
        </p:txBody>
      </p:sp>
      <p:sp>
        <p:nvSpPr>
          <p:cNvPr id="10" name="Google Shape;1661;p20">
            <a:extLst>
              <a:ext uri="{FF2B5EF4-FFF2-40B4-BE49-F238E27FC236}">
                <a16:creationId xmlns:a16="http://schemas.microsoft.com/office/drawing/2014/main" id="{AEA7FE21-20C8-9478-BADE-5EF575A9A65C}"/>
              </a:ext>
            </a:extLst>
          </p:cNvPr>
          <p:cNvSpPr/>
          <p:nvPr/>
        </p:nvSpPr>
        <p:spPr>
          <a:xfrm>
            <a:off x="5247522" y="1702724"/>
            <a:ext cx="558384" cy="519079"/>
          </a:xfrm>
          <a:custGeom>
            <a:avLst/>
            <a:gdLst/>
            <a:ahLst/>
            <a:cxnLst/>
            <a:rect l="l" t="t" r="r" b="b"/>
            <a:pathLst>
              <a:path w="22233" h="20668" extrusionOk="0">
                <a:moveTo>
                  <a:pt x="11098" y="1"/>
                </a:moveTo>
                <a:cubicBezTo>
                  <a:pt x="6140" y="1"/>
                  <a:pt x="1746" y="3610"/>
                  <a:pt x="919" y="8656"/>
                </a:cubicBezTo>
                <a:cubicBezTo>
                  <a:pt x="1" y="14293"/>
                  <a:pt x="3833" y="19613"/>
                  <a:pt x="9438" y="20532"/>
                </a:cubicBezTo>
                <a:cubicBezTo>
                  <a:pt x="10000" y="20623"/>
                  <a:pt x="10559" y="20668"/>
                  <a:pt x="11111" y="20668"/>
                </a:cubicBezTo>
                <a:cubicBezTo>
                  <a:pt x="16093" y="20668"/>
                  <a:pt x="20487" y="17056"/>
                  <a:pt x="21314" y="11981"/>
                </a:cubicBezTo>
                <a:cubicBezTo>
                  <a:pt x="22232" y="6376"/>
                  <a:pt x="18400" y="1055"/>
                  <a:pt x="12763" y="137"/>
                </a:cubicBezTo>
                <a:cubicBezTo>
                  <a:pt x="12204" y="45"/>
                  <a:pt x="11647" y="1"/>
                  <a:pt x="1109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818E5F-F778-2265-7DC0-1654CB369D44}"/>
              </a:ext>
            </a:extLst>
          </p:cNvPr>
          <p:cNvSpPr txBox="1"/>
          <p:nvPr/>
        </p:nvSpPr>
        <p:spPr>
          <a:xfrm>
            <a:off x="8508206" y="4693444"/>
            <a:ext cx="514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8AA66-B504-57D8-B1B8-ED15DDD83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doni MT Black" panose="02070A03080606020203" pitchFamily="18" charset="0"/>
              </a:rPr>
              <a:t>References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DC5367-9521-099D-4201-AEB428EEBE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53252"/>
              </p:ext>
            </p:extLst>
          </p:nvPr>
        </p:nvGraphicFramePr>
        <p:xfrm>
          <a:off x="414338" y="1152525"/>
          <a:ext cx="8417962" cy="3416300"/>
        </p:xfrm>
        <a:graphic>
          <a:graphicData uri="http://schemas.openxmlformats.org/drawingml/2006/table">
            <a:tbl>
              <a:tblPr/>
              <a:tblGrid>
                <a:gridCol w="447375">
                  <a:extLst>
                    <a:ext uri="{9D8B030D-6E8A-4147-A177-3AD203B41FA5}">
                      <a16:colId xmlns:a16="http://schemas.microsoft.com/office/drawing/2014/main" val="2588951845"/>
                    </a:ext>
                  </a:extLst>
                </a:gridCol>
                <a:gridCol w="7970587">
                  <a:extLst>
                    <a:ext uri="{9D8B030D-6E8A-4147-A177-3AD203B41FA5}">
                      <a16:colId xmlns:a16="http://schemas.microsoft.com/office/drawing/2014/main" val="845250605"/>
                    </a:ext>
                  </a:extLst>
                </a:gridCol>
              </a:tblGrid>
              <a:tr h="58943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</a:txBody>
                  <a:tcPr marL="60146" marR="60146" marT="60146" marB="60146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R. Hao, Y. Xiang, J. Du, Q. He, J. Hu, and T. Xu, “A Hybrid CNN-Transformer Model for Heart Disease Prediction Using Life History Data,” in </a:t>
                      </a:r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Proc. 8th Int. Symp. Big Data Appl. Stat. (ISBDAS)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2025, pp. 833–837, doi: 10.1109/ISBDAS64762.2025.11116866 3986. </a:t>
                      </a:r>
                      <a:endParaRPr lang="en-US" sz="1100">
                        <a:effectLst/>
                      </a:endParaRPr>
                    </a:p>
                  </a:txBody>
                  <a:tcPr marL="60146" marR="60146" marT="60146" marB="60146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74917"/>
                  </a:ext>
                </a:extLst>
              </a:tr>
              <a:tr h="74581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en-US" sz="1100">
                        <a:effectLst/>
                      </a:endParaRPr>
                    </a:p>
                  </a:txBody>
                  <a:tcPr marL="60146" marR="60146" marT="60146" marB="60146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M. Mushtaq, Z. Mahmood, A. A. Butt, M. Y. Shabir, and M. N.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Ulfatkhan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“Causal and Explainable Machine Learning Framework for Heart Disease Prediction using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XGBoost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and SHAP,” </a:t>
                      </a:r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Journal of Computing &amp; Biomedical Informatics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vol. 10, no. 1, Art. no. 1102, 2025,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doi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: 10.56979/1001/2025/1102. </a:t>
                      </a:r>
                      <a:endParaRPr lang="en-US" sz="1100" dirty="0">
                        <a:effectLst/>
                      </a:endParaRPr>
                    </a:p>
                  </a:txBody>
                  <a:tcPr marL="60146" marR="60146" marT="60146" marB="60146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424296"/>
                  </a:ext>
                </a:extLst>
              </a:tr>
              <a:tr h="58943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lang="en-US" sz="1100">
                        <a:effectLst/>
                      </a:endParaRPr>
                    </a:p>
                  </a:txBody>
                  <a:tcPr marL="60146" marR="60146" marT="60146" marB="60146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Y. Wang and H. Cao, “Heart Failure Prediction Based on Bootstrap Sampling and Weighted Fusion LightGBM Model,” </a:t>
                      </a:r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Applied Sciences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, vol. 15, no. 8, Art. no. 4360, 2025, doi: 10.3390/app15084360. </a:t>
                      </a:r>
                      <a:endParaRPr lang="en-US" sz="1100">
                        <a:effectLst/>
                      </a:endParaRPr>
                    </a:p>
                  </a:txBody>
                  <a:tcPr marL="60146" marR="60146" marT="60146" marB="60146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822200"/>
                  </a:ext>
                </a:extLst>
              </a:tr>
              <a:tr h="74581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en-US" sz="1100">
                        <a:effectLst/>
                      </a:endParaRPr>
                    </a:p>
                  </a:txBody>
                  <a:tcPr marL="60146" marR="60146" marT="60146" marB="60146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Hamdaoui, H. E., Boujraf, S., Chaoui, N. E. H., Alami, B., &amp; Maaroufi, M. (2021). Improving heart disease prediction using random Forest and AdaBoost algorithms. </a:t>
                      </a:r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International Journal of Online and Biomedical Engineering (iJOE)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sz="10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(11), 60–75. https://doi.org/10.3991/ijoe.v17i11.24781</a:t>
                      </a:r>
                      <a:endParaRPr lang="en-US" sz="1100">
                        <a:effectLst/>
                      </a:endParaRPr>
                    </a:p>
                  </a:txBody>
                  <a:tcPr marL="60146" marR="60146" marT="60146" marB="60146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769506"/>
                  </a:ext>
                </a:extLst>
              </a:tr>
              <a:tr h="745812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lang="en-US" sz="1100">
                        <a:effectLst/>
                      </a:endParaRPr>
                    </a:p>
                  </a:txBody>
                  <a:tcPr marL="60146" marR="60146" marT="60146" marB="60146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Nasution, N., Hasan, M. A., &amp; Nasution, F. B. (2025). Predicting heart disease using Machine Learning: An evaluation of logistic regression, random forest, SVM, and KNN models on the UCI heart disease dataset. </a:t>
                      </a:r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IT JOURNAL RESEARCH AND DEVELOPMENT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sz="10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(2), 140–150. https://doi.org/10.25299/itjrd.2025.17941</a:t>
                      </a:r>
                      <a:endParaRPr lang="en-US" sz="1100" dirty="0">
                        <a:effectLst/>
                      </a:endParaRPr>
                    </a:p>
                  </a:txBody>
                  <a:tcPr marL="60146" marR="60146" marT="60146" marB="60146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213511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2A62CECF-3A6F-8283-CDAA-FA35B21C2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11525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3CEE12-8A64-858D-AB10-382CA2AF0A53}"/>
              </a:ext>
            </a:extLst>
          </p:cNvPr>
          <p:cNvSpPr txBox="1"/>
          <p:nvPr/>
        </p:nvSpPr>
        <p:spPr>
          <a:xfrm>
            <a:off x="8508206" y="4693444"/>
            <a:ext cx="514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176739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B96D8C-7B63-8F3B-0079-80450EEA4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764434"/>
              </p:ext>
            </p:extLst>
          </p:nvPr>
        </p:nvGraphicFramePr>
        <p:xfrm>
          <a:off x="494824" y="324167"/>
          <a:ext cx="8184832" cy="2987040"/>
        </p:xfrm>
        <a:graphic>
          <a:graphicData uri="http://schemas.openxmlformats.org/drawingml/2006/table">
            <a:tbl>
              <a:tblPr/>
              <a:tblGrid>
                <a:gridCol w="434986">
                  <a:extLst>
                    <a:ext uri="{9D8B030D-6E8A-4147-A177-3AD203B41FA5}">
                      <a16:colId xmlns:a16="http://schemas.microsoft.com/office/drawing/2014/main" val="1531097007"/>
                    </a:ext>
                  </a:extLst>
                </a:gridCol>
                <a:gridCol w="7749846">
                  <a:extLst>
                    <a:ext uri="{9D8B030D-6E8A-4147-A177-3AD203B41FA5}">
                      <a16:colId xmlns:a16="http://schemas.microsoft.com/office/drawing/2014/main" val="1167765318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Elyamani, H. A., Salem, M. A., Melgani, F., &amp; Yhiea, N. M. (2024). Deep residual 2D convolutional neural network for cardiovascular disease classification. </a:t>
                      </a:r>
                      <a:r>
                        <a:rPr lang="en-US" sz="13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Scientific Reports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sz="13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(1), 22040. https://doi.org/10.1038/s41598-024-72382-3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13697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Mahesh, T.R. </a:t>
                      </a:r>
                      <a:r>
                        <a:rPr lang="en-US" sz="13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et al.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(2022) 'AdaBoost Ensemble Methods Using K-Fold Cross Validation for Survivability with the Early Detection of Heart Disease,' </a:t>
                      </a:r>
                      <a:r>
                        <a:rPr lang="en-US" sz="13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Computational Intelligence and Neuroscience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2022, pp. 1–11. https://doi.org/10.1155/2022/9005278.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35305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Majumder, A. B., Gupta, S., Singh, D., Acharya, B., Gerogiannis, V. C., Kanavos, A., &amp; Pintelas, P. (2023). Heart disease prediction using concatenated hybrid ensemble classifiers. </a:t>
                      </a:r>
                      <a:r>
                        <a:rPr lang="en-US" sz="13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Algorithms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sz="130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(12), 538. https://doi.org/10.3390/a16120538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57442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AlSekait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D. M., Zakariah, M., Amin, S. U., Dubey, P., &amp; Khan, Z. I. (2025). Using convolutional neural networks with late fusion to predict heart disease. </a:t>
                      </a:r>
                      <a:r>
                        <a:rPr lang="en-US" sz="13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Scientific Reports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sz="130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(1), 41260.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hlinkClick r:id="rId2"/>
                        </a:rPr>
                        <a:t> https://doi.org/10.1038/s41598-025-25100-6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00047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A30F0BA-32EA-D0A5-2E09-BC7D28B7466D}"/>
              </a:ext>
            </a:extLst>
          </p:cNvPr>
          <p:cNvSpPr txBox="1"/>
          <p:nvPr/>
        </p:nvSpPr>
        <p:spPr>
          <a:xfrm>
            <a:off x="8508206" y="4693444"/>
            <a:ext cx="514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731848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8" name="Google Shape;1848;p23"/>
          <p:cNvGrpSpPr/>
          <p:nvPr/>
        </p:nvGrpSpPr>
        <p:grpSpPr>
          <a:xfrm>
            <a:off x="625066" y="1482600"/>
            <a:ext cx="4038381" cy="2311927"/>
            <a:chOff x="2553878" y="2422103"/>
            <a:chExt cx="4038381" cy="2311927"/>
          </a:xfrm>
        </p:grpSpPr>
        <p:sp>
          <p:nvSpPr>
            <p:cNvPr id="1849" name="Google Shape;1849;p23"/>
            <p:cNvSpPr/>
            <p:nvPr/>
          </p:nvSpPr>
          <p:spPr>
            <a:xfrm>
              <a:off x="3910378" y="2683739"/>
              <a:ext cx="114752" cy="149086"/>
            </a:xfrm>
            <a:custGeom>
              <a:avLst/>
              <a:gdLst/>
              <a:ahLst/>
              <a:cxnLst/>
              <a:rect l="l" t="t" r="r" b="b"/>
              <a:pathLst>
                <a:path w="3389" h="4403" extrusionOk="0">
                  <a:moveTo>
                    <a:pt x="0" y="1"/>
                  </a:moveTo>
                  <a:lnTo>
                    <a:pt x="3389" y="4403"/>
                  </a:lnTo>
                  <a:lnTo>
                    <a:pt x="3389" y="4055"/>
                  </a:lnTo>
                  <a:lnTo>
                    <a:pt x="539" y="318"/>
                  </a:lnTo>
                  <a:cubicBezTo>
                    <a:pt x="349" y="223"/>
                    <a:pt x="190" y="96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23"/>
            <p:cNvSpPr/>
            <p:nvPr/>
          </p:nvSpPr>
          <p:spPr>
            <a:xfrm>
              <a:off x="3816010" y="2647306"/>
              <a:ext cx="209119" cy="271320"/>
            </a:xfrm>
            <a:custGeom>
              <a:avLst/>
              <a:gdLst/>
              <a:ahLst/>
              <a:cxnLst/>
              <a:rect l="l" t="t" r="r" b="b"/>
              <a:pathLst>
                <a:path w="6176" h="8013" extrusionOk="0">
                  <a:moveTo>
                    <a:pt x="0" y="0"/>
                  </a:moveTo>
                  <a:lnTo>
                    <a:pt x="6176" y="8012"/>
                  </a:lnTo>
                  <a:lnTo>
                    <a:pt x="6176" y="7664"/>
                  </a:lnTo>
                  <a:lnTo>
                    <a:pt x="349" y="64"/>
                  </a:lnTo>
                  <a:cubicBezTo>
                    <a:pt x="254" y="64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23"/>
            <p:cNvSpPr/>
            <p:nvPr/>
          </p:nvSpPr>
          <p:spPr>
            <a:xfrm>
              <a:off x="3744159" y="2638705"/>
              <a:ext cx="280970" cy="365688"/>
            </a:xfrm>
            <a:custGeom>
              <a:avLst/>
              <a:gdLst/>
              <a:ahLst/>
              <a:cxnLst/>
              <a:rect l="l" t="t" r="r" b="b"/>
              <a:pathLst>
                <a:path w="8298" h="10800" extrusionOk="0">
                  <a:moveTo>
                    <a:pt x="1" y="1"/>
                  </a:moveTo>
                  <a:lnTo>
                    <a:pt x="8298" y="10800"/>
                  </a:lnTo>
                  <a:lnTo>
                    <a:pt x="8298" y="10452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23"/>
            <p:cNvSpPr/>
            <p:nvPr/>
          </p:nvSpPr>
          <p:spPr>
            <a:xfrm>
              <a:off x="3681958" y="2641922"/>
              <a:ext cx="343171" cy="448273"/>
            </a:xfrm>
            <a:custGeom>
              <a:avLst/>
              <a:gdLst/>
              <a:ahLst/>
              <a:cxnLst/>
              <a:rect l="l" t="t" r="r" b="b"/>
              <a:pathLst>
                <a:path w="10135" h="13239" extrusionOk="0">
                  <a:moveTo>
                    <a:pt x="254" y="1"/>
                  </a:moveTo>
                  <a:cubicBezTo>
                    <a:pt x="159" y="1"/>
                    <a:pt x="96" y="33"/>
                    <a:pt x="1" y="33"/>
                  </a:cubicBezTo>
                  <a:lnTo>
                    <a:pt x="10135" y="13238"/>
                  </a:lnTo>
                  <a:lnTo>
                    <a:pt x="10135" y="1285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23"/>
            <p:cNvSpPr/>
            <p:nvPr/>
          </p:nvSpPr>
          <p:spPr>
            <a:xfrm>
              <a:off x="3627274" y="2654789"/>
              <a:ext cx="397855" cy="516907"/>
            </a:xfrm>
            <a:custGeom>
              <a:avLst/>
              <a:gdLst/>
              <a:ahLst/>
              <a:cxnLst/>
              <a:rect l="l" t="t" r="r" b="b"/>
              <a:pathLst>
                <a:path w="11750" h="15266" extrusionOk="0">
                  <a:moveTo>
                    <a:pt x="222" y="1"/>
                  </a:moveTo>
                  <a:cubicBezTo>
                    <a:pt x="159" y="33"/>
                    <a:pt x="64" y="64"/>
                    <a:pt x="1" y="96"/>
                  </a:cubicBezTo>
                  <a:lnTo>
                    <a:pt x="11687" y="15265"/>
                  </a:lnTo>
                  <a:lnTo>
                    <a:pt x="11750" y="15170"/>
                  </a:lnTo>
                  <a:lnTo>
                    <a:pt x="11750" y="15012"/>
                  </a:lnTo>
                  <a:lnTo>
                    <a:pt x="222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23"/>
            <p:cNvSpPr/>
            <p:nvPr/>
          </p:nvSpPr>
          <p:spPr>
            <a:xfrm>
              <a:off x="3577940" y="2676256"/>
              <a:ext cx="416106" cy="538340"/>
            </a:xfrm>
            <a:custGeom>
              <a:avLst/>
              <a:gdLst/>
              <a:ahLst/>
              <a:cxnLst/>
              <a:rect l="l" t="t" r="r" b="b"/>
              <a:pathLst>
                <a:path w="12289" h="15899" extrusionOk="0">
                  <a:moveTo>
                    <a:pt x="191" y="0"/>
                  </a:moveTo>
                  <a:cubicBezTo>
                    <a:pt x="128" y="32"/>
                    <a:pt x="64" y="64"/>
                    <a:pt x="1" y="95"/>
                  </a:cubicBezTo>
                  <a:lnTo>
                    <a:pt x="12162" y="15898"/>
                  </a:lnTo>
                  <a:cubicBezTo>
                    <a:pt x="12194" y="15835"/>
                    <a:pt x="12257" y="15771"/>
                    <a:pt x="12289" y="1570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23"/>
            <p:cNvSpPr/>
            <p:nvPr/>
          </p:nvSpPr>
          <p:spPr>
            <a:xfrm>
              <a:off x="3533990" y="2703039"/>
              <a:ext cx="422539" cy="545857"/>
            </a:xfrm>
            <a:custGeom>
              <a:avLst/>
              <a:gdLst/>
              <a:ahLst/>
              <a:cxnLst/>
              <a:rect l="l" t="t" r="r" b="b"/>
              <a:pathLst>
                <a:path w="12479" h="16121" extrusionOk="0">
                  <a:moveTo>
                    <a:pt x="190" y="1"/>
                  </a:moveTo>
                  <a:lnTo>
                    <a:pt x="0" y="128"/>
                  </a:lnTo>
                  <a:lnTo>
                    <a:pt x="12320" y="16120"/>
                  </a:lnTo>
                  <a:cubicBezTo>
                    <a:pt x="12351" y="16089"/>
                    <a:pt x="12415" y="16057"/>
                    <a:pt x="12478" y="1599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23"/>
            <p:cNvSpPr/>
            <p:nvPr/>
          </p:nvSpPr>
          <p:spPr>
            <a:xfrm>
              <a:off x="3495390" y="2736290"/>
              <a:ext cx="418239" cy="541557"/>
            </a:xfrm>
            <a:custGeom>
              <a:avLst/>
              <a:gdLst/>
              <a:ahLst/>
              <a:cxnLst/>
              <a:rect l="l" t="t" r="r" b="b"/>
              <a:pathLst>
                <a:path w="12352" h="15994" extrusionOk="0">
                  <a:moveTo>
                    <a:pt x="159" y="1"/>
                  </a:moveTo>
                  <a:cubicBezTo>
                    <a:pt x="95" y="64"/>
                    <a:pt x="32" y="127"/>
                    <a:pt x="0" y="159"/>
                  </a:cubicBezTo>
                  <a:lnTo>
                    <a:pt x="12161" y="15994"/>
                  </a:lnTo>
                  <a:cubicBezTo>
                    <a:pt x="12225" y="15962"/>
                    <a:pt x="12288" y="15930"/>
                    <a:pt x="12351" y="15899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3461056" y="2777057"/>
              <a:ext cx="405372" cy="523306"/>
            </a:xfrm>
            <a:custGeom>
              <a:avLst/>
              <a:gdLst/>
              <a:ahLst/>
              <a:cxnLst/>
              <a:rect l="l" t="t" r="r" b="b"/>
              <a:pathLst>
                <a:path w="11972" h="15455" extrusionOk="0">
                  <a:moveTo>
                    <a:pt x="128" y="0"/>
                  </a:moveTo>
                  <a:cubicBezTo>
                    <a:pt x="96" y="63"/>
                    <a:pt x="33" y="127"/>
                    <a:pt x="1" y="190"/>
                  </a:cubicBezTo>
                  <a:lnTo>
                    <a:pt x="11750" y="15455"/>
                  </a:lnTo>
                  <a:lnTo>
                    <a:pt x="11972" y="15391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3432105" y="2824224"/>
              <a:ext cx="380722" cy="491139"/>
            </a:xfrm>
            <a:custGeom>
              <a:avLst/>
              <a:gdLst/>
              <a:ahLst/>
              <a:cxnLst/>
              <a:rect l="l" t="t" r="r" b="b"/>
              <a:pathLst>
                <a:path w="11244" h="14505" extrusionOk="0">
                  <a:moveTo>
                    <a:pt x="128" y="1"/>
                  </a:moveTo>
                  <a:cubicBezTo>
                    <a:pt x="96" y="64"/>
                    <a:pt x="33" y="159"/>
                    <a:pt x="1" y="222"/>
                  </a:cubicBezTo>
                  <a:lnTo>
                    <a:pt x="10990" y="14505"/>
                  </a:lnTo>
                  <a:cubicBezTo>
                    <a:pt x="11085" y="14505"/>
                    <a:pt x="11148" y="14473"/>
                    <a:pt x="11243" y="14473"/>
                  </a:cubicBezTo>
                  <a:lnTo>
                    <a:pt x="1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3410672" y="2879991"/>
              <a:ext cx="342088" cy="441805"/>
            </a:xfrm>
            <a:custGeom>
              <a:avLst/>
              <a:gdLst/>
              <a:ahLst/>
              <a:cxnLst/>
              <a:rect l="l" t="t" r="r" b="b"/>
              <a:pathLst>
                <a:path w="10103" h="13048" extrusionOk="0">
                  <a:moveTo>
                    <a:pt x="96" y="0"/>
                  </a:moveTo>
                  <a:cubicBezTo>
                    <a:pt x="64" y="95"/>
                    <a:pt x="32" y="190"/>
                    <a:pt x="1" y="285"/>
                  </a:cubicBezTo>
                  <a:lnTo>
                    <a:pt x="9818" y="13048"/>
                  </a:lnTo>
                  <a:lnTo>
                    <a:pt x="10103" y="13048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3398889" y="2948626"/>
              <a:ext cx="284187" cy="368905"/>
            </a:xfrm>
            <a:custGeom>
              <a:avLst/>
              <a:gdLst/>
              <a:ahLst/>
              <a:cxnLst/>
              <a:rect l="l" t="t" r="r" b="b"/>
              <a:pathLst>
                <a:path w="8393" h="10895" extrusionOk="0">
                  <a:moveTo>
                    <a:pt x="32" y="0"/>
                  </a:moveTo>
                  <a:cubicBezTo>
                    <a:pt x="32" y="95"/>
                    <a:pt x="32" y="222"/>
                    <a:pt x="0" y="317"/>
                  </a:cubicBezTo>
                  <a:lnTo>
                    <a:pt x="8076" y="10831"/>
                  </a:lnTo>
                  <a:cubicBezTo>
                    <a:pt x="8202" y="10831"/>
                    <a:pt x="8297" y="10863"/>
                    <a:pt x="8392" y="1089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3403155" y="3038693"/>
              <a:ext cx="194119" cy="252020"/>
            </a:xfrm>
            <a:custGeom>
              <a:avLst/>
              <a:gdLst/>
              <a:ahLst/>
              <a:cxnLst/>
              <a:rect l="l" t="t" r="r" b="b"/>
              <a:pathLst>
                <a:path w="5733" h="7443" extrusionOk="0">
                  <a:moveTo>
                    <a:pt x="1" y="0"/>
                  </a:moveTo>
                  <a:lnTo>
                    <a:pt x="1" y="0"/>
                  </a:lnTo>
                  <a:cubicBezTo>
                    <a:pt x="33" y="159"/>
                    <a:pt x="64" y="317"/>
                    <a:pt x="96" y="475"/>
                  </a:cubicBezTo>
                  <a:lnTo>
                    <a:pt x="5290" y="7221"/>
                  </a:lnTo>
                  <a:cubicBezTo>
                    <a:pt x="5448" y="7284"/>
                    <a:pt x="5575" y="7379"/>
                    <a:pt x="5733" y="74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3465356" y="4609628"/>
              <a:ext cx="2510313" cy="124402"/>
            </a:xfrm>
            <a:custGeom>
              <a:avLst/>
              <a:gdLst/>
              <a:ahLst/>
              <a:cxnLst/>
              <a:rect l="l" t="t" r="r" b="b"/>
              <a:pathLst>
                <a:path w="74138" h="3674" extrusionOk="0">
                  <a:moveTo>
                    <a:pt x="37085" y="0"/>
                  </a:moveTo>
                  <a:cubicBezTo>
                    <a:pt x="16595" y="0"/>
                    <a:pt x="1" y="824"/>
                    <a:pt x="1" y="1837"/>
                  </a:cubicBezTo>
                  <a:cubicBezTo>
                    <a:pt x="1" y="2850"/>
                    <a:pt x="16595" y="3674"/>
                    <a:pt x="37085" y="3674"/>
                  </a:cubicBezTo>
                  <a:cubicBezTo>
                    <a:pt x="57543" y="3674"/>
                    <a:pt x="74138" y="2850"/>
                    <a:pt x="74138" y="1837"/>
                  </a:cubicBezTo>
                  <a:cubicBezTo>
                    <a:pt x="74138" y="824"/>
                    <a:pt x="57543" y="0"/>
                    <a:pt x="370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6219054" y="2870341"/>
              <a:ext cx="18284" cy="27901"/>
            </a:xfrm>
            <a:custGeom>
              <a:avLst/>
              <a:gdLst/>
              <a:ahLst/>
              <a:cxnLst/>
              <a:rect l="l" t="t" r="r" b="b"/>
              <a:pathLst>
                <a:path w="540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381" y="824"/>
                    <a:pt x="476" y="729"/>
                    <a:pt x="539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6219054" y="3051560"/>
              <a:ext cx="13984" cy="10767"/>
            </a:xfrm>
            <a:custGeom>
              <a:avLst/>
              <a:gdLst/>
              <a:ahLst/>
              <a:cxnLst/>
              <a:rect l="l" t="t" r="r" b="b"/>
              <a:pathLst>
                <a:path w="413" h="318" extrusionOk="0">
                  <a:moveTo>
                    <a:pt x="1" y="0"/>
                  </a:moveTo>
                  <a:cubicBezTo>
                    <a:pt x="33" y="190"/>
                    <a:pt x="159" y="317"/>
                    <a:pt x="286" y="317"/>
                  </a:cubicBezTo>
                  <a:cubicBezTo>
                    <a:pt x="349" y="317"/>
                    <a:pt x="381" y="317"/>
                    <a:pt x="413" y="285"/>
                  </a:cubicBezTo>
                  <a:cubicBezTo>
                    <a:pt x="349" y="222"/>
                    <a:pt x="191" y="127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6219054" y="3090160"/>
              <a:ext cx="9684" cy="20418"/>
            </a:xfrm>
            <a:custGeom>
              <a:avLst/>
              <a:gdLst/>
              <a:ahLst/>
              <a:cxnLst/>
              <a:rect l="l" t="t" r="r" b="b"/>
              <a:pathLst>
                <a:path w="286" h="603" extrusionOk="0">
                  <a:moveTo>
                    <a:pt x="286" y="0"/>
                  </a:moveTo>
                  <a:cubicBezTo>
                    <a:pt x="128" y="0"/>
                    <a:pt x="1" y="159"/>
                    <a:pt x="1" y="412"/>
                  </a:cubicBezTo>
                  <a:cubicBezTo>
                    <a:pt x="1" y="475"/>
                    <a:pt x="1" y="539"/>
                    <a:pt x="33" y="602"/>
                  </a:cubicBezTo>
                  <a:lnTo>
                    <a:pt x="28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6202971" y="2813490"/>
              <a:ext cx="3251" cy="1117"/>
            </a:xfrm>
            <a:custGeom>
              <a:avLst/>
              <a:gdLst/>
              <a:ahLst/>
              <a:cxnLst/>
              <a:rect l="l" t="t" r="r" b="b"/>
              <a:pathLst>
                <a:path w="96" h="33" extrusionOk="0">
                  <a:moveTo>
                    <a:pt x="1" y="1"/>
                  </a:moveTo>
                  <a:cubicBezTo>
                    <a:pt x="32" y="1"/>
                    <a:pt x="64" y="33"/>
                    <a:pt x="96" y="33"/>
                  </a:cubicBezTo>
                  <a:cubicBezTo>
                    <a:pt x="64" y="33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6137553" y="2821007"/>
              <a:ext cx="19368" cy="22551"/>
            </a:xfrm>
            <a:custGeom>
              <a:avLst/>
              <a:gdLst/>
              <a:ahLst/>
              <a:cxnLst/>
              <a:rect l="l" t="t" r="r" b="b"/>
              <a:pathLst>
                <a:path w="572" h="666" extrusionOk="0">
                  <a:moveTo>
                    <a:pt x="64" y="1"/>
                  </a:moveTo>
                  <a:cubicBezTo>
                    <a:pt x="1" y="64"/>
                    <a:pt x="1" y="159"/>
                    <a:pt x="1" y="254"/>
                  </a:cubicBezTo>
                  <a:cubicBezTo>
                    <a:pt x="1" y="476"/>
                    <a:pt x="128" y="666"/>
                    <a:pt x="286" y="666"/>
                  </a:cubicBezTo>
                  <a:cubicBezTo>
                    <a:pt x="444" y="666"/>
                    <a:pt x="571" y="476"/>
                    <a:pt x="571" y="254"/>
                  </a:cubicBezTo>
                  <a:cubicBezTo>
                    <a:pt x="571" y="159"/>
                    <a:pt x="539" y="64"/>
                    <a:pt x="47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6178321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285" y="0"/>
                    <a:pt x="254" y="32"/>
                    <a:pt x="222" y="32"/>
                  </a:cubicBezTo>
                  <a:cubicBezTo>
                    <a:pt x="95" y="64"/>
                    <a:pt x="0" y="222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6157937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619975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6137553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617832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6157937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6199754" y="2898208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507"/>
                    <a:pt x="32" y="634"/>
                    <a:pt x="64" y="697"/>
                  </a:cubicBezTo>
                  <a:cubicBezTo>
                    <a:pt x="254" y="539"/>
                    <a:pt x="412" y="412"/>
                    <a:pt x="571" y="317"/>
                  </a:cubicBezTo>
                  <a:cubicBezTo>
                    <a:pt x="539" y="127"/>
                    <a:pt x="412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6137553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6178321" y="2925973"/>
              <a:ext cx="16117" cy="19469"/>
            </a:xfrm>
            <a:custGeom>
              <a:avLst/>
              <a:gdLst/>
              <a:ahLst/>
              <a:cxnLst/>
              <a:rect l="l" t="t" r="r" b="b"/>
              <a:pathLst>
                <a:path w="476" h="575" extrusionOk="0">
                  <a:moveTo>
                    <a:pt x="251" y="1"/>
                  </a:moveTo>
                  <a:cubicBezTo>
                    <a:pt x="109" y="1"/>
                    <a:pt x="0" y="179"/>
                    <a:pt x="0" y="384"/>
                  </a:cubicBezTo>
                  <a:cubicBezTo>
                    <a:pt x="0" y="447"/>
                    <a:pt x="0" y="511"/>
                    <a:pt x="32" y="574"/>
                  </a:cubicBezTo>
                  <a:cubicBezTo>
                    <a:pt x="159" y="416"/>
                    <a:pt x="317" y="226"/>
                    <a:pt x="475" y="99"/>
                  </a:cubicBezTo>
                  <a:cubicBezTo>
                    <a:pt x="444" y="36"/>
                    <a:pt x="349" y="4"/>
                    <a:pt x="285" y="4"/>
                  </a:cubicBezTo>
                  <a:cubicBezTo>
                    <a:pt x="274" y="2"/>
                    <a:pt x="262" y="1"/>
                    <a:pt x="25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6157937" y="2952892"/>
              <a:ext cx="15068" cy="26851"/>
            </a:xfrm>
            <a:custGeom>
              <a:avLst/>
              <a:gdLst/>
              <a:ahLst/>
              <a:cxnLst/>
              <a:rect l="l" t="t" r="r" b="b"/>
              <a:pathLst>
                <a:path w="445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03"/>
                    <a:pt x="96" y="761"/>
                    <a:pt x="222" y="793"/>
                  </a:cubicBezTo>
                  <a:cubicBezTo>
                    <a:pt x="222" y="539"/>
                    <a:pt x="317" y="318"/>
                    <a:pt x="444" y="64"/>
                  </a:cubicBezTo>
                  <a:cubicBezTo>
                    <a:pt x="412" y="33"/>
                    <a:pt x="349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6137553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6157937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6137553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6178321" y="3035477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6157937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619975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6137553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6178321" y="3090160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75" y="792"/>
                    <a:pt x="602" y="602"/>
                    <a:pt x="602" y="380"/>
                  </a:cubicBezTo>
                  <a:cubicBezTo>
                    <a:pt x="602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6157937" y="3116978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64" y="697"/>
                  </a:cubicBezTo>
                  <a:cubicBezTo>
                    <a:pt x="222" y="697"/>
                    <a:pt x="349" y="729"/>
                    <a:pt x="444" y="729"/>
                  </a:cubicBezTo>
                  <a:cubicBezTo>
                    <a:pt x="539" y="665"/>
                    <a:pt x="571" y="539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6199754" y="3116978"/>
              <a:ext cx="16117" cy="26817"/>
            </a:xfrm>
            <a:custGeom>
              <a:avLst/>
              <a:gdLst/>
              <a:ahLst/>
              <a:cxnLst/>
              <a:rect l="l" t="t" r="r" b="b"/>
              <a:pathLst>
                <a:path w="476" h="792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02"/>
                    <a:pt x="64" y="760"/>
                    <a:pt x="191" y="792"/>
                  </a:cubicBezTo>
                  <a:lnTo>
                    <a:pt x="476" y="127"/>
                  </a:lnTo>
                  <a:cubicBezTo>
                    <a:pt x="412" y="64"/>
                    <a:pt x="349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6187971" y="3144844"/>
              <a:ext cx="3251" cy="34"/>
            </a:xfrm>
            <a:custGeom>
              <a:avLst/>
              <a:gdLst/>
              <a:ahLst/>
              <a:cxnLst/>
              <a:rect l="l" t="t" r="r" b="b"/>
              <a:pathLst>
                <a:path w="96" h="1" extrusionOk="0">
                  <a:moveTo>
                    <a:pt x="0" y="1"/>
                  </a:moveTo>
                  <a:cubicBezTo>
                    <a:pt x="32" y="1"/>
                    <a:pt x="64" y="1"/>
                    <a:pt x="95" y="1"/>
                  </a:cubicBezTo>
                  <a:cubicBezTo>
                    <a:pt x="64" y="1"/>
                    <a:pt x="32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6075386" y="2689123"/>
              <a:ext cx="10734" cy="17167"/>
            </a:xfrm>
            <a:custGeom>
              <a:avLst/>
              <a:gdLst/>
              <a:ahLst/>
              <a:cxnLst/>
              <a:rect l="l" t="t" r="r" b="b"/>
              <a:pathLst>
                <a:path w="317" h="507" extrusionOk="0">
                  <a:moveTo>
                    <a:pt x="32" y="0"/>
                  </a:moveTo>
                  <a:cubicBezTo>
                    <a:pt x="32" y="32"/>
                    <a:pt x="0" y="64"/>
                    <a:pt x="0" y="95"/>
                  </a:cubicBezTo>
                  <a:cubicBezTo>
                    <a:pt x="0" y="285"/>
                    <a:pt x="95" y="444"/>
                    <a:pt x="222" y="507"/>
                  </a:cubicBezTo>
                  <a:cubicBezTo>
                    <a:pt x="254" y="349"/>
                    <a:pt x="285" y="254"/>
                    <a:pt x="285" y="254"/>
                  </a:cubicBezTo>
                  <a:cubicBezTo>
                    <a:pt x="317" y="190"/>
                    <a:pt x="285" y="95"/>
                    <a:pt x="222" y="64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6055002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6075386" y="2738457"/>
              <a:ext cx="3251" cy="17167"/>
            </a:xfrm>
            <a:custGeom>
              <a:avLst/>
              <a:gdLst/>
              <a:ahLst/>
              <a:cxnLst/>
              <a:rect l="l" t="t" r="r" b="b"/>
              <a:pathLst>
                <a:path w="96" h="507" extrusionOk="0">
                  <a:moveTo>
                    <a:pt x="95" y="0"/>
                  </a:moveTo>
                  <a:lnTo>
                    <a:pt x="95" y="0"/>
                  </a:lnTo>
                  <a:cubicBezTo>
                    <a:pt x="32" y="63"/>
                    <a:pt x="0" y="158"/>
                    <a:pt x="0" y="285"/>
                  </a:cubicBezTo>
                  <a:cubicBezTo>
                    <a:pt x="0" y="348"/>
                    <a:pt x="32" y="443"/>
                    <a:pt x="64" y="507"/>
                  </a:cubicBezTo>
                  <a:cubicBezTo>
                    <a:pt x="64" y="348"/>
                    <a:pt x="64" y="158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6055002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6075386" y="3230646"/>
              <a:ext cx="7517" cy="22551"/>
            </a:xfrm>
            <a:custGeom>
              <a:avLst/>
              <a:gdLst/>
              <a:ahLst/>
              <a:cxnLst/>
              <a:rect l="l" t="t" r="r" b="b"/>
              <a:pathLst>
                <a:path w="222" h="666" extrusionOk="0">
                  <a:moveTo>
                    <a:pt x="95" y="0"/>
                  </a:moveTo>
                  <a:cubicBezTo>
                    <a:pt x="64" y="63"/>
                    <a:pt x="0" y="190"/>
                    <a:pt x="0" y="285"/>
                  </a:cubicBezTo>
                  <a:cubicBezTo>
                    <a:pt x="0" y="475"/>
                    <a:pt x="95" y="633"/>
                    <a:pt x="222" y="665"/>
                  </a:cubicBezTo>
                  <a:cubicBezTo>
                    <a:pt x="190" y="507"/>
                    <a:pt x="127" y="253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23"/>
            <p:cNvSpPr/>
            <p:nvPr/>
          </p:nvSpPr>
          <p:spPr>
            <a:xfrm>
              <a:off x="6055002" y="3254212"/>
              <a:ext cx="19334" cy="24718"/>
            </a:xfrm>
            <a:custGeom>
              <a:avLst/>
              <a:gdLst/>
              <a:ahLst/>
              <a:cxnLst/>
              <a:rect l="l" t="t" r="r" b="b"/>
              <a:pathLst>
                <a:path w="571" h="730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539"/>
                    <a:pt x="64" y="666"/>
                    <a:pt x="127" y="729"/>
                  </a:cubicBezTo>
                  <a:lnTo>
                    <a:pt x="571" y="539"/>
                  </a:lnTo>
                  <a:cubicBezTo>
                    <a:pt x="571" y="507"/>
                    <a:pt x="571" y="44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23"/>
            <p:cNvSpPr/>
            <p:nvPr/>
          </p:nvSpPr>
          <p:spPr>
            <a:xfrm>
              <a:off x="6014269" y="2663389"/>
              <a:ext cx="19334" cy="16117"/>
            </a:xfrm>
            <a:custGeom>
              <a:avLst/>
              <a:gdLst/>
              <a:ahLst/>
              <a:cxnLst/>
              <a:rect l="l" t="t" r="r" b="b"/>
              <a:pathLst>
                <a:path w="571" h="476" extrusionOk="0">
                  <a:moveTo>
                    <a:pt x="32" y="0"/>
                  </a:moveTo>
                  <a:cubicBezTo>
                    <a:pt x="0" y="0"/>
                    <a:pt x="0" y="32"/>
                    <a:pt x="0" y="64"/>
                  </a:cubicBezTo>
                  <a:cubicBezTo>
                    <a:pt x="0" y="285"/>
                    <a:pt x="158" y="475"/>
                    <a:pt x="317" y="475"/>
                  </a:cubicBezTo>
                  <a:cubicBezTo>
                    <a:pt x="412" y="475"/>
                    <a:pt x="538" y="349"/>
                    <a:pt x="570" y="222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23"/>
            <p:cNvSpPr/>
            <p:nvPr/>
          </p:nvSpPr>
          <p:spPr>
            <a:xfrm>
              <a:off x="5993885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23"/>
            <p:cNvSpPr/>
            <p:nvPr/>
          </p:nvSpPr>
          <p:spPr>
            <a:xfrm>
              <a:off x="6035702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3"/>
            <p:cNvSpPr/>
            <p:nvPr/>
          </p:nvSpPr>
          <p:spPr>
            <a:xfrm>
              <a:off x="5973501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3"/>
            <p:cNvSpPr/>
            <p:nvPr/>
          </p:nvSpPr>
          <p:spPr>
            <a:xfrm>
              <a:off x="6014269" y="270625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317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317" y="824"/>
                  </a:cubicBezTo>
                  <a:cubicBezTo>
                    <a:pt x="475" y="824"/>
                    <a:pt x="602" y="634"/>
                    <a:pt x="602" y="413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3"/>
            <p:cNvSpPr/>
            <p:nvPr/>
          </p:nvSpPr>
          <p:spPr>
            <a:xfrm>
              <a:off x="5993885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23"/>
            <p:cNvSpPr/>
            <p:nvPr/>
          </p:nvSpPr>
          <p:spPr>
            <a:xfrm>
              <a:off x="6035702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23"/>
            <p:cNvSpPr/>
            <p:nvPr/>
          </p:nvSpPr>
          <p:spPr>
            <a:xfrm>
              <a:off x="5973501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23"/>
            <p:cNvSpPr/>
            <p:nvPr/>
          </p:nvSpPr>
          <p:spPr>
            <a:xfrm>
              <a:off x="6014269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23"/>
            <p:cNvSpPr/>
            <p:nvPr/>
          </p:nvSpPr>
          <p:spPr>
            <a:xfrm>
              <a:off x="5993885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3"/>
            <p:cNvSpPr/>
            <p:nvPr/>
          </p:nvSpPr>
          <p:spPr>
            <a:xfrm>
              <a:off x="6035702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3"/>
            <p:cNvSpPr/>
            <p:nvPr/>
          </p:nvSpPr>
          <p:spPr>
            <a:xfrm>
              <a:off x="5974585" y="3254212"/>
              <a:ext cx="18251" cy="25767"/>
            </a:xfrm>
            <a:custGeom>
              <a:avLst/>
              <a:gdLst/>
              <a:ahLst/>
              <a:cxnLst/>
              <a:rect l="l" t="t" r="r" b="b"/>
              <a:pathLst>
                <a:path w="539" h="761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159" y="412"/>
                    <a:pt x="285" y="571"/>
                    <a:pt x="412" y="761"/>
                  </a:cubicBezTo>
                  <a:cubicBezTo>
                    <a:pt x="475" y="666"/>
                    <a:pt x="539" y="539"/>
                    <a:pt x="539" y="412"/>
                  </a:cubicBezTo>
                  <a:cubicBezTo>
                    <a:pt x="539" y="191"/>
                    <a:pt x="412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3"/>
            <p:cNvSpPr/>
            <p:nvPr/>
          </p:nvSpPr>
          <p:spPr>
            <a:xfrm>
              <a:off x="6014269" y="3254212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317" y="793"/>
                  </a:cubicBezTo>
                  <a:cubicBezTo>
                    <a:pt x="475" y="793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3"/>
            <p:cNvSpPr/>
            <p:nvPr/>
          </p:nvSpPr>
          <p:spPr>
            <a:xfrm>
              <a:off x="5994935" y="3282113"/>
              <a:ext cx="18284" cy="19334"/>
            </a:xfrm>
            <a:custGeom>
              <a:avLst/>
              <a:gdLst/>
              <a:ahLst/>
              <a:cxnLst/>
              <a:rect l="l" t="t" r="r" b="b"/>
              <a:pathLst>
                <a:path w="540" h="571" extrusionOk="0">
                  <a:moveTo>
                    <a:pt x="254" y="0"/>
                  </a:moveTo>
                  <a:cubicBezTo>
                    <a:pt x="159" y="0"/>
                    <a:pt x="33" y="95"/>
                    <a:pt x="1" y="222"/>
                  </a:cubicBezTo>
                  <a:cubicBezTo>
                    <a:pt x="96" y="380"/>
                    <a:pt x="159" y="475"/>
                    <a:pt x="159" y="475"/>
                  </a:cubicBezTo>
                  <a:cubicBezTo>
                    <a:pt x="191" y="539"/>
                    <a:pt x="286" y="570"/>
                    <a:pt x="349" y="570"/>
                  </a:cubicBezTo>
                  <a:lnTo>
                    <a:pt x="539" y="475"/>
                  </a:lnTo>
                  <a:cubicBezTo>
                    <a:pt x="539" y="444"/>
                    <a:pt x="539" y="412"/>
                    <a:pt x="539" y="380"/>
                  </a:cubicBezTo>
                  <a:cubicBezTo>
                    <a:pt x="539" y="159"/>
                    <a:pt x="413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3"/>
            <p:cNvSpPr/>
            <p:nvPr/>
          </p:nvSpPr>
          <p:spPr>
            <a:xfrm>
              <a:off x="6036786" y="3282113"/>
              <a:ext cx="12901" cy="6467"/>
            </a:xfrm>
            <a:custGeom>
              <a:avLst/>
              <a:gdLst/>
              <a:ahLst/>
              <a:cxnLst/>
              <a:rect l="l" t="t" r="r" b="b"/>
              <a:pathLst>
                <a:path w="381" h="191" extrusionOk="0">
                  <a:moveTo>
                    <a:pt x="253" y="0"/>
                  </a:moveTo>
                  <a:cubicBezTo>
                    <a:pt x="158" y="0"/>
                    <a:pt x="63" y="64"/>
                    <a:pt x="0" y="190"/>
                  </a:cubicBezTo>
                  <a:lnTo>
                    <a:pt x="380" y="32"/>
                  </a:lnTo>
                  <a:cubicBezTo>
                    <a:pt x="348" y="0"/>
                    <a:pt x="285" y="0"/>
                    <a:pt x="253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5892000" y="2722373"/>
              <a:ext cx="16117" cy="11817"/>
            </a:xfrm>
            <a:custGeom>
              <a:avLst/>
              <a:gdLst/>
              <a:ahLst/>
              <a:cxnLst/>
              <a:rect l="l" t="t" r="r" b="b"/>
              <a:pathLst>
                <a:path w="476" h="349" extrusionOk="0">
                  <a:moveTo>
                    <a:pt x="1" y="0"/>
                  </a:moveTo>
                  <a:cubicBezTo>
                    <a:pt x="1" y="190"/>
                    <a:pt x="127" y="348"/>
                    <a:pt x="254" y="348"/>
                  </a:cubicBezTo>
                  <a:cubicBezTo>
                    <a:pt x="349" y="348"/>
                    <a:pt x="412" y="285"/>
                    <a:pt x="476" y="222"/>
                  </a:cubicBezTo>
                  <a:cubicBezTo>
                    <a:pt x="286" y="190"/>
                    <a:pt x="127" y="95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5934901" y="2719156"/>
              <a:ext cx="17201" cy="15034"/>
            </a:xfrm>
            <a:custGeom>
              <a:avLst/>
              <a:gdLst/>
              <a:ahLst/>
              <a:cxnLst/>
              <a:rect l="l" t="t" r="r" b="b"/>
              <a:pathLst>
                <a:path w="508" h="444" extrusionOk="0">
                  <a:moveTo>
                    <a:pt x="507" y="0"/>
                  </a:moveTo>
                  <a:cubicBezTo>
                    <a:pt x="349" y="127"/>
                    <a:pt x="191" y="222"/>
                    <a:pt x="1" y="285"/>
                  </a:cubicBezTo>
                  <a:cubicBezTo>
                    <a:pt x="64" y="380"/>
                    <a:pt x="127" y="443"/>
                    <a:pt x="222" y="443"/>
                  </a:cubicBezTo>
                  <a:cubicBezTo>
                    <a:pt x="381" y="443"/>
                    <a:pt x="507" y="253"/>
                    <a:pt x="507" y="32"/>
                  </a:cubicBezTo>
                  <a:lnTo>
                    <a:pt x="50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5912384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5953118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59" y="792"/>
                    <a:pt x="318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5890951" y="3199528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3"/>
            <p:cNvSpPr/>
            <p:nvPr/>
          </p:nvSpPr>
          <p:spPr>
            <a:xfrm>
              <a:off x="5932768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3"/>
            <p:cNvSpPr/>
            <p:nvPr/>
          </p:nvSpPr>
          <p:spPr>
            <a:xfrm>
              <a:off x="5916684" y="3226345"/>
              <a:ext cx="10734" cy="3251"/>
            </a:xfrm>
            <a:custGeom>
              <a:avLst/>
              <a:gdLst/>
              <a:ahLst/>
              <a:cxnLst/>
              <a:rect l="l" t="t" r="r" b="b"/>
              <a:pathLst>
                <a:path w="317" h="96" extrusionOk="0">
                  <a:moveTo>
                    <a:pt x="159" y="0"/>
                  </a:moveTo>
                  <a:cubicBezTo>
                    <a:pt x="95" y="0"/>
                    <a:pt x="63" y="32"/>
                    <a:pt x="0" y="64"/>
                  </a:cubicBezTo>
                  <a:lnTo>
                    <a:pt x="63" y="64"/>
                  </a:lnTo>
                  <a:cubicBezTo>
                    <a:pt x="159" y="64"/>
                    <a:pt x="254" y="64"/>
                    <a:pt x="317" y="95"/>
                  </a:cubicBezTo>
                  <a:cubicBezTo>
                    <a:pt x="285" y="32"/>
                    <a:pt x="222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3"/>
            <p:cNvSpPr/>
            <p:nvPr/>
          </p:nvSpPr>
          <p:spPr>
            <a:xfrm>
              <a:off x="5953118" y="3226345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444"/>
                    <a:pt x="33" y="444"/>
                    <a:pt x="33" y="475"/>
                  </a:cubicBezTo>
                  <a:cubicBezTo>
                    <a:pt x="159" y="570"/>
                    <a:pt x="286" y="697"/>
                    <a:pt x="381" y="792"/>
                  </a:cubicBezTo>
                  <a:cubicBezTo>
                    <a:pt x="508" y="760"/>
                    <a:pt x="603" y="602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3"/>
            <p:cNvSpPr/>
            <p:nvPr/>
          </p:nvSpPr>
          <p:spPr>
            <a:xfrm>
              <a:off x="5809450" y="2661222"/>
              <a:ext cx="19334" cy="18284"/>
            </a:xfrm>
            <a:custGeom>
              <a:avLst/>
              <a:gdLst/>
              <a:ahLst/>
              <a:cxnLst/>
              <a:rect l="l" t="t" r="r" b="b"/>
              <a:pathLst>
                <a:path w="571" h="540" extrusionOk="0">
                  <a:moveTo>
                    <a:pt x="570" y="1"/>
                  </a:moveTo>
                  <a:lnTo>
                    <a:pt x="0" y="223"/>
                  </a:lnTo>
                  <a:cubicBezTo>
                    <a:pt x="32" y="381"/>
                    <a:pt x="159" y="539"/>
                    <a:pt x="285" y="539"/>
                  </a:cubicBezTo>
                  <a:cubicBezTo>
                    <a:pt x="444" y="539"/>
                    <a:pt x="570" y="349"/>
                    <a:pt x="570" y="128"/>
                  </a:cubicBezTo>
                  <a:cubicBezTo>
                    <a:pt x="570" y="64"/>
                    <a:pt x="570" y="33"/>
                    <a:pt x="57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3"/>
            <p:cNvSpPr/>
            <p:nvPr/>
          </p:nvSpPr>
          <p:spPr>
            <a:xfrm>
              <a:off x="5829800" y="2679473"/>
              <a:ext cx="20418" cy="26817"/>
            </a:xfrm>
            <a:custGeom>
              <a:avLst/>
              <a:gdLst/>
              <a:ahLst/>
              <a:cxnLst/>
              <a:rect l="l" t="t" r="r" b="b"/>
              <a:pathLst>
                <a:path w="603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3"/>
            <p:cNvSpPr/>
            <p:nvPr/>
          </p:nvSpPr>
          <p:spPr>
            <a:xfrm>
              <a:off x="5809450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3"/>
            <p:cNvSpPr/>
            <p:nvPr/>
          </p:nvSpPr>
          <p:spPr>
            <a:xfrm>
              <a:off x="5851267" y="270625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3"/>
            <p:cNvSpPr/>
            <p:nvPr/>
          </p:nvSpPr>
          <p:spPr>
            <a:xfrm>
              <a:off x="5829800" y="2734156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76" y="792"/>
                    <a:pt x="603" y="602"/>
                    <a:pt x="603" y="380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3"/>
            <p:cNvSpPr/>
            <p:nvPr/>
          </p:nvSpPr>
          <p:spPr>
            <a:xfrm>
              <a:off x="5871651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0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3"/>
            <p:cNvSpPr/>
            <p:nvPr/>
          </p:nvSpPr>
          <p:spPr>
            <a:xfrm>
              <a:off x="5809450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3"/>
            <p:cNvSpPr/>
            <p:nvPr/>
          </p:nvSpPr>
          <p:spPr>
            <a:xfrm>
              <a:off x="5851267" y="319952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3"/>
            <p:cNvSpPr/>
            <p:nvPr/>
          </p:nvSpPr>
          <p:spPr>
            <a:xfrm>
              <a:off x="5829800" y="3226345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3"/>
            <p:cNvSpPr/>
            <p:nvPr/>
          </p:nvSpPr>
          <p:spPr>
            <a:xfrm>
              <a:off x="5871651" y="3226345"/>
              <a:ext cx="19334" cy="23634"/>
            </a:xfrm>
            <a:custGeom>
              <a:avLst/>
              <a:gdLst/>
              <a:ahLst/>
              <a:cxnLst/>
              <a:rect l="l" t="t" r="r" b="b"/>
              <a:pathLst>
                <a:path w="571" h="698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32" y="634"/>
                    <a:pt x="95" y="697"/>
                  </a:cubicBezTo>
                  <a:cubicBezTo>
                    <a:pt x="222" y="570"/>
                    <a:pt x="412" y="444"/>
                    <a:pt x="570" y="317"/>
                  </a:cubicBezTo>
                  <a:cubicBezTo>
                    <a:pt x="538" y="159"/>
                    <a:pt x="412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3"/>
            <p:cNvSpPr/>
            <p:nvPr/>
          </p:nvSpPr>
          <p:spPr>
            <a:xfrm>
              <a:off x="5809450" y="3254212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3"/>
                    <a:pt x="285" y="793"/>
                  </a:cubicBezTo>
                  <a:cubicBezTo>
                    <a:pt x="444" y="793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3"/>
            <p:cNvSpPr/>
            <p:nvPr/>
          </p:nvSpPr>
          <p:spPr>
            <a:xfrm>
              <a:off x="5851267" y="3254212"/>
              <a:ext cx="16117" cy="21501"/>
            </a:xfrm>
            <a:custGeom>
              <a:avLst/>
              <a:gdLst/>
              <a:ahLst/>
              <a:cxnLst/>
              <a:rect l="l" t="t" r="r" b="b"/>
              <a:pathLst>
                <a:path w="476" h="635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476"/>
                    <a:pt x="0" y="571"/>
                    <a:pt x="32" y="634"/>
                  </a:cubicBezTo>
                  <a:cubicBezTo>
                    <a:pt x="159" y="444"/>
                    <a:pt x="317" y="286"/>
                    <a:pt x="475" y="96"/>
                  </a:cubicBezTo>
                  <a:cubicBezTo>
                    <a:pt x="412" y="32"/>
                    <a:pt x="349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3"/>
            <p:cNvSpPr/>
            <p:nvPr/>
          </p:nvSpPr>
          <p:spPr>
            <a:xfrm>
              <a:off x="5829800" y="3282113"/>
              <a:ext cx="16117" cy="18657"/>
            </a:xfrm>
            <a:custGeom>
              <a:avLst/>
              <a:gdLst/>
              <a:ahLst/>
              <a:cxnLst/>
              <a:rect l="l" t="t" r="r" b="b"/>
              <a:pathLst>
                <a:path w="476" h="551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444"/>
                    <a:pt x="1" y="507"/>
                    <a:pt x="33" y="539"/>
                  </a:cubicBezTo>
                  <a:cubicBezTo>
                    <a:pt x="50" y="547"/>
                    <a:pt x="69" y="551"/>
                    <a:pt x="89" y="551"/>
                  </a:cubicBezTo>
                  <a:cubicBezTo>
                    <a:pt x="142" y="551"/>
                    <a:pt x="199" y="522"/>
                    <a:pt x="223" y="475"/>
                  </a:cubicBezTo>
                  <a:cubicBezTo>
                    <a:pt x="223" y="475"/>
                    <a:pt x="318" y="317"/>
                    <a:pt x="476" y="64"/>
                  </a:cubicBezTo>
                  <a:cubicBezTo>
                    <a:pt x="444" y="32"/>
                    <a:pt x="381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3"/>
            <p:cNvSpPr/>
            <p:nvPr/>
          </p:nvSpPr>
          <p:spPr>
            <a:xfrm>
              <a:off x="5752599" y="2686956"/>
              <a:ext cx="15068" cy="19334"/>
            </a:xfrm>
            <a:custGeom>
              <a:avLst/>
              <a:gdLst/>
              <a:ahLst/>
              <a:cxnLst/>
              <a:rect l="l" t="t" r="r" b="b"/>
              <a:pathLst>
                <a:path w="445" h="571" extrusionOk="0">
                  <a:moveTo>
                    <a:pt x="412" y="1"/>
                  </a:moveTo>
                  <a:lnTo>
                    <a:pt x="96" y="128"/>
                  </a:lnTo>
                  <a:cubicBezTo>
                    <a:pt x="32" y="159"/>
                    <a:pt x="1" y="223"/>
                    <a:pt x="32" y="286"/>
                  </a:cubicBezTo>
                  <a:cubicBezTo>
                    <a:pt x="32" y="286"/>
                    <a:pt x="96" y="413"/>
                    <a:pt x="191" y="571"/>
                  </a:cubicBezTo>
                  <a:cubicBezTo>
                    <a:pt x="317" y="571"/>
                    <a:pt x="444" y="381"/>
                    <a:pt x="444" y="159"/>
                  </a:cubicBezTo>
                  <a:cubicBezTo>
                    <a:pt x="444" y="96"/>
                    <a:pt x="444" y="33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3"/>
            <p:cNvSpPr/>
            <p:nvPr/>
          </p:nvSpPr>
          <p:spPr>
            <a:xfrm>
              <a:off x="5790150" y="2679473"/>
              <a:ext cx="19334" cy="26817"/>
            </a:xfrm>
            <a:custGeom>
              <a:avLst/>
              <a:gdLst/>
              <a:ahLst/>
              <a:cxnLst/>
              <a:rect l="l" t="t" r="r" b="b"/>
              <a:pathLst>
                <a:path w="571" h="792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3"/>
            <p:cNvSpPr/>
            <p:nvPr/>
          </p:nvSpPr>
          <p:spPr>
            <a:xfrm>
              <a:off x="5768682" y="270625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286" y="1"/>
                  </a:moveTo>
                  <a:cubicBezTo>
                    <a:pt x="128" y="1"/>
                    <a:pt x="1" y="191"/>
                    <a:pt x="1" y="413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3"/>
            <p:cNvSpPr/>
            <p:nvPr/>
          </p:nvSpPr>
          <p:spPr>
            <a:xfrm>
              <a:off x="5790150" y="2734156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3"/>
            <p:cNvSpPr/>
            <p:nvPr/>
          </p:nvSpPr>
          <p:spPr>
            <a:xfrm>
              <a:off x="5768682" y="319952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3"/>
            <p:cNvSpPr/>
            <p:nvPr/>
          </p:nvSpPr>
          <p:spPr>
            <a:xfrm>
              <a:off x="5757983" y="3232779"/>
              <a:ext cx="9684" cy="21467"/>
            </a:xfrm>
            <a:custGeom>
              <a:avLst/>
              <a:gdLst/>
              <a:ahLst/>
              <a:cxnLst/>
              <a:rect l="l" t="t" r="r" b="b"/>
              <a:pathLst>
                <a:path w="286" h="634" extrusionOk="0">
                  <a:moveTo>
                    <a:pt x="222" y="0"/>
                  </a:moveTo>
                  <a:cubicBezTo>
                    <a:pt x="158" y="222"/>
                    <a:pt x="63" y="475"/>
                    <a:pt x="0" y="634"/>
                  </a:cubicBezTo>
                  <a:cubicBezTo>
                    <a:pt x="158" y="634"/>
                    <a:pt x="285" y="444"/>
                    <a:pt x="285" y="222"/>
                  </a:cubicBezTo>
                  <a:cubicBezTo>
                    <a:pt x="285" y="127"/>
                    <a:pt x="253" y="64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3"/>
            <p:cNvSpPr/>
            <p:nvPr/>
          </p:nvSpPr>
          <p:spPr>
            <a:xfrm>
              <a:off x="5790150" y="3226345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3"/>
            <p:cNvSpPr/>
            <p:nvPr/>
          </p:nvSpPr>
          <p:spPr>
            <a:xfrm>
              <a:off x="5768682" y="3254212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76"/>
                    <a:pt x="32" y="571"/>
                    <a:pt x="64" y="634"/>
                  </a:cubicBezTo>
                  <a:lnTo>
                    <a:pt x="413" y="761"/>
                  </a:lnTo>
                  <a:cubicBezTo>
                    <a:pt x="508" y="698"/>
                    <a:pt x="571" y="571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3"/>
            <p:cNvSpPr/>
            <p:nvPr/>
          </p:nvSpPr>
          <p:spPr>
            <a:xfrm>
              <a:off x="5793366" y="3282113"/>
              <a:ext cx="15034" cy="9684"/>
            </a:xfrm>
            <a:custGeom>
              <a:avLst/>
              <a:gdLst/>
              <a:ahLst/>
              <a:cxnLst/>
              <a:rect l="l" t="t" r="r" b="b"/>
              <a:pathLst>
                <a:path w="444" h="286" extrusionOk="0">
                  <a:moveTo>
                    <a:pt x="190" y="0"/>
                  </a:moveTo>
                  <a:cubicBezTo>
                    <a:pt x="95" y="0"/>
                    <a:pt x="32" y="32"/>
                    <a:pt x="0" y="95"/>
                  </a:cubicBezTo>
                  <a:lnTo>
                    <a:pt x="444" y="285"/>
                  </a:lnTo>
                  <a:cubicBezTo>
                    <a:pt x="412" y="95"/>
                    <a:pt x="317" y="0"/>
                    <a:pt x="19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23"/>
            <p:cNvSpPr/>
            <p:nvPr/>
          </p:nvSpPr>
          <p:spPr>
            <a:xfrm>
              <a:off x="5645364" y="281670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1"/>
                  </a:moveTo>
                  <a:cubicBezTo>
                    <a:pt x="96" y="33"/>
                    <a:pt x="1" y="191"/>
                    <a:pt x="1" y="381"/>
                  </a:cubicBezTo>
                  <a:cubicBezTo>
                    <a:pt x="1" y="603"/>
                    <a:pt x="128" y="793"/>
                    <a:pt x="286" y="793"/>
                  </a:cubicBezTo>
                  <a:cubicBezTo>
                    <a:pt x="444" y="793"/>
                    <a:pt x="571" y="603"/>
                    <a:pt x="571" y="381"/>
                  </a:cubicBezTo>
                  <a:cubicBezTo>
                    <a:pt x="571" y="223"/>
                    <a:pt x="508" y="96"/>
                    <a:pt x="413" y="33"/>
                  </a:cubicBezTo>
                  <a:cubicBezTo>
                    <a:pt x="349" y="1"/>
                    <a:pt x="286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23"/>
            <p:cNvSpPr/>
            <p:nvPr/>
          </p:nvSpPr>
          <p:spPr>
            <a:xfrm>
              <a:off x="5687181" y="2819924"/>
              <a:ext cx="19368" cy="23634"/>
            </a:xfrm>
            <a:custGeom>
              <a:avLst/>
              <a:gdLst/>
              <a:ahLst/>
              <a:cxnLst/>
              <a:rect l="l" t="t" r="r" b="b"/>
              <a:pathLst>
                <a:path w="572" h="698" extrusionOk="0">
                  <a:moveTo>
                    <a:pt x="64" y="1"/>
                  </a:moveTo>
                  <a:cubicBezTo>
                    <a:pt x="33" y="96"/>
                    <a:pt x="1" y="191"/>
                    <a:pt x="1" y="286"/>
                  </a:cubicBezTo>
                  <a:cubicBezTo>
                    <a:pt x="1" y="508"/>
                    <a:pt x="128" y="698"/>
                    <a:pt x="286" y="698"/>
                  </a:cubicBezTo>
                  <a:cubicBezTo>
                    <a:pt x="444" y="698"/>
                    <a:pt x="571" y="508"/>
                    <a:pt x="571" y="286"/>
                  </a:cubicBezTo>
                  <a:cubicBezTo>
                    <a:pt x="571" y="191"/>
                    <a:pt x="539" y="64"/>
                    <a:pt x="476" y="1"/>
                  </a:cubicBezTo>
                  <a:cubicBezTo>
                    <a:pt x="392" y="1"/>
                    <a:pt x="307" y="15"/>
                    <a:pt x="213" y="15"/>
                  </a:cubicBezTo>
                  <a:cubicBezTo>
                    <a:pt x="166" y="15"/>
                    <a:pt x="117" y="1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5665748" y="284352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5707565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5645364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5687181" y="2870341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23"/>
            <p:cNvSpPr/>
            <p:nvPr/>
          </p:nvSpPr>
          <p:spPr>
            <a:xfrm>
              <a:off x="5665748" y="2898208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317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317" y="792"/>
                  </a:cubicBezTo>
                  <a:cubicBezTo>
                    <a:pt x="476" y="792"/>
                    <a:pt x="602" y="634"/>
                    <a:pt x="602" y="412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3"/>
            <p:cNvSpPr/>
            <p:nvPr/>
          </p:nvSpPr>
          <p:spPr>
            <a:xfrm>
              <a:off x="5707565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7" y="1"/>
                    <a:pt x="1" y="191"/>
                    <a:pt x="1" y="412"/>
                  </a:cubicBezTo>
                  <a:cubicBezTo>
                    <a:pt x="1" y="634"/>
                    <a:pt x="127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5647531" y="2925025"/>
              <a:ext cx="17167" cy="24684"/>
            </a:xfrm>
            <a:custGeom>
              <a:avLst/>
              <a:gdLst/>
              <a:ahLst/>
              <a:cxnLst/>
              <a:rect l="l" t="t" r="r" b="b"/>
              <a:pathLst>
                <a:path w="507" h="729" extrusionOk="0">
                  <a:moveTo>
                    <a:pt x="222" y="0"/>
                  </a:moveTo>
                  <a:cubicBezTo>
                    <a:pt x="127" y="0"/>
                    <a:pt x="32" y="95"/>
                    <a:pt x="0" y="190"/>
                  </a:cubicBezTo>
                  <a:cubicBezTo>
                    <a:pt x="159" y="349"/>
                    <a:pt x="285" y="539"/>
                    <a:pt x="412" y="729"/>
                  </a:cubicBezTo>
                  <a:cubicBezTo>
                    <a:pt x="475" y="634"/>
                    <a:pt x="507" y="539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5687181" y="2925025"/>
              <a:ext cx="19368" cy="27901"/>
            </a:xfrm>
            <a:custGeom>
              <a:avLst/>
              <a:gdLst/>
              <a:ahLst/>
              <a:cxnLst/>
              <a:rect l="l" t="t" r="r" b="b"/>
              <a:pathLst>
                <a:path w="572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5667881" y="2952892"/>
              <a:ext cx="18284" cy="27935"/>
            </a:xfrm>
            <a:custGeom>
              <a:avLst/>
              <a:gdLst/>
              <a:ahLst/>
              <a:cxnLst/>
              <a:rect l="l" t="t" r="r" b="b"/>
              <a:pathLst>
                <a:path w="540" h="825" extrusionOk="0">
                  <a:moveTo>
                    <a:pt x="254" y="1"/>
                  </a:moveTo>
                  <a:cubicBezTo>
                    <a:pt x="128" y="1"/>
                    <a:pt x="33" y="96"/>
                    <a:pt x="1" y="223"/>
                  </a:cubicBezTo>
                  <a:cubicBezTo>
                    <a:pt x="64" y="381"/>
                    <a:pt x="128" y="603"/>
                    <a:pt x="128" y="793"/>
                  </a:cubicBezTo>
                  <a:cubicBezTo>
                    <a:pt x="159" y="793"/>
                    <a:pt x="191" y="824"/>
                    <a:pt x="254" y="824"/>
                  </a:cubicBezTo>
                  <a:cubicBezTo>
                    <a:pt x="413" y="824"/>
                    <a:pt x="539" y="634"/>
                    <a:pt x="539" y="413"/>
                  </a:cubicBezTo>
                  <a:cubicBezTo>
                    <a:pt x="539" y="191"/>
                    <a:pt x="413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5707565" y="2952892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23"/>
            <p:cNvSpPr/>
            <p:nvPr/>
          </p:nvSpPr>
          <p:spPr>
            <a:xfrm>
              <a:off x="5687181" y="2980793"/>
              <a:ext cx="19368" cy="26817"/>
            </a:xfrm>
            <a:custGeom>
              <a:avLst/>
              <a:gdLst/>
              <a:ahLst/>
              <a:cxnLst/>
              <a:rect l="l" t="t" r="r" b="b"/>
              <a:pathLst>
                <a:path w="572" h="792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23"/>
            <p:cNvSpPr/>
            <p:nvPr/>
          </p:nvSpPr>
          <p:spPr>
            <a:xfrm>
              <a:off x="5665748" y="3007576"/>
              <a:ext cx="20418" cy="27935"/>
            </a:xfrm>
            <a:custGeom>
              <a:avLst/>
              <a:gdLst/>
              <a:ahLst/>
              <a:cxnLst/>
              <a:rect l="l" t="t" r="r" b="b"/>
              <a:pathLst>
                <a:path w="603" h="825" extrusionOk="0">
                  <a:moveTo>
                    <a:pt x="317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317" y="824"/>
                  </a:cubicBezTo>
                  <a:cubicBezTo>
                    <a:pt x="476" y="824"/>
                    <a:pt x="602" y="634"/>
                    <a:pt x="602" y="413"/>
                  </a:cubicBezTo>
                  <a:cubicBezTo>
                    <a:pt x="602" y="191"/>
                    <a:pt x="476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5707565" y="3007576"/>
              <a:ext cx="19334" cy="27935"/>
            </a:xfrm>
            <a:custGeom>
              <a:avLst/>
              <a:gdLst/>
              <a:ahLst/>
              <a:cxnLst/>
              <a:rect l="l" t="t" r="r" b="b"/>
              <a:pathLst>
                <a:path w="571" h="825" extrusionOk="0">
                  <a:moveTo>
                    <a:pt x="286" y="1"/>
                  </a:moveTo>
                  <a:cubicBezTo>
                    <a:pt x="127" y="1"/>
                    <a:pt x="1" y="191"/>
                    <a:pt x="1" y="413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3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5645364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5687181" y="3035477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5665748" y="306229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317" y="823"/>
                  </a:cubicBezTo>
                  <a:cubicBezTo>
                    <a:pt x="476" y="823"/>
                    <a:pt x="602" y="633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5707565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5645364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5687181" y="3090160"/>
              <a:ext cx="19368" cy="26851"/>
            </a:xfrm>
            <a:custGeom>
              <a:avLst/>
              <a:gdLst/>
              <a:ahLst/>
              <a:cxnLst/>
              <a:rect l="l" t="t" r="r" b="b"/>
              <a:pathLst>
                <a:path w="572" h="793" extrusionOk="0">
                  <a:moveTo>
                    <a:pt x="286" y="0"/>
                  </a:moveTo>
                  <a:cubicBezTo>
                    <a:pt x="128" y="0"/>
                    <a:pt x="1" y="159"/>
                    <a:pt x="1" y="380"/>
                  </a:cubicBezTo>
                  <a:cubicBezTo>
                    <a:pt x="1" y="602"/>
                    <a:pt x="128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5665748" y="3116978"/>
              <a:ext cx="20418" cy="23600"/>
            </a:xfrm>
            <a:custGeom>
              <a:avLst/>
              <a:gdLst/>
              <a:ahLst/>
              <a:cxnLst/>
              <a:rect l="l" t="t" r="r" b="b"/>
              <a:pathLst>
                <a:path w="603" h="697" extrusionOk="0">
                  <a:moveTo>
                    <a:pt x="317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697"/>
                    <a:pt x="381" y="665"/>
                    <a:pt x="539" y="665"/>
                  </a:cubicBezTo>
                  <a:cubicBezTo>
                    <a:pt x="571" y="602"/>
                    <a:pt x="602" y="507"/>
                    <a:pt x="602" y="412"/>
                  </a:cubicBezTo>
                  <a:cubicBezTo>
                    <a:pt x="602" y="190"/>
                    <a:pt x="476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5707565" y="3116978"/>
              <a:ext cx="20418" cy="25767"/>
            </a:xfrm>
            <a:custGeom>
              <a:avLst/>
              <a:gdLst/>
              <a:ahLst/>
              <a:cxnLst/>
              <a:rect l="l" t="t" r="r" b="b"/>
              <a:pathLst>
                <a:path w="603" h="761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539"/>
                    <a:pt x="32" y="634"/>
                    <a:pt x="96" y="697"/>
                  </a:cubicBezTo>
                  <a:cubicBezTo>
                    <a:pt x="222" y="729"/>
                    <a:pt x="317" y="729"/>
                    <a:pt x="444" y="760"/>
                  </a:cubicBezTo>
                  <a:cubicBezTo>
                    <a:pt x="539" y="697"/>
                    <a:pt x="602" y="570"/>
                    <a:pt x="602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5632497" y="2812441"/>
              <a:ext cx="8634" cy="3251"/>
            </a:xfrm>
            <a:custGeom>
              <a:avLst/>
              <a:gdLst/>
              <a:ahLst/>
              <a:cxnLst/>
              <a:rect l="l" t="t" r="r" b="b"/>
              <a:pathLst>
                <a:path w="255" h="96" extrusionOk="0">
                  <a:moveTo>
                    <a:pt x="159" y="0"/>
                  </a:moveTo>
                  <a:cubicBezTo>
                    <a:pt x="96" y="0"/>
                    <a:pt x="33" y="32"/>
                    <a:pt x="1" y="64"/>
                  </a:cubicBezTo>
                  <a:cubicBezTo>
                    <a:pt x="33" y="95"/>
                    <a:pt x="64" y="95"/>
                    <a:pt x="96" y="95"/>
                  </a:cubicBezTo>
                  <a:cubicBezTo>
                    <a:pt x="159" y="95"/>
                    <a:pt x="223" y="64"/>
                    <a:pt x="254" y="32"/>
                  </a:cubicBezTo>
                  <a:cubicBezTo>
                    <a:pt x="191" y="0"/>
                    <a:pt x="159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5622847" y="2836007"/>
              <a:ext cx="1117" cy="1117"/>
            </a:xfrm>
            <a:custGeom>
              <a:avLst/>
              <a:gdLst/>
              <a:ahLst/>
              <a:cxnLst/>
              <a:rect l="l" t="t" r="r" b="b"/>
              <a:pathLst>
                <a:path w="33" h="33" extrusionOk="0">
                  <a:moveTo>
                    <a:pt x="1" y="33"/>
                  </a:moveTo>
                  <a:cubicBezTo>
                    <a:pt x="1" y="33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5626064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5604631" y="287034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59" y="824"/>
                    <a:pt x="317" y="824"/>
                  </a:cubicBezTo>
                  <a:cubicBezTo>
                    <a:pt x="475" y="824"/>
                    <a:pt x="602" y="634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5626064" y="2898208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412"/>
                    <a:pt x="1" y="444"/>
                    <a:pt x="1" y="444"/>
                  </a:cubicBezTo>
                  <a:cubicBezTo>
                    <a:pt x="128" y="539"/>
                    <a:pt x="254" y="666"/>
                    <a:pt x="381" y="761"/>
                  </a:cubicBezTo>
                  <a:cubicBezTo>
                    <a:pt x="508" y="697"/>
                    <a:pt x="571" y="571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5607847" y="3047260"/>
              <a:ext cx="17201" cy="15068"/>
            </a:xfrm>
            <a:custGeom>
              <a:avLst/>
              <a:gdLst/>
              <a:ahLst/>
              <a:cxnLst/>
              <a:rect l="l" t="t" r="r" b="b"/>
              <a:pathLst>
                <a:path w="508" h="445" extrusionOk="0">
                  <a:moveTo>
                    <a:pt x="507" y="1"/>
                  </a:moveTo>
                  <a:cubicBezTo>
                    <a:pt x="285" y="159"/>
                    <a:pt x="127" y="254"/>
                    <a:pt x="0" y="317"/>
                  </a:cubicBezTo>
                  <a:cubicBezTo>
                    <a:pt x="64" y="412"/>
                    <a:pt x="127" y="444"/>
                    <a:pt x="222" y="444"/>
                  </a:cubicBezTo>
                  <a:cubicBezTo>
                    <a:pt x="380" y="444"/>
                    <a:pt x="507" y="254"/>
                    <a:pt x="507" y="32"/>
                  </a:cubicBezTo>
                  <a:cubicBezTo>
                    <a:pt x="507" y="32"/>
                    <a:pt x="507" y="1"/>
                    <a:pt x="50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5600330" y="3065510"/>
              <a:ext cx="3251" cy="10734"/>
            </a:xfrm>
            <a:custGeom>
              <a:avLst/>
              <a:gdLst/>
              <a:ahLst/>
              <a:cxnLst/>
              <a:rect l="l" t="t" r="r" b="b"/>
              <a:pathLst>
                <a:path w="96" h="317" extrusionOk="0">
                  <a:moveTo>
                    <a:pt x="1" y="0"/>
                  </a:moveTo>
                  <a:cubicBezTo>
                    <a:pt x="1" y="32"/>
                    <a:pt x="1" y="32"/>
                    <a:pt x="1" y="63"/>
                  </a:cubicBezTo>
                  <a:lnTo>
                    <a:pt x="96" y="317"/>
                  </a:lnTo>
                  <a:cubicBezTo>
                    <a:pt x="96" y="190"/>
                    <a:pt x="64" y="63"/>
                    <a:pt x="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5626064" y="306229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5609980" y="3090160"/>
              <a:ext cx="15068" cy="25767"/>
            </a:xfrm>
            <a:custGeom>
              <a:avLst/>
              <a:gdLst/>
              <a:ahLst/>
              <a:cxnLst/>
              <a:rect l="l" t="t" r="r" b="b"/>
              <a:pathLst>
                <a:path w="445" h="761" extrusionOk="0">
                  <a:moveTo>
                    <a:pt x="159" y="0"/>
                  </a:moveTo>
                  <a:cubicBezTo>
                    <a:pt x="96" y="0"/>
                    <a:pt x="32" y="0"/>
                    <a:pt x="1" y="32"/>
                  </a:cubicBezTo>
                  <a:lnTo>
                    <a:pt x="286" y="761"/>
                  </a:lnTo>
                  <a:cubicBezTo>
                    <a:pt x="381" y="666"/>
                    <a:pt x="444" y="539"/>
                    <a:pt x="444" y="412"/>
                  </a:cubicBezTo>
                  <a:cubicBezTo>
                    <a:pt x="444" y="159"/>
                    <a:pt x="317" y="0"/>
                    <a:pt x="15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5626064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380"/>
                  </a:cubicBezTo>
                  <a:lnTo>
                    <a:pt x="159" y="760"/>
                  </a:lnTo>
                  <a:cubicBezTo>
                    <a:pt x="191" y="792"/>
                    <a:pt x="223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6055002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6075386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4" y="0"/>
                  </a:moveTo>
                  <a:cubicBezTo>
                    <a:pt x="127" y="32"/>
                    <a:pt x="0" y="191"/>
                    <a:pt x="0" y="412"/>
                  </a:cubicBezTo>
                  <a:cubicBezTo>
                    <a:pt x="0" y="634"/>
                    <a:pt x="159" y="792"/>
                    <a:pt x="317" y="792"/>
                  </a:cubicBezTo>
                  <a:cubicBezTo>
                    <a:pt x="444" y="792"/>
                    <a:pt x="539" y="666"/>
                    <a:pt x="570" y="507"/>
                  </a:cubicBezTo>
                  <a:cubicBezTo>
                    <a:pt x="570" y="507"/>
                    <a:pt x="539" y="476"/>
                    <a:pt x="539" y="476"/>
                  </a:cubicBezTo>
                  <a:cubicBezTo>
                    <a:pt x="412" y="349"/>
                    <a:pt x="317" y="191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6055002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6096820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6076436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6117203" y="284352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6096820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6088253" y="2899292"/>
              <a:ext cx="7517" cy="15034"/>
            </a:xfrm>
            <a:custGeom>
              <a:avLst/>
              <a:gdLst/>
              <a:ahLst/>
              <a:cxnLst/>
              <a:rect l="l" t="t" r="r" b="b"/>
              <a:pathLst>
                <a:path w="222" h="444" extrusionOk="0">
                  <a:moveTo>
                    <a:pt x="0" y="0"/>
                  </a:moveTo>
                  <a:lnTo>
                    <a:pt x="0" y="0"/>
                  </a:lnTo>
                  <a:cubicBezTo>
                    <a:pt x="95" y="127"/>
                    <a:pt x="159" y="285"/>
                    <a:pt x="222" y="444"/>
                  </a:cubicBezTo>
                  <a:cubicBezTo>
                    <a:pt x="222" y="444"/>
                    <a:pt x="222" y="412"/>
                    <a:pt x="222" y="380"/>
                  </a:cubicBezTo>
                  <a:cubicBezTo>
                    <a:pt x="222" y="190"/>
                    <a:pt x="127" y="32"/>
                    <a:pt x="0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6117203" y="2898208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6100036" y="2925025"/>
              <a:ext cx="16117" cy="27901"/>
            </a:xfrm>
            <a:custGeom>
              <a:avLst/>
              <a:gdLst/>
              <a:ahLst/>
              <a:cxnLst/>
              <a:rect l="l" t="t" r="r" b="b"/>
              <a:pathLst>
                <a:path w="476" h="824" extrusionOk="0">
                  <a:moveTo>
                    <a:pt x="191" y="0"/>
                  </a:moveTo>
                  <a:cubicBezTo>
                    <a:pt x="127" y="0"/>
                    <a:pt x="32" y="64"/>
                    <a:pt x="1" y="127"/>
                  </a:cubicBezTo>
                  <a:cubicBezTo>
                    <a:pt x="64" y="349"/>
                    <a:pt x="96" y="570"/>
                    <a:pt x="127" y="824"/>
                  </a:cubicBezTo>
                  <a:lnTo>
                    <a:pt x="191" y="824"/>
                  </a:lnTo>
                  <a:cubicBezTo>
                    <a:pt x="349" y="824"/>
                    <a:pt x="476" y="634"/>
                    <a:pt x="476" y="412"/>
                  </a:cubicBezTo>
                  <a:cubicBezTo>
                    <a:pt x="476" y="190"/>
                    <a:pt x="349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6117203" y="2952892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6104336" y="2980793"/>
              <a:ext cx="11817" cy="26817"/>
            </a:xfrm>
            <a:custGeom>
              <a:avLst/>
              <a:gdLst/>
              <a:ahLst/>
              <a:cxnLst/>
              <a:rect l="l" t="t" r="r" b="b"/>
              <a:pathLst>
                <a:path w="349" h="792" extrusionOk="0">
                  <a:moveTo>
                    <a:pt x="64" y="0"/>
                  </a:moveTo>
                  <a:cubicBezTo>
                    <a:pt x="64" y="254"/>
                    <a:pt x="64" y="539"/>
                    <a:pt x="0" y="792"/>
                  </a:cubicBezTo>
                  <a:lnTo>
                    <a:pt x="64" y="792"/>
                  </a:lnTo>
                  <a:cubicBezTo>
                    <a:pt x="222" y="792"/>
                    <a:pt x="349" y="602"/>
                    <a:pt x="349" y="380"/>
                  </a:cubicBezTo>
                  <a:cubicBezTo>
                    <a:pt x="349" y="159"/>
                    <a:pt x="222" y="0"/>
                    <a:pt x="6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3"/>
            <p:cNvSpPr/>
            <p:nvPr/>
          </p:nvSpPr>
          <p:spPr>
            <a:xfrm>
              <a:off x="6117203" y="3007576"/>
              <a:ext cx="20384" cy="27935"/>
            </a:xfrm>
            <a:custGeom>
              <a:avLst/>
              <a:gdLst/>
              <a:ahLst/>
              <a:cxnLst/>
              <a:rect l="l" t="t" r="r" b="b"/>
              <a:pathLst>
                <a:path w="602" h="825" extrusionOk="0">
                  <a:moveTo>
                    <a:pt x="285" y="1"/>
                  </a:moveTo>
                  <a:cubicBezTo>
                    <a:pt x="127" y="1"/>
                    <a:pt x="0" y="191"/>
                    <a:pt x="0" y="413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3"/>
                  </a:cubicBezTo>
                  <a:cubicBezTo>
                    <a:pt x="602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3"/>
            <p:cNvSpPr/>
            <p:nvPr/>
          </p:nvSpPr>
          <p:spPr>
            <a:xfrm>
              <a:off x="6096820" y="303547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3"/>
            <p:cNvSpPr/>
            <p:nvPr/>
          </p:nvSpPr>
          <p:spPr>
            <a:xfrm>
              <a:off x="6076436" y="3063343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191"/>
                    <a:pt x="128" y="381"/>
                    <a:pt x="1" y="571"/>
                  </a:cubicBezTo>
                  <a:cubicBezTo>
                    <a:pt x="64" y="697"/>
                    <a:pt x="159" y="792"/>
                    <a:pt x="286" y="792"/>
                  </a:cubicBezTo>
                  <a:cubicBezTo>
                    <a:pt x="444" y="792"/>
                    <a:pt x="571" y="602"/>
                    <a:pt x="571" y="381"/>
                  </a:cubicBezTo>
                  <a:cubicBezTo>
                    <a:pt x="571" y="191"/>
                    <a:pt x="476" y="32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3"/>
            <p:cNvSpPr/>
            <p:nvPr/>
          </p:nvSpPr>
          <p:spPr>
            <a:xfrm>
              <a:off x="6117203" y="306229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3"/>
            <p:cNvSpPr/>
            <p:nvPr/>
          </p:nvSpPr>
          <p:spPr>
            <a:xfrm>
              <a:off x="6056086" y="3092294"/>
              <a:ext cx="18251" cy="24718"/>
            </a:xfrm>
            <a:custGeom>
              <a:avLst/>
              <a:gdLst/>
              <a:ahLst/>
              <a:cxnLst/>
              <a:rect l="l" t="t" r="r" b="b"/>
              <a:pathLst>
                <a:path w="539" h="730" extrusionOk="0">
                  <a:moveTo>
                    <a:pt x="412" y="1"/>
                  </a:moveTo>
                  <a:cubicBezTo>
                    <a:pt x="285" y="159"/>
                    <a:pt x="158" y="349"/>
                    <a:pt x="0" y="507"/>
                  </a:cubicBezTo>
                  <a:cubicBezTo>
                    <a:pt x="32" y="634"/>
                    <a:pt x="158" y="729"/>
                    <a:pt x="253" y="729"/>
                  </a:cubicBezTo>
                  <a:cubicBezTo>
                    <a:pt x="412" y="729"/>
                    <a:pt x="539" y="571"/>
                    <a:pt x="539" y="349"/>
                  </a:cubicBezTo>
                  <a:cubicBezTo>
                    <a:pt x="539" y="191"/>
                    <a:pt x="507" y="64"/>
                    <a:pt x="41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3"/>
            <p:cNvSpPr/>
            <p:nvPr/>
          </p:nvSpPr>
          <p:spPr>
            <a:xfrm>
              <a:off x="6096820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6" y="0"/>
                  </a:moveTo>
                  <a:cubicBezTo>
                    <a:pt x="127" y="0"/>
                    <a:pt x="1" y="159"/>
                    <a:pt x="1" y="380"/>
                  </a:cubicBezTo>
                  <a:cubicBezTo>
                    <a:pt x="1" y="602"/>
                    <a:pt x="127" y="792"/>
                    <a:pt x="286" y="792"/>
                  </a:cubicBezTo>
                  <a:cubicBezTo>
                    <a:pt x="444" y="792"/>
                    <a:pt x="571" y="602"/>
                    <a:pt x="571" y="380"/>
                  </a:cubicBezTo>
                  <a:cubicBezTo>
                    <a:pt x="571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3"/>
            <p:cNvSpPr/>
            <p:nvPr/>
          </p:nvSpPr>
          <p:spPr>
            <a:xfrm>
              <a:off x="6076436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3"/>
            <p:cNvSpPr/>
            <p:nvPr/>
          </p:nvSpPr>
          <p:spPr>
            <a:xfrm>
              <a:off x="6117203" y="3116978"/>
              <a:ext cx="20384" cy="24684"/>
            </a:xfrm>
            <a:custGeom>
              <a:avLst/>
              <a:gdLst/>
              <a:ahLst/>
              <a:cxnLst/>
              <a:rect l="l" t="t" r="r" b="b"/>
              <a:pathLst>
                <a:path w="602" h="729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539"/>
                    <a:pt x="64" y="665"/>
                    <a:pt x="127" y="729"/>
                  </a:cubicBezTo>
                  <a:cubicBezTo>
                    <a:pt x="254" y="697"/>
                    <a:pt x="380" y="697"/>
                    <a:pt x="507" y="697"/>
                  </a:cubicBezTo>
                  <a:cubicBezTo>
                    <a:pt x="570" y="602"/>
                    <a:pt x="602" y="507"/>
                    <a:pt x="602" y="412"/>
                  </a:cubicBezTo>
                  <a:cubicBezTo>
                    <a:pt x="602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3"/>
            <p:cNvSpPr/>
            <p:nvPr/>
          </p:nvSpPr>
          <p:spPr>
            <a:xfrm>
              <a:off x="6055002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571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3"/>
            <p:cNvSpPr/>
            <p:nvPr/>
          </p:nvSpPr>
          <p:spPr>
            <a:xfrm>
              <a:off x="6097903" y="3144844"/>
              <a:ext cx="11817" cy="7551"/>
            </a:xfrm>
            <a:custGeom>
              <a:avLst/>
              <a:gdLst/>
              <a:ahLst/>
              <a:cxnLst/>
              <a:rect l="l" t="t" r="r" b="b"/>
              <a:pathLst>
                <a:path w="349" h="223" extrusionOk="0">
                  <a:moveTo>
                    <a:pt x="254" y="1"/>
                  </a:moveTo>
                  <a:cubicBezTo>
                    <a:pt x="127" y="1"/>
                    <a:pt x="32" y="96"/>
                    <a:pt x="0" y="222"/>
                  </a:cubicBezTo>
                  <a:cubicBezTo>
                    <a:pt x="95" y="127"/>
                    <a:pt x="222" y="64"/>
                    <a:pt x="349" y="32"/>
                  </a:cubicBezTo>
                  <a:cubicBezTo>
                    <a:pt x="317" y="1"/>
                    <a:pt x="285" y="1"/>
                    <a:pt x="25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3"/>
            <p:cNvSpPr/>
            <p:nvPr/>
          </p:nvSpPr>
          <p:spPr>
            <a:xfrm>
              <a:off x="6075386" y="3172711"/>
              <a:ext cx="7517" cy="21501"/>
            </a:xfrm>
            <a:custGeom>
              <a:avLst/>
              <a:gdLst/>
              <a:ahLst/>
              <a:cxnLst/>
              <a:rect l="l" t="t" r="r" b="b"/>
              <a:pathLst>
                <a:path w="222" h="635" extrusionOk="0">
                  <a:moveTo>
                    <a:pt x="222" y="1"/>
                  </a:moveTo>
                  <a:lnTo>
                    <a:pt x="222" y="1"/>
                  </a:lnTo>
                  <a:cubicBezTo>
                    <a:pt x="95" y="33"/>
                    <a:pt x="0" y="191"/>
                    <a:pt x="0" y="381"/>
                  </a:cubicBezTo>
                  <a:cubicBezTo>
                    <a:pt x="0" y="476"/>
                    <a:pt x="32" y="571"/>
                    <a:pt x="95" y="634"/>
                  </a:cubicBezTo>
                  <a:cubicBezTo>
                    <a:pt x="95" y="413"/>
                    <a:pt x="159" y="191"/>
                    <a:pt x="222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3"/>
            <p:cNvSpPr/>
            <p:nvPr/>
          </p:nvSpPr>
          <p:spPr>
            <a:xfrm>
              <a:off x="5973501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1" y="190"/>
                    <a:pt x="1" y="412"/>
                  </a:cubicBezTo>
                  <a:cubicBezTo>
                    <a:pt x="1" y="633"/>
                    <a:pt x="127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3"/>
            <p:cNvSpPr/>
            <p:nvPr/>
          </p:nvSpPr>
          <p:spPr>
            <a:xfrm>
              <a:off x="6014269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317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317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3"/>
            <p:cNvSpPr/>
            <p:nvPr/>
          </p:nvSpPr>
          <p:spPr>
            <a:xfrm>
              <a:off x="5993885" y="2788840"/>
              <a:ext cx="19334" cy="25767"/>
            </a:xfrm>
            <a:custGeom>
              <a:avLst/>
              <a:gdLst/>
              <a:ahLst/>
              <a:cxnLst/>
              <a:rect l="l" t="t" r="r" b="b"/>
              <a:pathLst>
                <a:path w="571" h="761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444"/>
                    <a:pt x="0" y="507"/>
                    <a:pt x="32" y="539"/>
                  </a:cubicBezTo>
                  <a:cubicBezTo>
                    <a:pt x="159" y="602"/>
                    <a:pt x="317" y="666"/>
                    <a:pt x="444" y="761"/>
                  </a:cubicBezTo>
                  <a:cubicBezTo>
                    <a:pt x="539" y="666"/>
                    <a:pt x="570" y="539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3"/>
            <p:cNvSpPr/>
            <p:nvPr/>
          </p:nvSpPr>
          <p:spPr>
            <a:xfrm>
              <a:off x="603570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3"/>
            <p:cNvSpPr/>
            <p:nvPr/>
          </p:nvSpPr>
          <p:spPr>
            <a:xfrm>
              <a:off x="6017486" y="2815657"/>
              <a:ext cx="17167" cy="15034"/>
            </a:xfrm>
            <a:custGeom>
              <a:avLst/>
              <a:gdLst/>
              <a:ahLst/>
              <a:cxnLst/>
              <a:rect l="l" t="t" r="r" b="b"/>
              <a:pathLst>
                <a:path w="507" h="444" extrusionOk="0">
                  <a:moveTo>
                    <a:pt x="222" y="0"/>
                  </a:moveTo>
                  <a:cubicBezTo>
                    <a:pt x="127" y="0"/>
                    <a:pt x="63" y="64"/>
                    <a:pt x="0" y="127"/>
                  </a:cubicBezTo>
                  <a:cubicBezTo>
                    <a:pt x="190" y="222"/>
                    <a:pt x="348" y="349"/>
                    <a:pt x="507" y="444"/>
                  </a:cubicBezTo>
                  <a:cubicBezTo>
                    <a:pt x="507" y="444"/>
                    <a:pt x="507" y="444"/>
                    <a:pt x="507" y="412"/>
                  </a:cubicBezTo>
                  <a:cubicBezTo>
                    <a:pt x="507" y="190"/>
                    <a:pt x="380" y="0"/>
                    <a:pt x="22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3"/>
            <p:cNvSpPr/>
            <p:nvPr/>
          </p:nvSpPr>
          <p:spPr>
            <a:xfrm>
              <a:off x="6035702" y="3118027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349" y="1"/>
                  </a:moveTo>
                  <a:cubicBezTo>
                    <a:pt x="254" y="96"/>
                    <a:pt x="127" y="191"/>
                    <a:pt x="0" y="318"/>
                  </a:cubicBezTo>
                  <a:cubicBezTo>
                    <a:pt x="0" y="318"/>
                    <a:pt x="0" y="349"/>
                    <a:pt x="0" y="381"/>
                  </a:cubicBezTo>
                  <a:cubicBezTo>
                    <a:pt x="0" y="603"/>
                    <a:pt x="127" y="793"/>
                    <a:pt x="285" y="793"/>
                  </a:cubicBezTo>
                  <a:cubicBezTo>
                    <a:pt x="444" y="793"/>
                    <a:pt x="570" y="603"/>
                    <a:pt x="570" y="381"/>
                  </a:cubicBezTo>
                  <a:cubicBezTo>
                    <a:pt x="570" y="191"/>
                    <a:pt x="475" y="33"/>
                    <a:pt x="349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3"/>
            <p:cNvSpPr/>
            <p:nvPr/>
          </p:nvSpPr>
          <p:spPr>
            <a:xfrm>
              <a:off x="5973501" y="3154494"/>
              <a:ext cx="19334" cy="17201"/>
            </a:xfrm>
            <a:custGeom>
              <a:avLst/>
              <a:gdLst/>
              <a:ahLst/>
              <a:cxnLst/>
              <a:rect l="l" t="t" r="r" b="b"/>
              <a:pathLst>
                <a:path w="571" h="508" extrusionOk="0">
                  <a:moveTo>
                    <a:pt x="571" y="1"/>
                  </a:moveTo>
                  <a:cubicBezTo>
                    <a:pt x="381" y="64"/>
                    <a:pt x="191" y="127"/>
                    <a:pt x="1" y="191"/>
                  </a:cubicBezTo>
                  <a:cubicBezTo>
                    <a:pt x="32" y="381"/>
                    <a:pt x="127" y="507"/>
                    <a:pt x="286" y="507"/>
                  </a:cubicBezTo>
                  <a:cubicBezTo>
                    <a:pt x="444" y="507"/>
                    <a:pt x="571" y="349"/>
                    <a:pt x="571" y="127"/>
                  </a:cubicBezTo>
                  <a:cubicBezTo>
                    <a:pt x="571" y="64"/>
                    <a:pt x="571" y="32"/>
                    <a:pt x="571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3"/>
            <p:cNvSpPr/>
            <p:nvPr/>
          </p:nvSpPr>
          <p:spPr>
            <a:xfrm>
              <a:off x="6014269" y="3144844"/>
              <a:ext cx="20384" cy="26851"/>
            </a:xfrm>
            <a:custGeom>
              <a:avLst/>
              <a:gdLst/>
              <a:ahLst/>
              <a:cxnLst/>
              <a:rect l="l" t="t" r="r" b="b"/>
              <a:pathLst>
                <a:path w="602" h="793" extrusionOk="0">
                  <a:moveTo>
                    <a:pt x="317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317" y="792"/>
                  </a:cubicBezTo>
                  <a:cubicBezTo>
                    <a:pt x="475" y="792"/>
                    <a:pt x="602" y="634"/>
                    <a:pt x="602" y="412"/>
                  </a:cubicBezTo>
                  <a:cubicBezTo>
                    <a:pt x="602" y="191"/>
                    <a:pt x="475" y="1"/>
                    <a:pt x="31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3"/>
            <p:cNvSpPr/>
            <p:nvPr/>
          </p:nvSpPr>
          <p:spPr>
            <a:xfrm>
              <a:off x="5993885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3"/>
            <p:cNvSpPr/>
            <p:nvPr/>
          </p:nvSpPr>
          <p:spPr>
            <a:xfrm>
              <a:off x="6035702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3"/>
            <p:cNvSpPr/>
            <p:nvPr/>
          </p:nvSpPr>
          <p:spPr>
            <a:xfrm>
              <a:off x="5890951" y="2760974"/>
              <a:ext cx="20384" cy="27901"/>
            </a:xfrm>
            <a:custGeom>
              <a:avLst/>
              <a:gdLst/>
              <a:ahLst/>
              <a:cxnLst/>
              <a:rect l="l" t="t" r="r" b="b"/>
              <a:pathLst>
                <a:path w="602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75" y="823"/>
                    <a:pt x="602" y="633"/>
                    <a:pt x="602" y="412"/>
                  </a:cubicBezTo>
                  <a:cubicBezTo>
                    <a:pt x="602" y="190"/>
                    <a:pt x="475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3"/>
            <p:cNvSpPr/>
            <p:nvPr/>
          </p:nvSpPr>
          <p:spPr>
            <a:xfrm>
              <a:off x="5932768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3"/>
            <p:cNvSpPr/>
            <p:nvPr/>
          </p:nvSpPr>
          <p:spPr>
            <a:xfrm>
              <a:off x="5915601" y="2788840"/>
              <a:ext cx="11817" cy="2167"/>
            </a:xfrm>
            <a:custGeom>
              <a:avLst/>
              <a:gdLst/>
              <a:ahLst/>
              <a:cxnLst/>
              <a:rect l="l" t="t" r="r" b="b"/>
              <a:pathLst>
                <a:path w="349" h="64" extrusionOk="0">
                  <a:moveTo>
                    <a:pt x="191" y="0"/>
                  </a:moveTo>
                  <a:cubicBezTo>
                    <a:pt x="127" y="0"/>
                    <a:pt x="64" y="32"/>
                    <a:pt x="0" y="64"/>
                  </a:cubicBezTo>
                  <a:lnTo>
                    <a:pt x="349" y="64"/>
                  </a:lnTo>
                  <a:cubicBezTo>
                    <a:pt x="317" y="32"/>
                    <a:pt x="254" y="0"/>
                    <a:pt x="191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3"/>
            <p:cNvSpPr/>
            <p:nvPr/>
          </p:nvSpPr>
          <p:spPr>
            <a:xfrm>
              <a:off x="5955285" y="2788840"/>
              <a:ext cx="18251" cy="10767"/>
            </a:xfrm>
            <a:custGeom>
              <a:avLst/>
              <a:gdLst/>
              <a:ahLst/>
              <a:cxnLst/>
              <a:rect l="l" t="t" r="r" b="b"/>
              <a:pathLst>
                <a:path w="539" h="318" extrusionOk="0">
                  <a:moveTo>
                    <a:pt x="254" y="0"/>
                  </a:moveTo>
                  <a:cubicBezTo>
                    <a:pt x="127" y="0"/>
                    <a:pt x="64" y="64"/>
                    <a:pt x="0" y="191"/>
                  </a:cubicBezTo>
                  <a:cubicBezTo>
                    <a:pt x="190" y="222"/>
                    <a:pt x="349" y="254"/>
                    <a:pt x="539" y="317"/>
                  </a:cubicBezTo>
                  <a:cubicBezTo>
                    <a:pt x="475" y="127"/>
                    <a:pt x="380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3"/>
            <p:cNvSpPr/>
            <p:nvPr/>
          </p:nvSpPr>
          <p:spPr>
            <a:xfrm>
              <a:off x="5894167" y="3167361"/>
              <a:ext cx="12901" cy="4334"/>
            </a:xfrm>
            <a:custGeom>
              <a:avLst/>
              <a:gdLst/>
              <a:ahLst/>
              <a:cxnLst/>
              <a:rect l="l" t="t" r="r" b="b"/>
              <a:pathLst>
                <a:path w="381" h="128" extrusionOk="0">
                  <a:moveTo>
                    <a:pt x="0" y="1"/>
                  </a:moveTo>
                  <a:cubicBezTo>
                    <a:pt x="32" y="96"/>
                    <a:pt x="127" y="127"/>
                    <a:pt x="190" y="127"/>
                  </a:cubicBezTo>
                  <a:cubicBezTo>
                    <a:pt x="285" y="127"/>
                    <a:pt x="348" y="96"/>
                    <a:pt x="380" y="32"/>
                  </a:cubicBezTo>
                  <a:cubicBezTo>
                    <a:pt x="253" y="32"/>
                    <a:pt x="127" y="1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3"/>
            <p:cNvSpPr/>
            <p:nvPr/>
          </p:nvSpPr>
          <p:spPr>
            <a:xfrm>
              <a:off x="5935985" y="3166278"/>
              <a:ext cx="15034" cy="5418"/>
            </a:xfrm>
            <a:custGeom>
              <a:avLst/>
              <a:gdLst/>
              <a:ahLst/>
              <a:cxnLst/>
              <a:rect l="l" t="t" r="r" b="b"/>
              <a:pathLst>
                <a:path w="444" h="160" extrusionOk="0">
                  <a:moveTo>
                    <a:pt x="444" y="1"/>
                  </a:moveTo>
                  <a:cubicBezTo>
                    <a:pt x="285" y="33"/>
                    <a:pt x="159" y="64"/>
                    <a:pt x="0" y="64"/>
                  </a:cubicBezTo>
                  <a:cubicBezTo>
                    <a:pt x="64" y="128"/>
                    <a:pt x="127" y="159"/>
                    <a:pt x="190" y="159"/>
                  </a:cubicBezTo>
                  <a:cubicBezTo>
                    <a:pt x="285" y="159"/>
                    <a:pt x="380" y="96"/>
                    <a:pt x="44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3"/>
            <p:cNvSpPr/>
            <p:nvPr/>
          </p:nvSpPr>
          <p:spPr>
            <a:xfrm>
              <a:off x="5912384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6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571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3"/>
            <p:cNvSpPr/>
            <p:nvPr/>
          </p:nvSpPr>
          <p:spPr>
            <a:xfrm>
              <a:off x="5953118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318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59" y="824"/>
                    <a:pt x="318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76" y="0"/>
                    <a:pt x="318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3"/>
            <p:cNvSpPr/>
            <p:nvPr/>
          </p:nvSpPr>
          <p:spPr>
            <a:xfrm>
              <a:off x="5809450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3"/>
            <p:cNvSpPr/>
            <p:nvPr/>
          </p:nvSpPr>
          <p:spPr>
            <a:xfrm>
              <a:off x="5851267" y="2760974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3"/>
                    <a:pt x="127" y="823"/>
                    <a:pt x="285" y="823"/>
                  </a:cubicBezTo>
                  <a:cubicBezTo>
                    <a:pt x="444" y="823"/>
                    <a:pt x="570" y="633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3"/>
            <p:cNvSpPr/>
            <p:nvPr/>
          </p:nvSpPr>
          <p:spPr>
            <a:xfrm>
              <a:off x="5829800" y="2788840"/>
              <a:ext cx="20418" cy="23634"/>
            </a:xfrm>
            <a:custGeom>
              <a:avLst/>
              <a:gdLst/>
              <a:ahLst/>
              <a:cxnLst/>
              <a:rect l="l" t="t" r="r" b="b"/>
              <a:pathLst>
                <a:path w="603" h="698" extrusionOk="0">
                  <a:moveTo>
                    <a:pt x="286" y="0"/>
                  </a:moveTo>
                  <a:cubicBezTo>
                    <a:pt x="128" y="0"/>
                    <a:pt x="1" y="191"/>
                    <a:pt x="1" y="412"/>
                  </a:cubicBezTo>
                  <a:cubicBezTo>
                    <a:pt x="1" y="507"/>
                    <a:pt x="33" y="602"/>
                    <a:pt x="96" y="697"/>
                  </a:cubicBezTo>
                  <a:cubicBezTo>
                    <a:pt x="254" y="602"/>
                    <a:pt x="413" y="539"/>
                    <a:pt x="571" y="476"/>
                  </a:cubicBezTo>
                  <a:cubicBezTo>
                    <a:pt x="603" y="444"/>
                    <a:pt x="603" y="412"/>
                    <a:pt x="603" y="412"/>
                  </a:cubicBezTo>
                  <a:cubicBezTo>
                    <a:pt x="603" y="159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3"/>
            <p:cNvSpPr/>
            <p:nvPr/>
          </p:nvSpPr>
          <p:spPr>
            <a:xfrm>
              <a:off x="5872700" y="2788840"/>
              <a:ext cx="16117" cy="8600"/>
            </a:xfrm>
            <a:custGeom>
              <a:avLst/>
              <a:gdLst/>
              <a:ahLst/>
              <a:cxnLst/>
              <a:rect l="l" t="t" r="r" b="b"/>
              <a:pathLst>
                <a:path w="476" h="254" extrusionOk="0">
                  <a:moveTo>
                    <a:pt x="254" y="0"/>
                  </a:moveTo>
                  <a:cubicBezTo>
                    <a:pt x="127" y="0"/>
                    <a:pt x="32" y="96"/>
                    <a:pt x="1" y="254"/>
                  </a:cubicBezTo>
                  <a:cubicBezTo>
                    <a:pt x="159" y="191"/>
                    <a:pt x="317" y="159"/>
                    <a:pt x="476" y="159"/>
                  </a:cubicBezTo>
                  <a:cubicBezTo>
                    <a:pt x="444" y="64"/>
                    <a:pt x="349" y="0"/>
                    <a:pt x="254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3"/>
            <p:cNvSpPr/>
            <p:nvPr/>
          </p:nvSpPr>
          <p:spPr>
            <a:xfrm>
              <a:off x="5809450" y="2815657"/>
              <a:ext cx="13950" cy="10734"/>
            </a:xfrm>
            <a:custGeom>
              <a:avLst/>
              <a:gdLst/>
              <a:ahLst/>
              <a:cxnLst/>
              <a:rect l="l" t="t" r="r" b="b"/>
              <a:pathLst>
                <a:path w="412" h="317" extrusionOk="0">
                  <a:moveTo>
                    <a:pt x="285" y="0"/>
                  </a:moveTo>
                  <a:cubicBezTo>
                    <a:pt x="159" y="0"/>
                    <a:pt x="32" y="159"/>
                    <a:pt x="0" y="317"/>
                  </a:cubicBezTo>
                  <a:cubicBezTo>
                    <a:pt x="127" y="222"/>
                    <a:pt x="285" y="127"/>
                    <a:pt x="412" y="64"/>
                  </a:cubicBezTo>
                  <a:cubicBezTo>
                    <a:pt x="380" y="32"/>
                    <a:pt x="349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3"/>
            <p:cNvSpPr/>
            <p:nvPr/>
          </p:nvSpPr>
          <p:spPr>
            <a:xfrm>
              <a:off x="5809450" y="314484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91"/>
                    <a:pt x="444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3"/>
            <p:cNvSpPr/>
            <p:nvPr/>
          </p:nvSpPr>
          <p:spPr>
            <a:xfrm>
              <a:off x="5851267" y="3156628"/>
              <a:ext cx="18251" cy="15068"/>
            </a:xfrm>
            <a:custGeom>
              <a:avLst/>
              <a:gdLst/>
              <a:ahLst/>
              <a:cxnLst/>
              <a:rect l="l" t="t" r="r" b="b"/>
              <a:pathLst>
                <a:path w="539" h="445" extrusionOk="0">
                  <a:moveTo>
                    <a:pt x="0" y="1"/>
                  </a:moveTo>
                  <a:cubicBezTo>
                    <a:pt x="0" y="1"/>
                    <a:pt x="0" y="33"/>
                    <a:pt x="0" y="64"/>
                  </a:cubicBezTo>
                  <a:cubicBezTo>
                    <a:pt x="0" y="286"/>
                    <a:pt x="127" y="444"/>
                    <a:pt x="285" y="444"/>
                  </a:cubicBezTo>
                  <a:cubicBezTo>
                    <a:pt x="412" y="444"/>
                    <a:pt x="507" y="349"/>
                    <a:pt x="539" y="191"/>
                  </a:cubicBezTo>
                  <a:cubicBezTo>
                    <a:pt x="349" y="128"/>
                    <a:pt x="159" y="64"/>
                    <a:pt x="0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3"/>
            <p:cNvSpPr/>
            <p:nvPr/>
          </p:nvSpPr>
          <p:spPr>
            <a:xfrm>
              <a:off x="5829800" y="3171661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76" y="824"/>
                    <a:pt x="603" y="634"/>
                    <a:pt x="603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3"/>
            <p:cNvSpPr/>
            <p:nvPr/>
          </p:nvSpPr>
          <p:spPr>
            <a:xfrm>
              <a:off x="5871651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3"/>
            <p:cNvSpPr/>
            <p:nvPr/>
          </p:nvSpPr>
          <p:spPr>
            <a:xfrm>
              <a:off x="5768682" y="2760974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3"/>
                    <a:pt x="128" y="823"/>
                    <a:pt x="286" y="823"/>
                  </a:cubicBezTo>
                  <a:cubicBezTo>
                    <a:pt x="444" y="823"/>
                    <a:pt x="571" y="633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3"/>
            <p:cNvSpPr/>
            <p:nvPr/>
          </p:nvSpPr>
          <p:spPr>
            <a:xfrm>
              <a:off x="5748332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53" y="0"/>
                  </a:moveTo>
                  <a:cubicBezTo>
                    <a:pt x="190" y="127"/>
                    <a:pt x="95" y="254"/>
                    <a:pt x="0" y="349"/>
                  </a:cubicBezTo>
                  <a:cubicBezTo>
                    <a:pt x="0" y="349"/>
                    <a:pt x="0" y="381"/>
                    <a:pt x="0" y="381"/>
                  </a:cubicBezTo>
                  <a:cubicBezTo>
                    <a:pt x="0" y="602"/>
                    <a:pt x="127" y="792"/>
                    <a:pt x="285" y="792"/>
                  </a:cubicBezTo>
                  <a:cubicBezTo>
                    <a:pt x="443" y="792"/>
                    <a:pt x="570" y="602"/>
                    <a:pt x="570" y="381"/>
                  </a:cubicBezTo>
                  <a:cubicBezTo>
                    <a:pt x="570" y="159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3"/>
            <p:cNvSpPr/>
            <p:nvPr/>
          </p:nvSpPr>
          <p:spPr>
            <a:xfrm>
              <a:off x="5790150" y="278884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34"/>
                    <a:pt x="570" y="412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3"/>
            <p:cNvSpPr/>
            <p:nvPr/>
          </p:nvSpPr>
          <p:spPr>
            <a:xfrm>
              <a:off x="5727949" y="2815657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3"/>
            <p:cNvSpPr/>
            <p:nvPr/>
          </p:nvSpPr>
          <p:spPr>
            <a:xfrm>
              <a:off x="5768682" y="2815657"/>
              <a:ext cx="20418" cy="27901"/>
            </a:xfrm>
            <a:custGeom>
              <a:avLst/>
              <a:gdLst/>
              <a:ahLst/>
              <a:cxnLst/>
              <a:rect l="l" t="t" r="r" b="b"/>
              <a:pathLst>
                <a:path w="603" h="824" extrusionOk="0">
                  <a:moveTo>
                    <a:pt x="286" y="0"/>
                  </a:moveTo>
                  <a:cubicBezTo>
                    <a:pt x="128" y="0"/>
                    <a:pt x="1" y="190"/>
                    <a:pt x="1" y="412"/>
                  </a:cubicBezTo>
                  <a:cubicBezTo>
                    <a:pt x="1" y="634"/>
                    <a:pt x="128" y="824"/>
                    <a:pt x="286" y="824"/>
                  </a:cubicBezTo>
                  <a:cubicBezTo>
                    <a:pt x="444" y="824"/>
                    <a:pt x="571" y="634"/>
                    <a:pt x="571" y="412"/>
                  </a:cubicBezTo>
                  <a:cubicBezTo>
                    <a:pt x="603" y="190"/>
                    <a:pt x="444" y="0"/>
                    <a:pt x="286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3"/>
            <p:cNvSpPr/>
            <p:nvPr/>
          </p:nvSpPr>
          <p:spPr>
            <a:xfrm>
              <a:off x="5748332" y="2843524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1"/>
                  </a:moveTo>
                  <a:cubicBezTo>
                    <a:pt x="127" y="1"/>
                    <a:pt x="0" y="191"/>
                    <a:pt x="0" y="412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3" y="792"/>
                    <a:pt x="570" y="634"/>
                    <a:pt x="570" y="412"/>
                  </a:cubicBezTo>
                  <a:cubicBezTo>
                    <a:pt x="570" y="191"/>
                    <a:pt x="443" y="1"/>
                    <a:pt x="285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3"/>
            <p:cNvSpPr/>
            <p:nvPr/>
          </p:nvSpPr>
          <p:spPr>
            <a:xfrm>
              <a:off x="5727949" y="287034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3"/>
            <p:cNvSpPr/>
            <p:nvPr/>
          </p:nvSpPr>
          <p:spPr>
            <a:xfrm>
              <a:off x="5726865" y="2925025"/>
              <a:ext cx="11851" cy="26851"/>
            </a:xfrm>
            <a:custGeom>
              <a:avLst/>
              <a:gdLst/>
              <a:ahLst/>
              <a:cxnLst/>
              <a:rect l="l" t="t" r="r" b="b"/>
              <a:pathLst>
                <a:path w="350" h="793" extrusionOk="0">
                  <a:moveTo>
                    <a:pt x="317" y="0"/>
                  </a:moveTo>
                  <a:cubicBezTo>
                    <a:pt x="159" y="0"/>
                    <a:pt x="1" y="190"/>
                    <a:pt x="1" y="412"/>
                  </a:cubicBezTo>
                  <a:cubicBezTo>
                    <a:pt x="1" y="570"/>
                    <a:pt x="96" y="729"/>
                    <a:pt x="191" y="792"/>
                  </a:cubicBezTo>
                  <a:cubicBezTo>
                    <a:pt x="222" y="539"/>
                    <a:pt x="286" y="285"/>
                    <a:pt x="349" y="32"/>
                  </a:cubicBezTo>
                  <a:cubicBezTo>
                    <a:pt x="349" y="32"/>
                    <a:pt x="317" y="0"/>
                    <a:pt x="317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3"/>
            <p:cNvSpPr/>
            <p:nvPr/>
          </p:nvSpPr>
          <p:spPr>
            <a:xfrm>
              <a:off x="5726865" y="2982926"/>
              <a:ext cx="6467" cy="23634"/>
            </a:xfrm>
            <a:custGeom>
              <a:avLst/>
              <a:gdLst/>
              <a:ahLst/>
              <a:cxnLst/>
              <a:rect l="l" t="t" r="r" b="b"/>
              <a:pathLst>
                <a:path w="191" h="698" extrusionOk="0">
                  <a:moveTo>
                    <a:pt x="127" y="1"/>
                  </a:moveTo>
                  <a:cubicBezTo>
                    <a:pt x="64" y="64"/>
                    <a:pt x="1" y="191"/>
                    <a:pt x="1" y="317"/>
                  </a:cubicBezTo>
                  <a:cubicBezTo>
                    <a:pt x="1" y="476"/>
                    <a:pt x="96" y="634"/>
                    <a:pt x="191" y="697"/>
                  </a:cubicBezTo>
                  <a:cubicBezTo>
                    <a:pt x="159" y="476"/>
                    <a:pt x="127" y="254"/>
                    <a:pt x="127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3"/>
            <p:cNvSpPr/>
            <p:nvPr/>
          </p:nvSpPr>
          <p:spPr>
            <a:xfrm>
              <a:off x="5727949" y="3035477"/>
              <a:ext cx="18251" cy="26851"/>
            </a:xfrm>
            <a:custGeom>
              <a:avLst/>
              <a:gdLst/>
              <a:ahLst/>
              <a:cxnLst/>
              <a:rect l="l" t="t" r="r" b="b"/>
              <a:pathLst>
                <a:path w="539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380" y="792"/>
                    <a:pt x="507" y="697"/>
                    <a:pt x="539" y="539"/>
                  </a:cubicBezTo>
                  <a:cubicBezTo>
                    <a:pt x="475" y="380"/>
                    <a:pt x="412" y="190"/>
                    <a:pt x="349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3"/>
            <p:cNvSpPr/>
            <p:nvPr/>
          </p:nvSpPr>
          <p:spPr>
            <a:xfrm>
              <a:off x="5748332" y="3065510"/>
              <a:ext cx="16117" cy="24684"/>
            </a:xfrm>
            <a:custGeom>
              <a:avLst/>
              <a:gdLst/>
              <a:ahLst/>
              <a:cxnLst/>
              <a:rect l="l" t="t" r="r" b="b"/>
              <a:pathLst>
                <a:path w="476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8"/>
                    <a:pt x="127" y="728"/>
                    <a:pt x="285" y="728"/>
                  </a:cubicBezTo>
                  <a:cubicBezTo>
                    <a:pt x="348" y="728"/>
                    <a:pt x="412" y="697"/>
                    <a:pt x="475" y="633"/>
                  </a:cubicBezTo>
                  <a:cubicBezTo>
                    <a:pt x="317" y="443"/>
                    <a:pt x="190" y="222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3"/>
            <p:cNvSpPr/>
            <p:nvPr/>
          </p:nvSpPr>
          <p:spPr>
            <a:xfrm>
              <a:off x="5727949" y="3090160"/>
              <a:ext cx="19334" cy="26851"/>
            </a:xfrm>
            <a:custGeom>
              <a:avLst/>
              <a:gdLst/>
              <a:ahLst/>
              <a:cxnLst/>
              <a:rect l="l" t="t" r="r" b="b"/>
              <a:pathLst>
                <a:path w="571" h="793" extrusionOk="0">
                  <a:moveTo>
                    <a:pt x="285" y="0"/>
                  </a:moveTo>
                  <a:cubicBezTo>
                    <a:pt x="127" y="0"/>
                    <a:pt x="0" y="159"/>
                    <a:pt x="0" y="380"/>
                  </a:cubicBezTo>
                  <a:cubicBezTo>
                    <a:pt x="0" y="634"/>
                    <a:pt x="127" y="792"/>
                    <a:pt x="285" y="792"/>
                  </a:cubicBezTo>
                  <a:cubicBezTo>
                    <a:pt x="444" y="792"/>
                    <a:pt x="570" y="602"/>
                    <a:pt x="570" y="380"/>
                  </a:cubicBezTo>
                  <a:cubicBezTo>
                    <a:pt x="570" y="159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3"/>
            <p:cNvSpPr/>
            <p:nvPr/>
          </p:nvSpPr>
          <p:spPr>
            <a:xfrm>
              <a:off x="5768682" y="3095510"/>
              <a:ext cx="17201" cy="21501"/>
            </a:xfrm>
            <a:custGeom>
              <a:avLst/>
              <a:gdLst/>
              <a:ahLst/>
              <a:cxnLst/>
              <a:rect l="l" t="t" r="r" b="b"/>
              <a:pathLst>
                <a:path w="508" h="635" extrusionOk="0">
                  <a:moveTo>
                    <a:pt x="64" y="1"/>
                  </a:moveTo>
                  <a:cubicBezTo>
                    <a:pt x="32" y="64"/>
                    <a:pt x="1" y="159"/>
                    <a:pt x="1" y="254"/>
                  </a:cubicBezTo>
                  <a:cubicBezTo>
                    <a:pt x="1" y="476"/>
                    <a:pt x="128" y="634"/>
                    <a:pt x="286" y="634"/>
                  </a:cubicBezTo>
                  <a:cubicBezTo>
                    <a:pt x="381" y="634"/>
                    <a:pt x="444" y="603"/>
                    <a:pt x="508" y="539"/>
                  </a:cubicBezTo>
                  <a:cubicBezTo>
                    <a:pt x="349" y="349"/>
                    <a:pt x="191" y="191"/>
                    <a:pt x="64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3"/>
            <p:cNvSpPr/>
            <p:nvPr/>
          </p:nvSpPr>
          <p:spPr>
            <a:xfrm>
              <a:off x="5748332" y="3116978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3" y="824"/>
                    <a:pt x="570" y="634"/>
                    <a:pt x="570" y="412"/>
                  </a:cubicBezTo>
                  <a:cubicBezTo>
                    <a:pt x="570" y="190"/>
                    <a:pt x="443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3"/>
            <p:cNvSpPr/>
            <p:nvPr/>
          </p:nvSpPr>
          <p:spPr>
            <a:xfrm>
              <a:off x="5790150" y="3120194"/>
              <a:ext cx="19334" cy="24684"/>
            </a:xfrm>
            <a:custGeom>
              <a:avLst/>
              <a:gdLst/>
              <a:ahLst/>
              <a:cxnLst/>
              <a:rect l="l" t="t" r="r" b="b"/>
              <a:pathLst>
                <a:path w="571" h="729" extrusionOk="0">
                  <a:moveTo>
                    <a:pt x="95" y="0"/>
                  </a:moveTo>
                  <a:cubicBezTo>
                    <a:pt x="32" y="95"/>
                    <a:pt x="0" y="190"/>
                    <a:pt x="0" y="317"/>
                  </a:cubicBezTo>
                  <a:cubicBezTo>
                    <a:pt x="0" y="539"/>
                    <a:pt x="127" y="729"/>
                    <a:pt x="285" y="729"/>
                  </a:cubicBezTo>
                  <a:cubicBezTo>
                    <a:pt x="412" y="729"/>
                    <a:pt x="539" y="570"/>
                    <a:pt x="570" y="380"/>
                  </a:cubicBezTo>
                  <a:cubicBezTo>
                    <a:pt x="412" y="285"/>
                    <a:pt x="254" y="159"/>
                    <a:pt x="9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3"/>
            <p:cNvSpPr/>
            <p:nvPr/>
          </p:nvSpPr>
          <p:spPr>
            <a:xfrm>
              <a:off x="5732249" y="3144844"/>
              <a:ext cx="15034" cy="13984"/>
            </a:xfrm>
            <a:custGeom>
              <a:avLst/>
              <a:gdLst/>
              <a:ahLst/>
              <a:cxnLst/>
              <a:rect l="l" t="t" r="r" b="b"/>
              <a:pathLst>
                <a:path w="444" h="413" extrusionOk="0">
                  <a:moveTo>
                    <a:pt x="158" y="1"/>
                  </a:moveTo>
                  <a:cubicBezTo>
                    <a:pt x="95" y="1"/>
                    <a:pt x="32" y="32"/>
                    <a:pt x="0" y="64"/>
                  </a:cubicBezTo>
                  <a:cubicBezTo>
                    <a:pt x="127" y="127"/>
                    <a:pt x="253" y="222"/>
                    <a:pt x="348" y="317"/>
                  </a:cubicBezTo>
                  <a:cubicBezTo>
                    <a:pt x="380" y="349"/>
                    <a:pt x="412" y="381"/>
                    <a:pt x="443" y="412"/>
                  </a:cubicBezTo>
                  <a:cubicBezTo>
                    <a:pt x="443" y="191"/>
                    <a:pt x="317" y="1"/>
                    <a:pt x="158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3"/>
            <p:cNvSpPr/>
            <p:nvPr/>
          </p:nvSpPr>
          <p:spPr>
            <a:xfrm>
              <a:off x="5768682" y="3144844"/>
              <a:ext cx="20418" cy="26851"/>
            </a:xfrm>
            <a:custGeom>
              <a:avLst/>
              <a:gdLst/>
              <a:ahLst/>
              <a:cxnLst/>
              <a:rect l="l" t="t" r="r" b="b"/>
              <a:pathLst>
                <a:path w="603" h="793" extrusionOk="0">
                  <a:moveTo>
                    <a:pt x="286" y="1"/>
                  </a:moveTo>
                  <a:cubicBezTo>
                    <a:pt x="128" y="1"/>
                    <a:pt x="1" y="191"/>
                    <a:pt x="1" y="412"/>
                  </a:cubicBezTo>
                  <a:cubicBezTo>
                    <a:pt x="1" y="634"/>
                    <a:pt x="128" y="792"/>
                    <a:pt x="286" y="792"/>
                  </a:cubicBezTo>
                  <a:cubicBezTo>
                    <a:pt x="444" y="792"/>
                    <a:pt x="571" y="634"/>
                    <a:pt x="571" y="412"/>
                  </a:cubicBezTo>
                  <a:cubicBezTo>
                    <a:pt x="603" y="191"/>
                    <a:pt x="444" y="1"/>
                    <a:pt x="28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3"/>
            <p:cNvSpPr/>
            <p:nvPr/>
          </p:nvSpPr>
          <p:spPr>
            <a:xfrm>
              <a:off x="5756899" y="3171661"/>
              <a:ext cx="10767" cy="21467"/>
            </a:xfrm>
            <a:custGeom>
              <a:avLst/>
              <a:gdLst/>
              <a:ahLst/>
              <a:cxnLst/>
              <a:rect l="l" t="t" r="r" b="b"/>
              <a:pathLst>
                <a:path w="318" h="634" extrusionOk="0">
                  <a:moveTo>
                    <a:pt x="0" y="0"/>
                  </a:moveTo>
                  <a:cubicBezTo>
                    <a:pt x="127" y="222"/>
                    <a:pt x="222" y="412"/>
                    <a:pt x="285" y="634"/>
                  </a:cubicBezTo>
                  <a:cubicBezTo>
                    <a:pt x="317" y="570"/>
                    <a:pt x="317" y="507"/>
                    <a:pt x="317" y="412"/>
                  </a:cubicBezTo>
                  <a:cubicBezTo>
                    <a:pt x="317" y="190"/>
                    <a:pt x="190" y="0"/>
                    <a:pt x="32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3"/>
            <p:cNvSpPr/>
            <p:nvPr/>
          </p:nvSpPr>
          <p:spPr>
            <a:xfrm>
              <a:off x="5790150" y="3171661"/>
              <a:ext cx="19334" cy="27901"/>
            </a:xfrm>
            <a:custGeom>
              <a:avLst/>
              <a:gdLst/>
              <a:ahLst/>
              <a:cxnLst/>
              <a:rect l="l" t="t" r="r" b="b"/>
              <a:pathLst>
                <a:path w="571" h="824" extrusionOk="0">
                  <a:moveTo>
                    <a:pt x="285" y="0"/>
                  </a:moveTo>
                  <a:cubicBezTo>
                    <a:pt x="127" y="0"/>
                    <a:pt x="0" y="190"/>
                    <a:pt x="0" y="412"/>
                  </a:cubicBezTo>
                  <a:cubicBezTo>
                    <a:pt x="0" y="634"/>
                    <a:pt x="127" y="824"/>
                    <a:pt x="285" y="824"/>
                  </a:cubicBezTo>
                  <a:cubicBezTo>
                    <a:pt x="444" y="824"/>
                    <a:pt x="570" y="634"/>
                    <a:pt x="570" y="412"/>
                  </a:cubicBezTo>
                  <a:cubicBezTo>
                    <a:pt x="570" y="190"/>
                    <a:pt x="444" y="0"/>
                    <a:pt x="285" y="0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3"/>
            <p:cNvSpPr/>
            <p:nvPr/>
          </p:nvSpPr>
          <p:spPr>
            <a:xfrm>
              <a:off x="3487873" y="2949675"/>
              <a:ext cx="2469579" cy="1707153"/>
            </a:xfrm>
            <a:custGeom>
              <a:avLst/>
              <a:gdLst/>
              <a:ahLst/>
              <a:cxnLst/>
              <a:rect l="l" t="t" r="r" b="b"/>
              <a:pathLst>
                <a:path w="72935" h="50418" extrusionOk="0">
                  <a:moveTo>
                    <a:pt x="824" y="1"/>
                  </a:moveTo>
                  <a:cubicBezTo>
                    <a:pt x="349" y="1"/>
                    <a:pt x="1" y="381"/>
                    <a:pt x="1" y="793"/>
                  </a:cubicBezTo>
                  <a:lnTo>
                    <a:pt x="1" y="46174"/>
                  </a:lnTo>
                  <a:cubicBezTo>
                    <a:pt x="1" y="46617"/>
                    <a:pt x="349" y="46966"/>
                    <a:pt x="824" y="46966"/>
                  </a:cubicBezTo>
                  <a:lnTo>
                    <a:pt x="34615" y="46966"/>
                  </a:lnTo>
                  <a:lnTo>
                    <a:pt x="34615" y="50418"/>
                  </a:lnTo>
                  <a:lnTo>
                    <a:pt x="38637" y="50418"/>
                  </a:lnTo>
                  <a:lnTo>
                    <a:pt x="38637" y="46966"/>
                  </a:lnTo>
                  <a:lnTo>
                    <a:pt x="72111" y="46966"/>
                  </a:lnTo>
                  <a:cubicBezTo>
                    <a:pt x="72555" y="46966"/>
                    <a:pt x="72935" y="46617"/>
                    <a:pt x="72935" y="46174"/>
                  </a:cubicBezTo>
                  <a:lnTo>
                    <a:pt x="72935" y="793"/>
                  </a:lnTo>
                  <a:cubicBezTo>
                    <a:pt x="72935" y="381"/>
                    <a:pt x="72555" y="1"/>
                    <a:pt x="72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3"/>
            <p:cNvSpPr/>
            <p:nvPr/>
          </p:nvSpPr>
          <p:spPr>
            <a:xfrm>
              <a:off x="3483606" y="2945409"/>
              <a:ext cx="2478146" cy="1714637"/>
            </a:xfrm>
            <a:custGeom>
              <a:avLst/>
              <a:gdLst/>
              <a:ahLst/>
              <a:cxnLst/>
              <a:rect l="l" t="t" r="r" b="b"/>
              <a:pathLst>
                <a:path w="73188" h="50639" extrusionOk="0">
                  <a:moveTo>
                    <a:pt x="72237" y="254"/>
                  </a:moveTo>
                  <a:cubicBezTo>
                    <a:pt x="72617" y="254"/>
                    <a:pt x="72934" y="570"/>
                    <a:pt x="72934" y="919"/>
                  </a:cubicBezTo>
                  <a:lnTo>
                    <a:pt x="72934" y="46300"/>
                  </a:lnTo>
                  <a:cubicBezTo>
                    <a:pt x="72934" y="46680"/>
                    <a:pt x="72617" y="46965"/>
                    <a:pt x="72237" y="46965"/>
                  </a:cubicBezTo>
                  <a:lnTo>
                    <a:pt x="38636" y="46965"/>
                  </a:lnTo>
                  <a:lnTo>
                    <a:pt x="38636" y="50417"/>
                  </a:lnTo>
                  <a:lnTo>
                    <a:pt x="34868" y="50417"/>
                  </a:lnTo>
                  <a:lnTo>
                    <a:pt x="34868" y="46965"/>
                  </a:lnTo>
                  <a:lnTo>
                    <a:pt x="950" y="46965"/>
                  </a:lnTo>
                  <a:cubicBezTo>
                    <a:pt x="538" y="46965"/>
                    <a:pt x="222" y="46680"/>
                    <a:pt x="222" y="46300"/>
                  </a:cubicBezTo>
                  <a:lnTo>
                    <a:pt x="222" y="919"/>
                  </a:lnTo>
                  <a:cubicBezTo>
                    <a:pt x="222" y="570"/>
                    <a:pt x="538" y="254"/>
                    <a:pt x="950" y="254"/>
                  </a:cubicBezTo>
                  <a:close/>
                  <a:moveTo>
                    <a:pt x="950" y="0"/>
                  </a:moveTo>
                  <a:cubicBezTo>
                    <a:pt x="412" y="0"/>
                    <a:pt x="0" y="412"/>
                    <a:pt x="0" y="919"/>
                  </a:cubicBezTo>
                  <a:lnTo>
                    <a:pt x="0" y="46300"/>
                  </a:lnTo>
                  <a:cubicBezTo>
                    <a:pt x="0" y="46807"/>
                    <a:pt x="412" y="47218"/>
                    <a:pt x="950" y="47218"/>
                  </a:cubicBezTo>
                  <a:lnTo>
                    <a:pt x="34646" y="47218"/>
                  </a:lnTo>
                  <a:lnTo>
                    <a:pt x="34646" y="50639"/>
                  </a:lnTo>
                  <a:lnTo>
                    <a:pt x="38890" y="50639"/>
                  </a:lnTo>
                  <a:lnTo>
                    <a:pt x="38890" y="47218"/>
                  </a:lnTo>
                  <a:lnTo>
                    <a:pt x="72237" y="47218"/>
                  </a:lnTo>
                  <a:cubicBezTo>
                    <a:pt x="72744" y="47218"/>
                    <a:pt x="73187" y="46807"/>
                    <a:pt x="73187" y="46300"/>
                  </a:cubicBezTo>
                  <a:lnTo>
                    <a:pt x="73187" y="919"/>
                  </a:lnTo>
                  <a:cubicBezTo>
                    <a:pt x="73187" y="412"/>
                    <a:pt x="72744" y="0"/>
                    <a:pt x="72237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3"/>
            <p:cNvSpPr/>
            <p:nvPr/>
          </p:nvSpPr>
          <p:spPr>
            <a:xfrm>
              <a:off x="3562940" y="3017226"/>
              <a:ext cx="2304444" cy="1446601"/>
            </a:xfrm>
            <a:custGeom>
              <a:avLst/>
              <a:gdLst/>
              <a:ahLst/>
              <a:cxnLst/>
              <a:rect l="l" t="t" r="r" b="b"/>
              <a:pathLst>
                <a:path w="68058" h="42723" extrusionOk="0">
                  <a:moveTo>
                    <a:pt x="1" y="1"/>
                  </a:moveTo>
                  <a:lnTo>
                    <a:pt x="1" y="42722"/>
                  </a:lnTo>
                  <a:lnTo>
                    <a:pt x="68057" y="42722"/>
                  </a:lnTo>
                  <a:lnTo>
                    <a:pt x="6805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3"/>
            <p:cNvSpPr/>
            <p:nvPr/>
          </p:nvSpPr>
          <p:spPr>
            <a:xfrm>
              <a:off x="4046563" y="4602111"/>
              <a:ext cx="1362933" cy="60101"/>
            </a:xfrm>
            <a:custGeom>
              <a:avLst/>
              <a:gdLst/>
              <a:ahLst/>
              <a:cxnLst/>
              <a:rect l="l" t="t" r="r" b="b"/>
              <a:pathLst>
                <a:path w="40252" h="1775" extrusionOk="0">
                  <a:moveTo>
                    <a:pt x="760" y="1"/>
                  </a:moveTo>
                  <a:cubicBezTo>
                    <a:pt x="349" y="1"/>
                    <a:pt x="0" y="412"/>
                    <a:pt x="0" y="887"/>
                  </a:cubicBezTo>
                  <a:cubicBezTo>
                    <a:pt x="0" y="1362"/>
                    <a:pt x="349" y="1774"/>
                    <a:pt x="760" y="1774"/>
                  </a:cubicBezTo>
                  <a:lnTo>
                    <a:pt x="39492" y="1774"/>
                  </a:lnTo>
                  <a:cubicBezTo>
                    <a:pt x="39903" y="1774"/>
                    <a:pt x="40252" y="1362"/>
                    <a:pt x="40252" y="887"/>
                  </a:cubicBezTo>
                  <a:cubicBezTo>
                    <a:pt x="40252" y="412"/>
                    <a:pt x="39903" y="1"/>
                    <a:pt x="394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3"/>
            <p:cNvSpPr/>
            <p:nvPr/>
          </p:nvSpPr>
          <p:spPr>
            <a:xfrm>
              <a:off x="4043346" y="4598894"/>
              <a:ext cx="1370450" cy="66535"/>
            </a:xfrm>
            <a:custGeom>
              <a:avLst/>
              <a:gdLst/>
              <a:ahLst/>
              <a:cxnLst/>
              <a:rect l="l" t="t" r="r" b="b"/>
              <a:pathLst>
                <a:path w="40474" h="1965" extrusionOk="0">
                  <a:moveTo>
                    <a:pt x="39587" y="222"/>
                  </a:moveTo>
                  <a:cubicBezTo>
                    <a:pt x="39935" y="222"/>
                    <a:pt x="40220" y="571"/>
                    <a:pt x="40220" y="982"/>
                  </a:cubicBezTo>
                  <a:cubicBezTo>
                    <a:pt x="40220" y="1394"/>
                    <a:pt x="39935" y="1742"/>
                    <a:pt x="39587" y="1742"/>
                  </a:cubicBezTo>
                  <a:lnTo>
                    <a:pt x="855" y="1742"/>
                  </a:lnTo>
                  <a:cubicBezTo>
                    <a:pt x="507" y="1742"/>
                    <a:pt x="222" y="1394"/>
                    <a:pt x="222" y="982"/>
                  </a:cubicBezTo>
                  <a:cubicBezTo>
                    <a:pt x="222" y="571"/>
                    <a:pt x="507" y="222"/>
                    <a:pt x="855" y="222"/>
                  </a:cubicBezTo>
                  <a:close/>
                  <a:moveTo>
                    <a:pt x="855" y="1"/>
                  </a:moveTo>
                  <a:cubicBezTo>
                    <a:pt x="380" y="1"/>
                    <a:pt x="0" y="444"/>
                    <a:pt x="0" y="982"/>
                  </a:cubicBezTo>
                  <a:cubicBezTo>
                    <a:pt x="0" y="1521"/>
                    <a:pt x="380" y="1964"/>
                    <a:pt x="855" y="1964"/>
                  </a:cubicBezTo>
                  <a:lnTo>
                    <a:pt x="39587" y="1964"/>
                  </a:lnTo>
                  <a:cubicBezTo>
                    <a:pt x="40062" y="1964"/>
                    <a:pt x="40473" y="1521"/>
                    <a:pt x="40473" y="982"/>
                  </a:cubicBezTo>
                  <a:cubicBezTo>
                    <a:pt x="40473" y="444"/>
                    <a:pt x="40062" y="1"/>
                    <a:pt x="39587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3"/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3"/>
            <p:cNvSpPr/>
            <p:nvPr/>
          </p:nvSpPr>
          <p:spPr>
            <a:xfrm>
              <a:off x="4067996" y="3308896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1"/>
                  </a:moveTo>
                  <a:lnTo>
                    <a:pt x="1" y="476"/>
                  </a:lnTo>
                  <a:lnTo>
                    <a:pt x="12067" y="476"/>
                  </a:lnTo>
                  <a:lnTo>
                    <a:pt x="12067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3"/>
            <p:cNvSpPr/>
            <p:nvPr/>
          </p:nvSpPr>
          <p:spPr>
            <a:xfrm>
              <a:off x="4067996" y="3346447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3"/>
            <p:cNvSpPr/>
            <p:nvPr/>
          </p:nvSpPr>
          <p:spPr>
            <a:xfrm>
              <a:off x="4067996" y="3383964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673" y="507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3"/>
            <p:cNvSpPr/>
            <p:nvPr/>
          </p:nvSpPr>
          <p:spPr>
            <a:xfrm>
              <a:off x="4929056" y="2871425"/>
              <a:ext cx="408589" cy="16117"/>
            </a:xfrm>
            <a:custGeom>
              <a:avLst/>
              <a:gdLst/>
              <a:ahLst/>
              <a:cxnLst/>
              <a:rect l="l" t="t" r="r" b="b"/>
              <a:pathLst>
                <a:path w="1206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2067" y="475"/>
                  </a:lnTo>
                  <a:lnTo>
                    <a:pt x="1206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3"/>
            <p:cNvSpPr/>
            <p:nvPr/>
          </p:nvSpPr>
          <p:spPr>
            <a:xfrm>
              <a:off x="4929056" y="2908942"/>
              <a:ext cx="395722" cy="16117"/>
            </a:xfrm>
            <a:custGeom>
              <a:avLst/>
              <a:gdLst/>
              <a:ahLst/>
              <a:cxnLst/>
              <a:rect l="l" t="t" r="r" b="b"/>
              <a:pathLst>
                <a:path w="11687" h="476" extrusionOk="0">
                  <a:moveTo>
                    <a:pt x="1" y="0"/>
                  </a:moveTo>
                  <a:lnTo>
                    <a:pt x="1" y="475"/>
                  </a:lnTo>
                  <a:lnTo>
                    <a:pt x="11687" y="475"/>
                  </a:lnTo>
                  <a:lnTo>
                    <a:pt x="11687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3"/>
            <p:cNvSpPr/>
            <p:nvPr/>
          </p:nvSpPr>
          <p:spPr>
            <a:xfrm>
              <a:off x="4929056" y="2946459"/>
              <a:ext cx="361422" cy="17201"/>
            </a:xfrm>
            <a:custGeom>
              <a:avLst/>
              <a:gdLst/>
              <a:ahLst/>
              <a:cxnLst/>
              <a:rect l="l" t="t" r="r" b="b"/>
              <a:pathLst>
                <a:path w="10674" h="508" extrusionOk="0">
                  <a:moveTo>
                    <a:pt x="1" y="1"/>
                  </a:moveTo>
                  <a:lnTo>
                    <a:pt x="1" y="508"/>
                  </a:lnTo>
                  <a:lnTo>
                    <a:pt x="10673" y="508"/>
                  </a:lnTo>
                  <a:lnTo>
                    <a:pt x="10673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3"/>
            <p:cNvSpPr/>
            <p:nvPr/>
          </p:nvSpPr>
          <p:spPr>
            <a:xfrm>
              <a:off x="5052374" y="3203828"/>
              <a:ext cx="330304" cy="12901"/>
            </a:xfrm>
            <a:custGeom>
              <a:avLst/>
              <a:gdLst/>
              <a:ahLst/>
              <a:cxnLst/>
              <a:rect l="l" t="t" r="r" b="b"/>
              <a:pathLst>
                <a:path w="9755" h="381" extrusionOk="0">
                  <a:moveTo>
                    <a:pt x="1" y="0"/>
                  </a:moveTo>
                  <a:lnTo>
                    <a:pt x="1" y="380"/>
                  </a:lnTo>
                  <a:lnTo>
                    <a:pt x="9755" y="380"/>
                  </a:lnTo>
                  <a:lnTo>
                    <a:pt x="975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3"/>
            <p:cNvSpPr/>
            <p:nvPr/>
          </p:nvSpPr>
          <p:spPr>
            <a:xfrm>
              <a:off x="5052374" y="3233862"/>
              <a:ext cx="319605" cy="13950"/>
            </a:xfrm>
            <a:custGeom>
              <a:avLst/>
              <a:gdLst/>
              <a:ahLst/>
              <a:cxnLst/>
              <a:rect l="l" t="t" r="r" b="b"/>
              <a:pathLst>
                <a:path w="9439" h="412" extrusionOk="0">
                  <a:moveTo>
                    <a:pt x="1" y="0"/>
                  </a:moveTo>
                  <a:lnTo>
                    <a:pt x="1" y="412"/>
                  </a:lnTo>
                  <a:lnTo>
                    <a:pt x="9438" y="412"/>
                  </a:lnTo>
                  <a:lnTo>
                    <a:pt x="943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3"/>
            <p:cNvSpPr/>
            <p:nvPr/>
          </p:nvSpPr>
          <p:spPr>
            <a:xfrm>
              <a:off x="5052374" y="3264946"/>
              <a:ext cx="291704" cy="12901"/>
            </a:xfrm>
            <a:custGeom>
              <a:avLst/>
              <a:gdLst/>
              <a:ahLst/>
              <a:cxnLst/>
              <a:rect l="l" t="t" r="r" b="b"/>
              <a:pathLst>
                <a:path w="8615" h="381" extrusionOk="0">
                  <a:moveTo>
                    <a:pt x="1" y="0"/>
                  </a:moveTo>
                  <a:lnTo>
                    <a:pt x="1" y="381"/>
                  </a:lnTo>
                  <a:lnTo>
                    <a:pt x="8615" y="381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3"/>
            <p:cNvSpPr/>
            <p:nvPr/>
          </p:nvSpPr>
          <p:spPr>
            <a:xfrm>
              <a:off x="5052374" y="3294980"/>
              <a:ext cx="273487" cy="13950"/>
            </a:xfrm>
            <a:custGeom>
              <a:avLst/>
              <a:gdLst/>
              <a:ahLst/>
              <a:cxnLst/>
              <a:rect l="l" t="t" r="r" b="b"/>
              <a:pathLst>
                <a:path w="8077" h="412" extrusionOk="0">
                  <a:moveTo>
                    <a:pt x="1" y="0"/>
                  </a:moveTo>
                  <a:lnTo>
                    <a:pt x="1" y="412"/>
                  </a:lnTo>
                  <a:lnTo>
                    <a:pt x="8076" y="412"/>
                  </a:lnTo>
                  <a:lnTo>
                    <a:pt x="8076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3"/>
            <p:cNvSpPr/>
            <p:nvPr/>
          </p:nvSpPr>
          <p:spPr>
            <a:xfrm>
              <a:off x="5052374" y="3326063"/>
              <a:ext cx="256320" cy="12901"/>
            </a:xfrm>
            <a:custGeom>
              <a:avLst/>
              <a:gdLst/>
              <a:ahLst/>
              <a:cxnLst/>
              <a:rect l="l" t="t" r="r" b="b"/>
              <a:pathLst>
                <a:path w="7570" h="381" extrusionOk="0">
                  <a:moveTo>
                    <a:pt x="1" y="1"/>
                  </a:moveTo>
                  <a:lnTo>
                    <a:pt x="1" y="381"/>
                  </a:lnTo>
                  <a:lnTo>
                    <a:pt x="7570" y="381"/>
                  </a:lnTo>
                  <a:lnTo>
                    <a:pt x="757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3"/>
            <p:cNvSpPr/>
            <p:nvPr/>
          </p:nvSpPr>
          <p:spPr>
            <a:xfrm>
              <a:off x="5052374" y="3356097"/>
              <a:ext cx="235970" cy="13984"/>
            </a:xfrm>
            <a:custGeom>
              <a:avLst/>
              <a:gdLst/>
              <a:ahLst/>
              <a:cxnLst/>
              <a:rect l="l" t="t" r="r" b="b"/>
              <a:pathLst>
                <a:path w="6969" h="413" extrusionOk="0">
                  <a:moveTo>
                    <a:pt x="1" y="0"/>
                  </a:moveTo>
                  <a:lnTo>
                    <a:pt x="1" y="412"/>
                  </a:lnTo>
                  <a:lnTo>
                    <a:pt x="6968" y="412"/>
                  </a:lnTo>
                  <a:lnTo>
                    <a:pt x="6968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3"/>
            <p:cNvSpPr/>
            <p:nvPr/>
          </p:nvSpPr>
          <p:spPr>
            <a:xfrm>
              <a:off x="4721054" y="3118027"/>
              <a:ext cx="279887" cy="264921"/>
            </a:xfrm>
            <a:custGeom>
              <a:avLst/>
              <a:gdLst/>
              <a:ahLst/>
              <a:cxnLst/>
              <a:rect l="l" t="t" r="r" b="b"/>
              <a:pathLst>
                <a:path w="8266" h="7824" extrusionOk="0">
                  <a:moveTo>
                    <a:pt x="855" y="1"/>
                  </a:moveTo>
                  <a:cubicBezTo>
                    <a:pt x="380" y="1"/>
                    <a:pt x="0" y="413"/>
                    <a:pt x="0" y="951"/>
                  </a:cubicBezTo>
                  <a:lnTo>
                    <a:pt x="0" y="6873"/>
                  </a:lnTo>
                  <a:cubicBezTo>
                    <a:pt x="0" y="7411"/>
                    <a:pt x="380" y="7823"/>
                    <a:pt x="855" y="7823"/>
                  </a:cubicBezTo>
                  <a:lnTo>
                    <a:pt x="7411" y="7823"/>
                  </a:lnTo>
                  <a:cubicBezTo>
                    <a:pt x="7886" y="7823"/>
                    <a:pt x="8266" y="7411"/>
                    <a:pt x="8266" y="6873"/>
                  </a:cubicBezTo>
                  <a:lnTo>
                    <a:pt x="8266" y="5606"/>
                  </a:lnTo>
                  <a:lnTo>
                    <a:pt x="8266" y="951"/>
                  </a:lnTo>
                  <a:cubicBezTo>
                    <a:pt x="8266" y="413"/>
                    <a:pt x="7886" y="1"/>
                    <a:pt x="7411" y="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3"/>
            <p:cNvSpPr/>
            <p:nvPr/>
          </p:nvSpPr>
          <p:spPr>
            <a:xfrm>
              <a:off x="4722104" y="3118027"/>
              <a:ext cx="278837" cy="65451"/>
            </a:xfrm>
            <a:custGeom>
              <a:avLst/>
              <a:gdLst/>
              <a:ahLst/>
              <a:cxnLst/>
              <a:rect l="l" t="t" r="r" b="b"/>
              <a:pathLst>
                <a:path w="8235" h="1933" extrusionOk="0">
                  <a:moveTo>
                    <a:pt x="729" y="1"/>
                  </a:moveTo>
                  <a:cubicBezTo>
                    <a:pt x="318" y="1"/>
                    <a:pt x="1" y="318"/>
                    <a:pt x="1" y="729"/>
                  </a:cubicBezTo>
                  <a:lnTo>
                    <a:pt x="1" y="1933"/>
                  </a:lnTo>
                  <a:lnTo>
                    <a:pt x="8235" y="1933"/>
                  </a:lnTo>
                  <a:lnTo>
                    <a:pt x="8235" y="729"/>
                  </a:lnTo>
                  <a:cubicBezTo>
                    <a:pt x="8235" y="318"/>
                    <a:pt x="7886" y="1"/>
                    <a:pt x="750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3"/>
            <p:cNvSpPr/>
            <p:nvPr/>
          </p:nvSpPr>
          <p:spPr>
            <a:xfrm>
              <a:off x="4756438" y="3099811"/>
              <a:ext cx="12901" cy="57934"/>
            </a:xfrm>
            <a:custGeom>
              <a:avLst/>
              <a:gdLst/>
              <a:ahLst/>
              <a:cxnLst/>
              <a:rect l="l" t="t" r="r" b="b"/>
              <a:pathLst>
                <a:path w="381" h="1711" extrusionOk="0">
                  <a:moveTo>
                    <a:pt x="190" y="0"/>
                  </a:moveTo>
                  <a:cubicBezTo>
                    <a:pt x="64" y="0"/>
                    <a:pt x="0" y="95"/>
                    <a:pt x="0" y="190"/>
                  </a:cubicBezTo>
                  <a:lnTo>
                    <a:pt x="0" y="1521"/>
                  </a:lnTo>
                  <a:cubicBezTo>
                    <a:pt x="0" y="1616"/>
                    <a:pt x="64" y="1711"/>
                    <a:pt x="190" y="1711"/>
                  </a:cubicBezTo>
                  <a:cubicBezTo>
                    <a:pt x="285" y="1711"/>
                    <a:pt x="380" y="1616"/>
                    <a:pt x="380" y="1521"/>
                  </a:cubicBezTo>
                  <a:lnTo>
                    <a:pt x="380" y="190"/>
                  </a:lnTo>
                  <a:cubicBezTo>
                    <a:pt x="380" y="95"/>
                    <a:pt x="285" y="0"/>
                    <a:pt x="190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3"/>
            <p:cNvSpPr/>
            <p:nvPr/>
          </p:nvSpPr>
          <p:spPr>
            <a:xfrm>
              <a:off x="4952656" y="3099811"/>
              <a:ext cx="13984" cy="57934"/>
            </a:xfrm>
            <a:custGeom>
              <a:avLst/>
              <a:gdLst/>
              <a:ahLst/>
              <a:cxnLst/>
              <a:rect l="l" t="t" r="r" b="b"/>
              <a:pathLst>
                <a:path w="413" h="1711" extrusionOk="0">
                  <a:moveTo>
                    <a:pt x="191" y="0"/>
                  </a:moveTo>
                  <a:cubicBezTo>
                    <a:pt x="96" y="0"/>
                    <a:pt x="1" y="95"/>
                    <a:pt x="1" y="190"/>
                  </a:cubicBezTo>
                  <a:lnTo>
                    <a:pt x="1" y="1521"/>
                  </a:lnTo>
                  <a:cubicBezTo>
                    <a:pt x="1" y="1616"/>
                    <a:pt x="96" y="1711"/>
                    <a:pt x="191" y="1711"/>
                  </a:cubicBezTo>
                  <a:cubicBezTo>
                    <a:pt x="317" y="1711"/>
                    <a:pt x="412" y="1616"/>
                    <a:pt x="412" y="1521"/>
                  </a:cubicBezTo>
                  <a:lnTo>
                    <a:pt x="412" y="190"/>
                  </a:lnTo>
                  <a:cubicBezTo>
                    <a:pt x="412" y="95"/>
                    <a:pt x="317" y="0"/>
                    <a:pt x="191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3"/>
            <p:cNvSpPr/>
            <p:nvPr/>
          </p:nvSpPr>
          <p:spPr>
            <a:xfrm>
              <a:off x="4751054" y="3225262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3"/>
            <p:cNvSpPr/>
            <p:nvPr/>
          </p:nvSpPr>
          <p:spPr>
            <a:xfrm>
              <a:off x="4796088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66"/>
                    <a:pt x="223" y="887"/>
                    <a:pt x="444" y="887"/>
                  </a:cubicBezTo>
                  <a:cubicBezTo>
                    <a:pt x="698" y="887"/>
                    <a:pt x="888" y="666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3"/>
            <p:cNvSpPr/>
            <p:nvPr/>
          </p:nvSpPr>
          <p:spPr>
            <a:xfrm>
              <a:off x="4841155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3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3"/>
            <p:cNvSpPr/>
            <p:nvPr/>
          </p:nvSpPr>
          <p:spPr>
            <a:xfrm>
              <a:off x="4886189" y="3225262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3"/>
            <p:cNvSpPr/>
            <p:nvPr/>
          </p:nvSpPr>
          <p:spPr>
            <a:xfrm>
              <a:off x="4931223" y="3225262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66"/>
                    <a:pt x="190" y="887"/>
                    <a:pt x="444" y="887"/>
                  </a:cubicBezTo>
                  <a:cubicBezTo>
                    <a:pt x="697" y="887"/>
                    <a:pt x="887" y="666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3"/>
            <p:cNvSpPr/>
            <p:nvPr/>
          </p:nvSpPr>
          <p:spPr>
            <a:xfrm>
              <a:off x="4751054" y="3269246"/>
              <a:ext cx="31151" cy="30034"/>
            </a:xfrm>
            <a:custGeom>
              <a:avLst/>
              <a:gdLst/>
              <a:ahLst/>
              <a:cxnLst/>
              <a:rect l="l" t="t" r="r" b="b"/>
              <a:pathLst>
                <a:path w="920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919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3"/>
            <p:cNvSpPr/>
            <p:nvPr/>
          </p:nvSpPr>
          <p:spPr>
            <a:xfrm>
              <a:off x="4796088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223" y="0"/>
                    <a:pt x="1" y="190"/>
                    <a:pt x="1" y="444"/>
                  </a:cubicBezTo>
                  <a:cubicBezTo>
                    <a:pt x="1" y="665"/>
                    <a:pt x="223" y="887"/>
                    <a:pt x="444" y="887"/>
                  </a:cubicBezTo>
                  <a:cubicBezTo>
                    <a:pt x="698" y="887"/>
                    <a:pt x="888" y="665"/>
                    <a:pt x="888" y="444"/>
                  </a:cubicBezTo>
                  <a:cubicBezTo>
                    <a:pt x="888" y="190"/>
                    <a:pt x="698" y="0"/>
                    <a:pt x="444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3"/>
            <p:cNvSpPr/>
            <p:nvPr/>
          </p:nvSpPr>
          <p:spPr>
            <a:xfrm>
              <a:off x="4841155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3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3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3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3"/>
            <p:cNvSpPr/>
            <p:nvPr/>
          </p:nvSpPr>
          <p:spPr>
            <a:xfrm>
              <a:off x="4886189" y="3269246"/>
              <a:ext cx="30034" cy="30034"/>
            </a:xfrm>
            <a:custGeom>
              <a:avLst/>
              <a:gdLst/>
              <a:ahLst/>
              <a:cxnLst/>
              <a:rect l="l" t="t" r="r" b="b"/>
              <a:pathLst>
                <a:path w="887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3"/>
            <p:cNvSpPr/>
            <p:nvPr/>
          </p:nvSpPr>
          <p:spPr>
            <a:xfrm>
              <a:off x="4931223" y="3269246"/>
              <a:ext cx="30068" cy="30034"/>
            </a:xfrm>
            <a:custGeom>
              <a:avLst/>
              <a:gdLst/>
              <a:ahLst/>
              <a:cxnLst/>
              <a:rect l="l" t="t" r="r" b="b"/>
              <a:pathLst>
                <a:path w="888" h="887" extrusionOk="0">
                  <a:moveTo>
                    <a:pt x="444" y="0"/>
                  </a:moveTo>
                  <a:cubicBezTo>
                    <a:pt x="190" y="0"/>
                    <a:pt x="0" y="190"/>
                    <a:pt x="0" y="444"/>
                  </a:cubicBezTo>
                  <a:cubicBezTo>
                    <a:pt x="0" y="665"/>
                    <a:pt x="190" y="887"/>
                    <a:pt x="444" y="887"/>
                  </a:cubicBezTo>
                  <a:cubicBezTo>
                    <a:pt x="697" y="887"/>
                    <a:pt x="887" y="665"/>
                    <a:pt x="887" y="444"/>
                  </a:cubicBezTo>
                  <a:cubicBezTo>
                    <a:pt x="887" y="190"/>
                    <a:pt x="697" y="0"/>
                    <a:pt x="444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3"/>
            <p:cNvSpPr/>
            <p:nvPr/>
          </p:nvSpPr>
          <p:spPr>
            <a:xfrm>
              <a:off x="4751054" y="3313196"/>
              <a:ext cx="31151" cy="30068"/>
            </a:xfrm>
            <a:custGeom>
              <a:avLst/>
              <a:gdLst/>
              <a:ahLst/>
              <a:cxnLst/>
              <a:rect l="l" t="t" r="r" b="b"/>
              <a:pathLst>
                <a:path w="920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919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3"/>
            <p:cNvSpPr/>
            <p:nvPr/>
          </p:nvSpPr>
          <p:spPr>
            <a:xfrm>
              <a:off x="4796088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223" y="1"/>
                    <a:pt x="1" y="191"/>
                    <a:pt x="1" y="444"/>
                  </a:cubicBezTo>
                  <a:cubicBezTo>
                    <a:pt x="1" y="697"/>
                    <a:pt x="223" y="887"/>
                    <a:pt x="444" y="887"/>
                  </a:cubicBezTo>
                  <a:cubicBezTo>
                    <a:pt x="698" y="887"/>
                    <a:pt x="888" y="697"/>
                    <a:pt x="888" y="444"/>
                  </a:cubicBezTo>
                  <a:cubicBezTo>
                    <a:pt x="888" y="191"/>
                    <a:pt x="698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3"/>
            <p:cNvSpPr/>
            <p:nvPr/>
          </p:nvSpPr>
          <p:spPr>
            <a:xfrm>
              <a:off x="4841155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3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3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3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23"/>
            <p:cNvSpPr/>
            <p:nvPr/>
          </p:nvSpPr>
          <p:spPr>
            <a:xfrm>
              <a:off x="4886189" y="3313196"/>
              <a:ext cx="30034" cy="30068"/>
            </a:xfrm>
            <a:custGeom>
              <a:avLst/>
              <a:gdLst/>
              <a:ahLst/>
              <a:cxnLst/>
              <a:rect l="l" t="t" r="r" b="b"/>
              <a:pathLst>
                <a:path w="887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23"/>
            <p:cNvSpPr/>
            <p:nvPr/>
          </p:nvSpPr>
          <p:spPr>
            <a:xfrm>
              <a:off x="4931223" y="3313196"/>
              <a:ext cx="30068" cy="30068"/>
            </a:xfrm>
            <a:custGeom>
              <a:avLst/>
              <a:gdLst/>
              <a:ahLst/>
              <a:cxnLst/>
              <a:rect l="l" t="t" r="r" b="b"/>
              <a:pathLst>
                <a:path w="888" h="888" extrusionOk="0">
                  <a:moveTo>
                    <a:pt x="444" y="1"/>
                  </a:moveTo>
                  <a:cubicBezTo>
                    <a:pt x="190" y="1"/>
                    <a:pt x="0" y="191"/>
                    <a:pt x="0" y="444"/>
                  </a:cubicBezTo>
                  <a:cubicBezTo>
                    <a:pt x="0" y="697"/>
                    <a:pt x="190" y="887"/>
                    <a:pt x="444" y="887"/>
                  </a:cubicBezTo>
                  <a:cubicBezTo>
                    <a:pt x="697" y="887"/>
                    <a:pt x="887" y="697"/>
                    <a:pt x="887" y="444"/>
                  </a:cubicBezTo>
                  <a:cubicBezTo>
                    <a:pt x="887" y="191"/>
                    <a:pt x="697" y="1"/>
                    <a:pt x="444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23"/>
            <p:cNvSpPr/>
            <p:nvPr/>
          </p:nvSpPr>
          <p:spPr>
            <a:xfrm>
              <a:off x="4069080" y="2549721"/>
              <a:ext cx="692742" cy="664875"/>
            </a:xfrm>
            <a:custGeom>
              <a:avLst/>
              <a:gdLst/>
              <a:ahLst/>
              <a:cxnLst/>
              <a:rect l="l" t="t" r="r" b="b"/>
              <a:pathLst>
                <a:path w="20459" h="19636" extrusionOk="0">
                  <a:moveTo>
                    <a:pt x="15106" y="0"/>
                  </a:moveTo>
                  <a:cubicBezTo>
                    <a:pt x="14093" y="0"/>
                    <a:pt x="13238" y="824"/>
                    <a:pt x="13238" y="1869"/>
                  </a:cubicBezTo>
                  <a:cubicBezTo>
                    <a:pt x="13238" y="2344"/>
                    <a:pt x="13428" y="2756"/>
                    <a:pt x="13713" y="3104"/>
                  </a:cubicBezTo>
                  <a:lnTo>
                    <a:pt x="10831" y="7728"/>
                  </a:lnTo>
                  <a:lnTo>
                    <a:pt x="10609" y="9628"/>
                  </a:lnTo>
                  <a:lnTo>
                    <a:pt x="8266" y="9818"/>
                  </a:lnTo>
                  <a:lnTo>
                    <a:pt x="3389" y="11496"/>
                  </a:lnTo>
                  <a:cubicBezTo>
                    <a:pt x="3072" y="10989"/>
                    <a:pt x="2502" y="10641"/>
                    <a:pt x="1869" y="10641"/>
                  </a:cubicBezTo>
                  <a:cubicBezTo>
                    <a:pt x="824" y="10641"/>
                    <a:pt x="0" y="11464"/>
                    <a:pt x="0" y="12478"/>
                  </a:cubicBezTo>
                  <a:cubicBezTo>
                    <a:pt x="0" y="13491"/>
                    <a:pt x="824" y="14346"/>
                    <a:pt x="1869" y="14346"/>
                  </a:cubicBezTo>
                  <a:cubicBezTo>
                    <a:pt x="2882" y="14346"/>
                    <a:pt x="3706" y="13491"/>
                    <a:pt x="3706" y="12478"/>
                  </a:cubicBezTo>
                  <a:cubicBezTo>
                    <a:pt x="3706" y="12478"/>
                    <a:pt x="3706" y="12446"/>
                    <a:pt x="3706" y="12446"/>
                  </a:cubicBezTo>
                  <a:lnTo>
                    <a:pt x="8488" y="10799"/>
                  </a:lnTo>
                  <a:lnTo>
                    <a:pt x="10514" y="10641"/>
                  </a:lnTo>
                  <a:lnTo>
                    <a:pt x="10356" y="11971"/>
                  </a:lnTo>
                  <a:lnTo>
                    <a:pt x="11243" y="16215"/>
                  </a:lnTo>
                  <a:cubicBezTo>
                    <a:pt x="10704" y="16563"/>
                    <a:pt x="10356" y="17133"/>
                    <a:pt x="10356" y="17798"/>
                  </a:cubicBezTo>
                  <a:cubicBezTo>
                    <a:pt x="10356" y="18812"/>
                    <a:pt x="11211" y="19635"/>
                    <a:pt x="12225" y="19635"/>
                  </a:cubicBezTo>
                  <a:cubicBezTo>
                    <a:pt x="13238" y="19635"/>
                    <a:pt x="14061" y="18812"/>
                    <a:pt x="14061" y="17798"/>
                  </a:cubicBezTo>
                  <a:cubicBezTo>
                    <a:pt x="14061" y="16785"/>
                    <a:pt x="13238" y="15930"/>
                    <a:pt x="12225" y="15930"/>
                  </a:cubicBezTo>
                  <a:cubicBezTo>
                    <a:pt x="12193" y="15930"/>
                    <a:pt x="11370" y="11940"/>
                    <a:pt x="11370" y="11940"/>
                  </a:cubicBezTo>
                  <a:lnTo>
                    <a:pt x="11528" y="10546"/>
                  </a:lnTo>
                  <a:lnTo>
                    <a:pt x="13238" y="10419"/>
                  </a:lnTo>
                  <a:lnTo>
                    <a:pt x="16785" y="10799"/>
                  </a:lnTo>
                  <a:cubicBezTo>
                    <a:pt x="16975" y="11623"/>
                    <a:pt x="17703" y="12256"/>
                    <a:pt x="18590" y="12256"/>
                  </a:cubicBezTo>
                  <a:cubicBezTo>
                    <a:pt x="19604" y="12256"/>
                    <a:pt x="20459" y="11433"/>
                    <a:pt x="20459" y="10419"/>
                  </a:cubicBezTo>
                  <a:cubicBezTo>
                    <a:pt x="20459" y="9406"/>
                    <a:pt x="19604" y="8583"/>
                    <a:pt x="18590" y="8583"/>
                  </a:cubicBezTo>
                  <a:cubicBezTo>
                    <a:pt x="17798" y="8583"/>
                    <a:pt x="17102" y="9089"/>
                    <a:pt x="16848" y="9818"/>
                  </a:cubicBezTo>
                  <a:lnTo>
                    <a:pt x="13270" y="9406"/>
                  </a:lnTo>
                  <a:lnTo>
                    <a:pt x="11623" y="9533"/>
                  </a:lnTo>
                  <a:lnTo>
                    <a:pt x="11813" y="8044"/>
                  </a:lnTo>
                  <a:lnTo>
                    <a:pt x="14568" y="3611"/>
                  </a:lnTo>
                  <a:cubicBezTo>
                    <a:pt x="14726" y="3674"/>
                    <a:pt x="14916" y="3706"/>
                    <a:pt x="15106" y="3706"/>
                  </a:cubicBezTo>
                  <a:cubicBezTo>
                    <a:pt x="16120" y="3706"/>
                    <a:pt x="16943" y="2882"/>
                    <a:pt x="16943" y="1869"/>
                  </a:cubicBezTo>
                  <a:cubicBezTo>
                    <a:pt x="16943" y="824"/>
                    <a:pt x="16120" y="0"/>
                    <a:pt x="15106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23"/>
            <p:cNvSpPr/>
            <p:nvPr/>
          </p:nvSpPr>
          <p:spPr>
            <a:xfrm>
              <a:off x="4169881" y="2634439"/>
              <a:ext cx="206986" cy="201602"/>
            </a:xfrm>
            <a:custGeom>
              <a:avLst/>
              <a:gdLst/>
              <a:ahLst/>
              <a:cxnLst/>
              <a:rect l="l" t="t" r="r" b="b"/>
              <a:pathLst>
                <a:path w="6113" h="5954" extrusionOk="0">
                  <a:moveTo>
                    <a:pt x="1837" y="0"/>
                  </a:moveTo>
                  <a:cubicBezTo>
                    <a:pt x="824" y="0"/>
                    <a:pt x="0" y="824"/>
                    <a:pt x="0" y="1837"/>
                  </a:cubicBezTo>
                  <a:cubicBezTo>
                    <a:pt x="0" y="2850"/>
                    <a:pt x="824" y="3674"/>
                    <a:pt x="1837" y="3674"/>
                  </a:cubicBezTo>
                  <a:cubicBezTo>
                    <a:pt x="2185" y="3674"/>
                    <a:pt x="2502" y="3579"/>
                    <a:pt x="2787" y="3420"/>
                  </a:cubicBezTo>
                  <a:lnTo>
                    <a:pt x="5416" y="5954"/>
                  </a:lnTo>
                  <a:lnTo>
                    <a:pt x="6112" y="5226"/>
                  </a:lnTo>
                  <a:lnTo>
                    <a:pt x="3452" y="2692"/>
                  </a:lnTo>
                  <a:cubicBezTo>
                    <a:pt x="3611" y="2439"/>
                    <a:pt x="3674" y="2154"/>
                    <a:pt x="3674" y="1837"/>
                  </a:cubicBezTo>
                  <a:cubicBezTo>
                    <a:pt x="3674" y="824"/>
                    <a:pt x="2850" y="0"/>
                    <a:pt x="183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23"/>
            <p:cNvSpPr/>
            <p:nvPr/>
          </p:nvSpPr>
          <p:spPr>
            <a:xfrm>
              <a:off x="4314632" y="2769540"/>
              <a:ext cx="211286" cy="210203"/>
            </a:xfrm>
            <a:custGeom>
              <a:avLst/>
              <a:gdLst/>
              <a:ahLst/>
              <a:cxnLst/>
              <a:rect l="l" t="t" r="r" b="b"/>
              <a:pathLst>
                <a:path w="6240" h="6208" extrusionOk="0">
                  <a:moveTo>
                    <a:pt x="3104" y="0"/>
                  </a:moveTo>
                  <a:cubicBezTo>
                    <a:pt x="1394" y="0"/>
                    <a:pt x="1" y="1394"/>
                    <a:pt x="1" y="3104"/>
                  </a:cubicBezTo>
                  <a:cubicBezTo>
                    <a:pt x="1" y="4846"/>
                    <a:pt x="1394" y="6208"/>
                    <a:pt x="3104" y="6208"/>
                  </a:cubicBezTo>
                  <a:cubicBezTo>
                    <a:pt x="4846" y="6208"/>
                    <a:pt x="6239" y="4846"/>
                    <a:pt x="6239" y="3104"/>
                  </a:cubicBezTo>
                  <a:cubicBezTo>
                    <a:pt x="6239" y="1394"/>
                    <a:pt x="4846" y="0"/>
                    <a:pt x="3104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23"/>
            <p:cNvSpPr/>
            <p:nvPr/>
          </p:nvSpPr>
          <p:spPr>
            <a:xfrm>
              <a:off x="4931223" y="2645646"/>
              <a:ext cx="449322" cy="99278"/>
            </a:xfrm>
            <a:custGeom>
              <a:avLst/>
              <a:gdLst/>
              <a:ahLst/>
              <a:cxnLst/>
              <a:rect l="l" t="t" r="r" b="b"/>
              <a:pathLst>
                <a:path w="13270" h="2932" extrusionOk="0">
                  <a:moveTo>
                    <a:pt x="9462" y="0"/>
                  </a:moveTo>
                  <a:cubicBezTo>
                    <a:pt x="9347" y="0"/>
                    <a:pt x="9223" y="16"/>
                    <a:pt x="9089" y="49"/>
                  </a:cubicBezTo>
                  <a:cubicBezTo>
                    <a:pt x="8298" y="271"/>
                    <a:pt x="7886" y="841"/>
                    <a:pt x="7506" y="1379"/>
                  </a:cubicBezTo>
                  <a:cubicBezTo>
                    <a:pt x="7041" y="2092"/>
                    <a:pt x="6577" y="2774"/>
                    <a:pt x="5401" y="2774"/>
                  </a:cubicBezTo>
                  <a:cubicBezTo>
                    <a:pt x="5375" y="2774"/>
                    <a:pt x="5348" y="2773"/>
                    <a:pt x="5321" y="2773"/>
                  </a:cubicBezTo>
                  <a:cubicBezTo>
                    <a:pt x="4117" y="2741"/>
                    <a:pt x="3262" y="2266"/>
                    <a:pt x="2439" y="1791"/>
                  </a:cubicBezTo>
                  <a:cubicBezTo>
                    <a:pt x="1679" y="1348"/>
                    <a:pt x="950" y="936"/>
                    <a:pt x="0" y="936"/>
                  </a:cubicBezTo>
                  <a:lnTo>
                    <a:pt x="0" y="1094"/>
                  </a:lnTo>
                  <a:cubicBezTo>
                    <a:pt x="887" y="1094"/>
                    <a:pt x="1615" y="1506"/>
                    <a:pt x="2375" y="1949"/>
                  </a:cubicBezTo>
                  <a:cubicBezTo>
                    <a:pt x="3199" y="2424"/>
                    <a:pt x="4086" y="2931"/>
                    <a:pt x="5289" y="2931"/>
                  </a:cubicBezTo>
                  <a:lnTo>
                    <a:pt x="5352" y="2931"/>
                  </a:lnTo>
                  <a:cubicBezTo>
                    <a:pt x="6682" y="2931"/>
                    <a:pt x="7157" y="2203"/>
                    <a:pt x="7664" y="1474"/>
                  </a:cubicBezTo>
                  <a:cubicBezTo>
                    <a:pt x="8013" y="936"/>
                    <a:pt x="8393" y="398"/>
                    <a:pt x="9121" y="208"/>
                  </a:cubicBezTo>
                  <a:cubicBezTo>
                    <a:pt x="9237" y="179"/>
                    <a:pt x="9344" y="165"/>
                    <a:pt x="9445" y="165"/>
                  </a:cubicBezTo>
                  <a:cubicBezTo>
                    <a:pt x="10008" y="165"/>
                    <a:pt x="10365" y="584"/>
                    <a:pt x="10768" y="1094"/>
                  </a:cubicBezTo>
                  <a:cubicBezTo>
                    <a:pt x="11338" y="1759"/>
                    <a:pt x="11940" y="2519"/>
                    <a:pt x="13270" y="2551"/>
                  </a:cubicBezTo>
                  <a:lnTo>
                    <a:pt x="13270" y="2393"/>
                  </a:lnTo>
                  <a:cubicBezTo>
                    <a:pt x="12035" y="2361"/>
                    <a:pt x="11433" y="1633"/>
                    <a:pt x="10926" y="999"/>
                  </a:cubicBezTo>
                  <a:cubicBezTo>
                    <a:pt x="10496" y="488"/>
                    <a:pt x="10111" y="0"/>
                    <a:pt x="9462" y="0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23"/>
            <p:cNvSpPr/>
            <p:nvPr/>
          </p:nvSpPr>
          <p:spPr>
            <a:xfrm>
              <a:off x="4931223" y="2589405"/>
              <a:ext cx="450406" cy="160869"/>
            </a:xfrm>
            <a:custGeom>
              <a:avLst/>
              <a:gdLst/>
              <a:ahLst/>
              <a:cxnLst/>
              <a:rect l="l" t="t" r="r" b="b"/>
              <a:pathLst>
                <a:path w="13302" h="4751" extrusionOk="0">
                  <a:moveTo>
                    <a:pt x="4972" y="0"/>
                  </a:moveTo>
                  <a:cubicBezTo>
                    <a:pt x="3547" y="0"/>
                    <a:pt x="2660" y="1235"/>
                    <a:pt x="1900" y="2344"/>
                  </a:cubicBezTo>
                  <a:cubicBezTo>
                    <a:pt x="1299" y="3230"/>
                    <a:pt x="729" y="4054"/>
                    <a:pt x="0" y="4054"/>
                  </a:cubicBezTo>
                  <a:lnTo>
                    <a:pt x="0" y="4212"/>
                  </a:lnTo>
                  <a:cubicBezTo>
                    <a:pt x="824" y="4212"/>
                    <a:pt x="1425" y="3357"/>
                    <a:pt x="2059" y="2439"/>
                  </a:cubicBezTo>
                  <a:cubicBezTo>
                    <a:pt x="2787" y="1362"/>
                    <a:pt x="3642" y="158"/>
                    <a:pt x="4972" y="158"/>
                  </a:cubicBezTo>
                  <a:cubicBezTo>
                    <a:pt x="6271" y="158"/>
                    <a:pt x="6809" y="1394"/>
                    <a:pt x="7348" y="2597"/>
                  </a:cubicBezTo>
                  <a:cubicBezTo>
                    <a:pt x="7854" y="3705"/>
                    <a:pt x="8298" y="4750"/>
                    <a:pt x="9343" y="4750"/>
                  </a:cubicBezTo>
                  <a:cubicBezTo>
                    <a:pt x="10388" y="4750"/>
                    <a:pt x="10863" y="4275"/>
                    <a:pt x="11306" y="3800"/>
                  </a:cubicBezTo>
                  <a:cubicBezTo>
                    <a:pt x="11781" y="3294"/>
                    <a:pt x="12225" y="2819"/>
                    <a:pt x="13301" y="2819"/>
                  </a:cubicBezTo>
                  <a:lnTo>
                    <a:pt x="13301" y="2660"/>
                  </a:lnTo>
                  <a:cubicBezTo>
                    <a:pt x="12130" y="2660"/>
                    <a:pt x="11654" y="3167"/>
                    <a:pt x="11179" y="3674"/>
                  </a:cubicBezTo>
                  <a:cubicBezTo>
                    <a:pt x="10736" y="4149"/>
                    <a:pt x="10324" y="4592"/>
                    <a:pt x="9343" y="4592"/>
                  </a:cubicBezTo>
                  <a:cubicBezTo>
                    <a:pt x="8424" y="4592"/>
                    <a:pt x="7981" y="3579"/>
                    <a:pt x="7506" y="2534"/>
                  </a:cubicBezTo>
                  <a:cubicBezTo>
                    <a:pt x="6936" y="1299"/>
                    <a:pt x="6366" y="0"/>
                    <a:pt x="4972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23"/>
            <p:cNvSpPr/>
            <p:nvPr/>
          </p:nvSpPr>
          <p:spPr>
            <a:xfrm>
              <a:off x="4928006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0" y="1"/>
                  </a:moveTo>
                  <a:lnTo>
                    <a:pt x="0" y="6778"/>
                  </a:lnTo>
                  <a:lnTo>
                    <a:pt x="95" y="6778"/>
                  </a:lnTo>
                  <a:lnTo>
                    <a:pt x="9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23"/>
            <p:cNvSpPr/>
            <p:nvPr/>
          </p:nvSpPr>
          <p:spPr>
            <a:xfrm>
              <a:off x="5379428" y="2564721"/>
              <a:ext cx="3251" cy="229503"/>
            </a:xfrm>
            <a:custGeom>
              <a:avLst/>
              <a:gdLst/>
              <a:ahLst/>
              <a:cxnLst/>
              <a:rect l="l" t="t" r="r" b="b"/>
              <a:pathLst>
                <a:path w="96" h="6778" extrusionOk="0">
                  <a:moveTo>
                    <a:pt x="1" y="1"/>
                  </a:moveTo>
                  <a:lnTo>
                    <a:pt x="1" y="6778"/>
                  </a:lnTo>
                  <a:lnTo>
                    <a:pt x="96" y="6778"/>
                  </a:lnTo>
                  <a:lnTo>
                    <a:pt x="96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23"/>
            <p:cNvSpPr/>
            <p:nvPr/>
          </p:nvSpPr>
          <p:spPr>
            <a:xfrm>
              <a:off x="4928006" y="2792057"/>
              <a:ext cx="454672" cy="3251"/>
            </a:xfrm>
            <a:custGeom>
              <a:avLst/>
              <a:gdLst/>
              <a:ahLst/>
              <a:cxnLst/>
              <a:rect l="l" t="t" r="r" b="b"/>
              <a:pathLst>
                <a:path w="13428" h="96" extrusionOk="0">
                  <a:moveTo>
                    <a:pt x="0" y="1"/>
                  </a:moveTo>
                  <a:lnTo>
                    <a:pt x="0" y="96"/>
                  </a:lnTo>
                  <a:lnTo>
                    <a:pt x="13428" y="96"/>
                  </a:lnTo>
                  <a:lnTo>
                    <a:pt x="1342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23"/>
            <p:cNvSpPr/>
            <p:nvPr/>
          </p:nvSpPr>
          <p:spPr>
            <a:xfrm>
              <a:off x="3990795" y="2422103"/>
              <a:ext cx="1493768" cy="1051962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23"/>
            <p:cNvSpPr/>
            <p:nvPr/>
          </p:nvSpPr>
          <p:spPr>
            <a:xfrm>
              <a:off x="4889406" y="3318546"/>
              <a:ext cx="1345766" cy="995145"/>
            </a:xfrm>
            <a:custGeom>
              <a:avLst/>
              <a:gdLst/>
              <a:ahLst/>
              <a:cxnLst/>
              <a:rect l="l" t="t" r="r" b="b"/>
              <a:pathLst>
                <a:path w="39745" h="29390" extrusionOk="0">
                  <a:moveTo>
                    <a:pt x="2090" y="1"/>
                  </a:moveTo>
                  <a:cubicBezTo>
                    <a:pt x="1520" y="1"/>
                    <a:pt x="1014" y="191"/>
                    <a:pt x="602" y="539"/>
                  </a:cubicBezTo>
                  <a:cubicBezTo>
                    <a:pt x="285" y="983"/>
                    <a:pt x="95" y="1521"/>
                    <a:pt x="95" y="2123"/>
                  </a:cubicBezTo>
                  <a:lnTo>
                    <a:pt x="32" y="26793"/>
                  </a:lnTo>
                  <a:cubicBezTo>
                    <a:pt x="0" y="28250"/>
                    <a:pt x="1109" y="29390"/>
                    <a:pt x="2470" y="29390"/>
                  </a:cubicBezTo>
                  <a:lnTo>
                    <a:pt x="37623" y="29390"/>
                  </a:lnTo>
                  <a:cubicBezTo>
                    <a:pt x="38193" y="29390"/>
                    <a:pt x="38731" y="29200"/>
                    <a:pt x="39143" y="28851"/>
                  </a:cubicBezTo>
                  <a:cubicBezTo>
                    <a:pt x="39460" y="28408"/>
                    <a:pt x="39650" y="27870"/>
                    <a:pt x="39650" y="27300"/>
                  </a:cubicBezTo>
                  <a:lnTo>
                    <a:pt x="39713" y="2598"/>
                  </a:lnTo>
                  <a:cubicBezTo>
                    <a:pt x="39745" y="1173"/>
                    <a:pt x="38636" y="1"/>
                    <a:pt x="37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23"/>
            <p:cNvSpPr/>
            <p:nvPr/>
          </p:nvSpPr>
          <p:spPr>
            <a:xfrm>
              <a:off x="5010557" y="3750634"/>
              <a:ext cx="1086297" cy="377539"/>
            </a:xfrm>
            <a:custGeom>
              <a:avLst/>
              <a:gdLst/>
              <a:ahLst/>
              <a:cxnLst/>
              <a:rect l="l" t="t" r="r" b="b"/>
              <a:pathLst>
                <a:path w="32082" h="11150" extrusionOk="0">
                  <a:moveTo>
                    <a:pt x="9222" y="1"/>
                  </a:moveTo>
                  <a:cubicBezTo>
                    <a:pt x="7670" y="1"/>
                    <a:pt x="6724" y="1219"/>
                    <a:pt x="5733" y="2504"/>
                  </a:cubicBezTo>
                  <a:cubicBezTo>
                    <a:pt x="4466" y="4119"/>
                    <a:pt x="3009" y="5956"/>
                    <a:pt x="1" y="6020"/>
                  </a:cubicBezTo>
                  <a:lnTo>
                    <a:pt x="32" y="11150"/>
                  </a:lnTo>
                  <a:cubicBezTo>
                    <a:pt x="32" y="11150"/>
                    <a:pt x="29865" y="11087"/>
                    <a:pt x="32082" y="11087"/>
                  </a:cubicBezTo>
                  <a:lnTo>
                    <a:pt x="32082" y="2346"/>
                  </a:lnTo>
                  <a:cubicBezTo>
                    <a:pt x="29770" y="2346"/>
                    <a:pt x="27996" y="3423"/>
                    <a:pt x="26128" y="4531"/>
                  </a:cubicBezTo>
                  <a:cubicBezTo>
                    <a:pt x="24164" y="5735"/>
                    <a:pt x="22106" y="6970"/>
                    <a:pt x="19256" y="7001"/>
                  </a:cubicBezTo>
                  <a:cubicBezTo>
                    <a:pt x="19200" y="7002"/>
                    <a:pt x="19146" y="7003"/>
                    <a:pt x="19092" y="7003"/>
                  </a:cubicBezTo>
                  <a:cubicBezTo>
                    <a:pt x="16145" y="7003"/>
                    <a:pt x="15085" y="5321"/>
                    <a:pt x="13904" y="3518"/>
                  </a:cubicBezTo>
                  <a:cubicBezTo>
                    <a:pt x="13017" y="2093"/>
                    <a:pt x="12067" y="604"/>
                    <a:pt x="10135" y="129"/>
                  </a:cubicBezTo>
                  <a:cubicBezTo>
                    <a:pt x="9808" y="41"/>
                    <a:pt x="9505" y="1"/>
                    <a:pt x="922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23"/>
            <p:cNvSpPr/>
            <p:nvPr/>
          </p:nvSpPr>
          <p:spPr>
            <a:xfrm>
              <a:off x="5011640" y="3606999"/>
              <a:ext cx="1085213" cy="408589"/>
            </a:xfrm>
            <a:custGeom>
              <a:avLst/>
              <a:gdLst/>
              <a:ahLst/>
              <a:cxnLst/>
              <a:rect l="l" t="t" r="r" b="b"/>
              <a:pathLst>
                <a:path w="32050" h="12067" extrusionOk="0">
                  <a:moveTo>
                    <a:pt x="20015" y="1"/>
                  </a:moveTo>
                  <a:cubicBezTo>
                    <a:pt x="16658" y="1"/>
                    <a:pt x="15265" y="3263"/>
                    <a:pt x="13935" y="6398"/>
                  </a:cubicBezTo>
                  <a:cubicBezTo>
                    <a:pt x="12795" y="9122"/>
                    <a:pt x="11718" y="11655"/>
                    <a:pt x="9501" y="11655"/>
                  </a:cubicBezTo>
                  <a:cubicBezTo>
                    <a:pt x="7126" y="11655"/>
                    <a:pt x="6113" y="10515"/>
                    <a:pt x="5036" y="9312"/>
                  </a:cubicBezTo>
                  <a:cubicBezTo>
                    <a:pt x="3896" y="8045"/>
                    <a:pt x="2724" y="6746"/>
                    <a:pt x="0" y="6746"/>
                  </a:cubicBezTo>
                  <a:lnTo>
                    <a:pt x="0" y="7158"/>
                  </a:lnTo>
                  <a:cubicBezTo>
                    <a:pt x="2566" y="7158"/>
                    <a:pt x="3611" y="8361"/>
                    <a:pt x="4751" y="9597"/>
                  </a:cubicBezTo>
                  <a:cubicBezTo>
                    <a:pt x="5828" y="10832"/>
                    <a:pt x="6936" y="12067"/>
                    <a:pt x="9501" y="12067"/>
                  </a:cubicBezTo>
                  <a:cubicBezTo>
                    <a:pt x="11971" y="12067"/>
                    <a:pt x="13111" y="9407"/>
                    <a:pt x="14315" y="6588"/>
                  </a:cubicBezTo>
                  <a:cubicBezTo>
                    <a:pt x="15582" y="3548"/>
                    <a:pt x="16912" y="413"/>
                    <a:pt x="20015" y="413"/>
                  </a:cubicBezTo>
                  <a:cubicBezTo>
                    <a:pt x="23246" y="413"/>
                    <a:pt x="25272" y="3484"/>
                    <a:pt x="27078" y="6176"/>
                  </a:cubicBezTo>
                  <a:cubicBezTo>
                    <a:pt x="28598" y="8488"/>
                    <a:pt x="30054" y="10673"/>
                    <a:pt x="32050" y="10673"/>
                  </a:cubicBezTo>
                  <a:lnTo>
                    <a:pt x="32050" y="10262"/>
                  </a:lnTo>
                  <a:cubicBezTo>
                    <a:pt x="30244" y="10262"/>
                    <a:pt x="28883" y="8171"/>
                    <a:pt x="27394" y="5955"/>
                  </a:cubicBezTo>
                  <a:cubicBezTo>
                    <a:pt x="25557" y="3168"/>
                    <a:pt x="23467" y="1"/>
                    <a:pt x="20015" y="1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23"/>
            <p:cNvSpPr/>
            <p:nvPr/>
          </p:nvSpPr>
          <p:spPr>
            <a:xfrm>
              <a:off x="609682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23"/>
            <p:cNvSpPr/>
            <p:nvPr/>
          </p:nvSpPr>
          <p:spPr>
            <a:xfrm>
              <a:off x="5007340" y="3543749"/>
              <a:ext cx="7551" cy="582290"/>
            </a:xfrm>
            <a:custGeom>
              <a:avLst/>
              <a:gdLst/>
              <a:ahLst/>
              <a:cxnLst/>
              <a:rect l="l" t="t" r="r" b="b"/>
              <a:pathLst>
                <a:path w="223" h="17197" extrusionOk="0">
                  <a:moveTo>
                    <a:pt x="1" y="0"/>
                  </a:moveTo>
                  <a:lnTo>
                    <a:pt x="1" y="17197"/>
                  </a:lnTo>
                  <a:lnTo>
                    <a:pt x="222" y="17197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23"/>
            <p:cNvSpPr/>
            <p:nvPr/>
          </p:nvSpPr>
          <p:spPr>
            <a:xfrm>
              <a:off x="5007340" y="4121705"/>
              <a:ext cx="1097030" cy="8634"/>
            </a:xfrm>
            <a:custGeom>
              <a:avLst/>
              <a:gdLst/>
              <a:ahLst/>
              <a:cxnLst/>
              <a:rect l="l" t="t" r="r" b="b"/>
              <a:pathLst>
                <a:path w="32399" h="255" extrusionOk="0">
                  <a:moveTo>
                    <a:pt x="1" y="1"/>
                  </a:moveTo>
                  <a:lnTo>
                    <a:pt x="1" y="254"/>
                  </a:lnTo>
                  <a:lnTo>
                    <a:pt x="32398" y="254"/>
                  </a:lnTo>
                  <a:lnTo>
                    <a:pt x="32398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23"/>
            <p:cNvSpPr/>
            <p:nvPr/>
          </p:nvSpPr>
          <p:spPr>
            <a:xfrm>
              <a:off x="4887239" y="3315329"/>
              <a:ext cx="1350100" cy="1001579"/>
            </a:xfrm>
            <a:custGeom>
              <a:avLst/>
              <a:gdLst/>
              <a:ahLst/>
              <a:cxnLst/>
              <a:rect l="l" t="t" r="r" b="b"/>
              <a:pathLst>
                <a:path w="39873" h="29580" extrusionOk="0">
                  <a:moveTo>
                    <a:pt x="37402" y="191"/>
                  </a:moveTo>
                  <a:cubicBezTo>
                    <a:pt x="38669" y="191"/>
                    <a:pt x="39714" y="1268"/>
                    <a:pt x="39714" y="2598"/>
                  </a:cubicBezTo>
                  <a:lnTo>
                    <a:pt x="39714" y="27521"/>
                  </a:lnTo>
                  <a:cubicBezTo>
                    <a:pt x="39714" y="28566"/>
                    <a:pt x="38890" y="29390"/>
                    <a:pt x="37909" y="29390"/>
                  </a:cubicBezTo>
                  <a:lnTo>
                    <a:pt x="2503" y="29390"/>
                  </a:lnTo>
                  <a:cubicBezTo>
                    <a:pt x="1236" y="29390"/>
                    <a:pt x="159" y="28281"/>
                    <a:pt x="159" y="26919"/>
                  </a:cubicBezTo>
                  <a:lnTo>
                    <a:pt x="159" y="2059"/>
                  </a:lnTo>
                  <a:cubicBezTo>
                    <a:pt x="159" y="1014"/>
                    <a:pt x="983" y="191"/>
                    <a:pt x="1964" y="191"/>
                  </a:cubicBezTo>
                  <a:close/>
                  <a:moveTo>
                    <a:pt x="1964" y="1"/>
                  </a:moveTo>
                  <a:cubicBezTo>
                    <a:pt x="888" y="1"/>
                    <a:pt x="1" y="919"/>
                    <a:pt x="1" y="2059"/>
                  </a:cubicBezTo>
                  <a:lnTo>
                    <a:pt x="1" y="26919"/>
                  </a:lnTo>
                  <a:cubicBezTo>
                    <a:pt x="1" y="28376"/>
                    <a:pt x="1109" y="29580"/>
                    <a:pt x="2503" y="29580"/>
                  </a:cubicBezTo>
                  <a:lnTo>
                    <a:pt x="37909" y="29580"/>
                  </a:lnTo>
                  <a:cubicBezTo>
                    <a:pt x="38985" y="29580"/>
                    <a:pt x="39872" y="28661"/>
                    <a:pt x="39872" y="27521"/>
                  </a:cubicBezTo>
                  <a:lnTo>
                    <a:pt x="39872" y="2598"/>
                  </a:lnTo>
                  <a:cubicBezTo>
                    <a:pt x="39872" y="1173"/>
                    <a:pt x="38764" y="1"/>
                    <a:pt x="3740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23"/>
            <p:cNvSpPr/>
            <p:nvPr/>
          </p:nvSpPr>
          <p:spPr>
            <a:xfrm>
              <a:off x="2626813" y="3076210"/>
              <a:ext cx="1828338" cy="1317899"/>
            </a:xfrm>
            <a:custGeom>
              <a:avLst/>
              <a:gdLst/>
              <a:ahLst/>
              <a:cxnLst/>
              <a:rect l="l" t="t" r="r" b="b"/>
              <a:pathLst>
                <a:path w="53997" h="38922" extrusionOk="0">
                  <a:moveTo>
                    <a:pt x="2851" y="1"/>
                  </a:moveTo>
                  <a:cubicBezTo>
                    <a:pt x="2091" y="1"/>
                    <a:pt x="1394" y="254"/>
                    <a:pt x="824" y="697"/>
                  </a:cubicBezTo>
                  <a:cubicBezTo>
                    <a:pt x="380" y="1299"/>
                    <a:pt x="127" y="1996"/>
                    <a:pt x="127" y="2788"/>
                  </a:cubicBezTo>
                  <a:lnTo>
                    <a:pt x="32" y="35470"/>
                  </a:lnTo>
                  <a:cubicBezTo>
                    <a:pt x="0" y="37370"/>
                    <a:pt x="1521" y="38922"/>
                    <a:pt x="3357" y="38922"/>
                  </a:cubicBezTo>
                  <a:lnTo>
                    <a:pt x="51178" y="38922"/>
                  </a:lnTo>
                  <a:cubicBezTo>
                    <a:pt x="51938" y="38922"/>
                    <a:pt x="52634" y="38637"/>
                    <a:pt x="53204" y="38193"/>
                  </a:cubicBezTo>
                  <a:cubicBezTo>
                    <a:pt x="53648" y="37623"/>
                    <a:pt x="53901" y="36895"/>
                    <a:pt x="53901" y="36135"/>
                  </a:cubicBezTo>
                  <a:lnTo>
                    <a:pt x="53996" y="3421"/>
                  </a:lnTo>
                  <a:cubicBezTo>
                    <a:pt x="53996" y="1521"/>
                    <a:pt x="52508" y="1"/>
                    <a:pt x="506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23"/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4783"/>
                  </a:move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8456"/>
                    <a:pt x="8266" y="4783"/>
                    <a:pt x="12636" y="4783"/>
                  </a:cubicBezTo>
                  <a:close/>
                  <a:moveTo>
                    <a:pt x="12636" y="1"/>
                  </a:moveTo>
                  <a:cubicBezTo>
                    <a:pt x="5669" y="1"/>
                    <a:pt x="0" y="5796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23"/>
            <p:cNvSpPr/>
            <p:nvPr/>
          </p:nvSpPr>
          <p:spPr>
            <a:xfrm>
              <a:off x="2796248" y="3257429"/>
              <a:ext cx="856793" cy="876128"/>
            </a:xfrm>
            <a:custGeom>
              <a:avLst/>
              <a:gdLst/>
              <a:ahLst/>
              <a:cxnLst/>
              <a:rect l="l" t="t" r="r" b="b"/>
              <a:pathLst>
                <a:path w="25304" h="25875" extrusionOk="0">
                  <a:moveTo>
                    <a:pt x="12636" y="1"/>
                  </a:moveTo>
                  <a:lnTo>
                    <a:pt x="12636" y="4783"/>
                  </a:lnTo>
                  <a:cubicBezTo>
                    <a:pt x="17038" y="4783"/>
                    <a:pt x="20617" y="8456"/>
                    <a:pt x="20617" y="12922"/>
                  </a:cubicBezTo>
                  <a:cubicBezTo>
                    <a:pt x="20617" y="17419"/>
                    <a:pt x="17038" y="21092"/>
                    <a:pt x="12636" y="21092"/>
                  </a:cubicBezTo>
                  <a:cubicBezTo>
                    <a:pt x="8266" y="21092"/>
                    <a:pt x="4687" y="17419"/>
                    <a:pt x="4687" y="12922"/>
                  </a:cubicBezTo>
                  <a:cubicBezTo>
                    <a:pt x="4687" y="12130"/>
                    <a:pt x="4782" y="11338"/>
                    <a:pt x="5004" y="10578"/>
                  </a:cubicBezTo>
                  <a:lnTo>
                    <a:pt x="539" y="9216"/>
                  </a:lnTo>
                  <a:cubicBezTo>
                    <a:pt x="159" y="10420"/>
                    <a:pt x="0" y="11655"/>
                    <a:pt x="0" y="12922"/>
                  </a:cubicBezTo>
                  <a:cubicBezTo>
                    <a:pt x="0" y="20079"/>
                    <a:pt x="5669" y="25874"/>
                    <a:pt x="12636" y="25874"/>
                  </a:cubicBezTo>
                  <a:cubicBezTo>
                    <a:pt x="19635" y="25874"/>
                    <a:pt x="25304" y="20079"/>
                    <a:pt x="25304" y="12922"/>
                  </a:cubicBezTo>
                  <a:cubicBezTo>
                    <a:pt x="25304" y="5796"/>
                    <a:pt x="19635" y="1"/>
                    <a:pt x="12636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3"/>
            <p:cNvSpPr/>
            <p:nvPr/>
          </p:nvSpPr>
          <p:spPr>
            <a:xfrm>
              <a:off x="2796248" y="3314280"/>
              <a:ext cx="856793" cy="819277"/>
            </a:xfrm>
            <a:custGeom>
              <a:avLst/>
              <a:gdLst/>
              <a:ahLst/>
              <a:cxnLst/>
              <a:rect l="l" t="t" r="r" b="b"/>
              <a:pathLst>
                <a:path w="25304" h="24196" extrusionOk="0">
                  <a:moveTo>
                    <a:pt x="18907" y="0"/>
                  </a:moveTo>
                  <a:lnTo>
                    <a:pt x="16595" y="4181"/>
                  </a:lnTo>
                  <a:cubicBezTo>
                    <a:pt x="19065" y="5637"/>
                    <a:pt x="20617" y="8329"/>
                    <a:pt x="20617" y="11243"/>
                  </a:cubicBezTo>
                  <a:cubicBezTo>
                    <a:pt x="20617" y="15740"/>
                    <a:pt x="17038" y="19382"/>
                    <a:pt x="12636" y="19382"/>
                  </a:cubicBezTo>
                  <a:cubicBezTo>
                    <a:pt x="10514" y="19382"/>
                    <a:pt x="8487" y="18527"/>
                    <a:pt x="6967" y="16975"/>
                  </a:cubicBezTo>
                  <a:cubicBezTo>
                    <a:pt x="5511" y="15423"/>
                    <a:pt x="4687" y="13396"/>
                    <a:pt x="4687" y="11243"/>
                  </a:cubicBezTo>
                  <a:lnTo>
                    <a:pt x="0" y="11243"/>
                  </a:lnTo>
                  <a:cubicBezTo>
                    <a:pt x="0" y="14695"/>
                    <a:pt x="1299" y="17925"/>
                    <a:pt x="3642" y="20363"/>
                  </a:cubicBezTo>
                  <a:cubicBezTo>
                    <a:pt x="6049" y="22834"/>
                    <a:pt x="9248" y="24195"/>
                    <a:pt x="12636" y="24195"/>
                  </a:cubicBezTo>
                  <a:cubicBezTo>
                    <a:pt x="19635" y="24195"/>
                    <a:pt x="25304" y="18400"/>
                    <a:pt x="25304" y="11243"/>
                  </a:cubicBezTo>
                  <a:cubicBezTo>
                    <a:pt x="25304" y="6619"/>
                    <a:pt x="22865" y="2312"/>
                    <a:pt x="18907" y="0"/>
                  </a:cubicBezTo>
                  <a:close/>
                </a:path>
              </a:pathLst>
            </a:custGeom>
            <a:solidFill>
              <a:srgbClr val="F2A3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3"/>
            <p:cNvSpPr/>
            <p:nvPr/>
          </p:nvSpPr>
          <p:spPr>
            <a:xfrm>
              <a:off x="3853527" y="3390397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3"/>
            <p:cNvSpPr/>
            <p:nvPr/>
          </p:nvSpPr>
          <p:spPr>
            <a:xfrm>
              <a:off x="3853527" y="3430081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3"/>
            <p:cNvSpPr/>
            <p:nvPr/>
          </p:nvSpPr>
          <p:spPr>
            <a:xfrm>
              <a:off x="3853527" y="3468681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3"/>
            <p:cNvSpPr/>
            <p:nvPr/>
          </p:nvSpPr>
          <p:spPr>
            <a:xfrm>
              <a:off x="3853527" y="3508365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3"/>
            <p:cNvSpPr/>
            <p:nvPr/>
          </p:nvSpPr>
          <p:spPr>
            <a:xfrm>
              <a:off x="3853527" y="3548049"/>
              <a:ext cx="321738" cy="16117"/>
            </a:xfrm>
            <a:custGeom>
              <a:avLst/>
              <a:gdLst/>
              <a:ahLst/>
              <a:cxnLst/>
              <a:rect l="l" t="t" r="r" b="b"/>
              <a:pathLst>
                <a:path w="9502" h="476" extrusionOk="0">
                  <a:moveTo>
                    <a:pt x="1" y="0"/>
                  </a:moveTo>
                  <a:lnTo>
                    <a:pt x="1" y="475"/>
                  </a:lnTo>
                  <a:lnTo>
                    <a:pt x="9502" y="475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3"/>
            <p:cNvSpPr/>
            <p:nvPr/>
          </p:nvSpPr>
          <p:spPr>
            <a:xfrm>
              <a:off x="3853527" y="3586650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3"/>
            <p:cNvSpPr/>
            <p:nvPr/>
          </p:nvSpPr>
          <p:spPr>
            <a:xfrm>
              <a:off x="3853527" y="3879369"/>
              <a:ext cx="413972" cy="17201"/>
            </a:xfrm>
            <a:custGeom>
              <a:avLst/>
              <a:gdLst/>
              <a:ahLst/>
              <a:cxnLst/>
              <a:rect l="l" t="t" r="r" b="b"/>
              <a:pathLst>
                <a:path w="1222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2225" y="507"/>
                  </a:lnTo>
                  <a:lnTo>
                    <a:pt x="1222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3"/>
            <p:cNvSpPr/>
            <p:nvPr/>
          </p:nvSpPr>
          <p:spPr>
            <a:xfrm>
              <a:off x="3853527" y="3919053"/>
              <a:ext cx="401106" cy="17201"/>
            </a:xfrm>
            <a:custGeom>
              <a:avLst/>
              <a:gdLst/>
              <a:ahLst/>
              <a:cxnLst/>
              <a:rect l="l" t="t" r="r" b="b"/>
              <a:pathLst>
                <a:path w="11846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1845" y="507"/>
                  </a:lnTo>
                  <a:lnTo>
                    <a:pt x="11845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3"/>
            <p:cNvSpPr/>
            <p:nvPr/>
          </p:nvSpPr>
          <p:spPr>
            <a:xfrm>
              <a:off x="3853527" y="3957654"/>
              <a:ext cx="365722" cy="17201"/>
            </a:xfrm>
            <a:custGeom>
              <a:avLst/>
              <a:gdLst/>
              <a:ahLst/>
              <a:cxnLst/>
              <a:rect l="l" t="t" r="r" b="b"/>
              <a:pathLst>
                <a:path w="10801" h="508" extrusionOk="0">
                  <a:moveTo>
                    <a:pt x="1" y="1"/>
                  </a:moveTo>
                  <a:lnTo>
                    <a:pt x="1" y="507"/>
                  </a:lnTo>
                  <a:lnTo>
                    <a:pt x="10800" y="507"/>
                  </a:lnTo>
                  <a:lnTo>
                    <a:pt x="10800" y="1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3"/>
            <p:cNvSpPr/>
            <p:nvPr/>
          </p:nvSpPr>
          <p:spPr>
            <a:xfrm>
              <a:off x="3853527" y="3997338"/>
              <a:ext cx="342121" cy="17201"/>
            </a:xfrm>
            <a:custGeom>
              <a:avLst/>
              <a:gdLst/>
              <a:ahLst/>
              <a:cxnLst/>
              <a:rect l="l" t="t" r="r" b="b"/>
              <a:pathLst>
                <a:path w="10104" h="508" extrusionOk="0">
                  <a:moveTo>
                    <a:pt x="1" y="0"/>
                  </a:moveTo>
                  <a:lnTo>
                    <a:pt x="1" y="507"/>
                  </a:lnTo>
                  <a:lnTo>
                    <a:pt x="10103" y="507"/>
                  </a:lnTo>
                  <a:lnTo>
                    <a:pt x="10103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3"/>
            <p:cNvSpPr/>
            <p:nvPr/>
          </p:nvSpPr>
          <p:spPr>
            <a:xfrm>
              <a:off x="3853527" y="4035938"/>
              <a:ext cx="321738" cy="17201"/>
            </a:xfrm>
            <a:custGeom>
              <a:avLst/>
              <a:gdLst/>
              <a:ahLst/>
              <a:cxnLst/>
              <a:rect l="l" t="t" r="r" b="b"/>
              <a:pathLst>
                <a:path w="9502" h="508" extrusionOk="0">
                  <a:moveTo>
                    <a:pt x="1" y="0"/>
                  </a:moveTo>
                  <a:lnTo>
                    <a:pt x="1" y="507"/>
                  </a:lnTo>
                  <a:lnTo>
                    <a:pt x="9502" y="507"/>
                  </a:lnTo>
                  <a:lnTo>
                    <a:pt x="950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3"/>
            <p:cNvSpPr/>
            <p:nvPr/>
          </p:nvSpPr>
          <p:spPr>
            <a:xfrm>
              <a:off x="3853527" y="4075622"/>
              <a:ext cx="296004" cy="17167"/>
            </a:xfrm>
            <a:custGeom>
              <a:avLst/>
              <a:gdLst/>
              <a:ahLst/>
              <a:cxnLst/>
              <a:rect l="l" t="t" r="r" b="b"/>
              <a:pathLst>
                <a:path w="8742" h="507" extrusionOk="0">
                  <a:moveTo>
                    <a:pt x="1" y="0"/>
                  </a:moveTo>
                  <a:lnTo>
                    <a:pt x="1" y="507"/>
                  </a:lnTo>
                  <a:lnTo>
                    <a:pt x="8742" y="507"/>
                  </a:lnTo>
                  <a:lnTo>
                    <a:pt x="8742" y="0"/>
                  </a:lnTo>
                  <a:close/>
                </a:path>
              </a:pathLst>
            </a:custGeom>
            <a:solidFill>
              <a:srgbClr val="CEC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23"/>
            <p:cNvSpPr/>
            <p:nvPr/>
          </p:nvSpPr>
          <p:spPr>
            <a:xfrm>
              <a:off x="6125770" y="2472080"/>
              <a:ext cx="305654" cy="306061"/>
            </a:xfrm>
            <a:custGeom>
              <a:avLst/>
              <a:gdLst/>
              <a:ahLst/>
              <a:cxnLst/>
              <a:rect l="l" t="t" r="r" b="b"/>
              <a:pathLst>
                <a:path w="9027" h="9039" extrusionOk="0">
                  <a:moveTo>
                    <a:pt x="4494" y="3326"/>
                  </a:moveTo>
                  <a:cubicBezTo>
                    <a:pt x="4547" y="3326"/>
                    <a:pt x="4602" y="3330"/>
                    <a:pt x="4656" y="3338"/>
                  </a:cubicBezTo>
                  <a:cubicBezTo>
                    <a:pt x="5321" y="3433"/>
                    <a:pt x="5796" y="4035"/>
                    <a:pt x="5701" y="4669"/>
                  </a:cubicBezTo>
                  <a:cubicBezTo>
                    <a:pt x="5612" y="5291"/>
                    <a:pt x="5079" y="5720"/>
                    <a:pt x="4491" y="5720"/>
                  </a:cubicBezTo>
                  <a:cubicBezTo>
                    <a:pt x="4451" y="5720"/>
                    <a:pt x="4411" y="5718"/>
                    <a:pt x="4371" y="5714"/>
                  </a:cubicBezTo>
                  <a:cubicBezTo>
                    <a:pt x="3706" y="5619"/>
                    <a:pt x="3231" y="5017"/>
                    <a:pt x="3326" y="4352"/>
                  </a:cubicBezTo>
                  <a:cubicBezTo>
                    <a:pt x="3413" y="3773"/>
                    <a:pt x="3923" y="3326"/>
                    <a:pt x="4494" y="3326"/>
                  </a:cubicBezTo>
                  <a:close/>
                  <a:moveTo>
                    <a:pt x="3923" y="0"/>
                  </a:moveTo>
                  <a:cubicBezTo>
                    <a:pt x="3914" y="0"/>
                    <a:pt x="3905" y="4"/>
                    <a:pt x="3896" y="13"/>
                  </a:cubicBezTo>
                  <a:lnTo>
                    <a:pt x="2788" y="298"/>
                  </a:lnTo>
                  <a:cubicBezTo>
                    <a:pt x="2756" y="298"/>
                    <a:pt x="2756" y="330"/>
                    <a:pt x="2756" y="362"/>
                  </a:cubicBezTo>
                  <a:cubicBezTo>
                    <a:pt x="2756" y="362"/>
                    <a:pt x="2914" y="1470"/>
                    <a:pt x="2439" y="1818"/>
                  </a:cubicBezTo>
                  <a:cubicBezTo>
                    <a:pt x="2239" y="1969"/>
                    <a:pt x="1999" y="2060"/>
                    <a:pt x="1766" y="2060"/>
                  </a:cubicBezTo>
                  <a:cubicBezTo>
                    <a:pt x="1704" y="2060"/>
                    <a:pt x="1644" y="2053"/>
                    <a:pt x="1584" y="2040"/>
                  </a:cubicBezTo>
                  <a:cubicBezTo>
                    <a:pt x="1331" y="2008"/>
                    <a:pt x="951" y="1755"/>
                    <a:pt x="951" y="1755"/>
                  </a:cubicBezTo>
                  <a:cubicBezTo>
                    <a:pt x="940" y="1744"/>
                    <a:pt x="930" y="1741"/>
                    <a:pt x="920" y="1741"/>
                  </a:cubicBezTo>
                  <a:cubicBezTo>
                    <a:pt x="901" y="1741"/>
                    <a:pt x="887" y="1755"/>
                    <a:pt x="887" y="1755"/>
                  </a:cubicBezTo>
                  <a:lnTo>
                    <a:pt x="317" y="2737"/>
                  </a:lnTo>
                  <a:cubicBezTo>
                    <a:pt x="286" y="2768"/>
                    <a:pt x="317" y="2832"/>
                    <a:pt x="317" y="2832"/>
                  </a:cubicBezTo>
                  <a:cubicBezTo>
                    <a:pt x="317" y="2832"/>
                    <a:pt x="1204" y="3497"/>
                    <a:pt x="1141" y="4067"/>
                  </a:cubicBezTo>
                  <a:cubicBezTo>
                    <a:pt x="1077" y="4669"/>
                    <a:pt x="32" y="5049"/>
                    <a:pt x="32" y="5049"/>
                  </a:cubicBezTo>
                  <a:cubicBezTo>
                    <a:pt x="1" y="5080"/>
                    <a:pt x="1" y="5112"/>
                    <a:pt x="1" y="5144"/>
                  </a:cubicBezTo>
                  <a:lnTo>
                    <a:pt x="286" y="6220"/>
                  </a:lnTo>
                  <a:cubicBezTo>
                    <a:pt x="317" y="6252"/>
                    <a:pt x="349" y="6284"/>
                    <a:pt x="381" y="6284"/>
                  </a:cubicBezTo>
                  <a:cubicBezTo>
                    <a:pt x="381" y="6284"/>
                    <a:pt x="553" y="6258"/>
                    <a:pt x="782" y="6258"/>
                  </a:cubicBezTo>
                  <a:cubicBezTo>
                    <a:pt x="1126" y="6258"/>
                    <a:pt x="1597" y="6315"/>
                    <a:pt x="1806" y="6600"/>
                  </a:cubicBezTo>
                  <a:cubicBezTo>
                    <a:pt x="2186" y="7044"/>
                    <a:pt x="1742" y="8057"/>
                    <a:pt x="1742" y="8057"/>
                  </a:cubicBezTo>
                  <a:cubicBezTo>
                    <a:pt x="1742" y="8089"/>
                    <a:pt x="1742" y="8120"/>
                    <a:pt x="1774" y="8152"/>
                  </a:cubicBezTo>
                  <a:lnTo>
                    <a:pt x="2756" y="8722"/>
                  </a:lnTo>
                  <a:cubicBezTo>
                    <a:pt x="2788" y="8722"/>
                    <a:pt x="2819" y="8722"/>
                    <a:pt x="2819" y="8690"/>
                  </a:cubicBezTo>
                  <a:cubicBezTo>
                    <a:pt x="2819" y="8690"/>
                    <a:pt x="3418" y="7892"/>
                    <a:pt x="3967" y="7892"/>
                  </a:cubicBezTo>
                  <a:cubicBezTo>
                    <a:pt x="3996" y="7892"/>
                    <a:pt x="4025" y="7894"/>
                    <a:pt x="4054" y="7899"/>
                  </a:cubicBezTo>
                  <a:cubicBezTo>
                    <a:pt x="4656" y="7962"/>
                    <a:pt x="5068" y="8975"/>
                    <a:pt x="5068" y="8975"/>
                  </a:cubicBezTo>
                  <a:cubicBezTo>
                    <a:pt x="5068" y="9007"/>
                    <a:pt x="5099" y="9039"/>
                    <a:pt x="5131" y="9039"/>
                  </a:cubicBezTo>
                  <a:lnTo>
                    <a:pt x="6239" y="8722"/>
                  </a:lnTo>
                  <a:cubicBezTo>
                    <a:pt x="6271" y="8722"/>
                    <a:pt x="6271" y="8690"/>
                    <a:pt x="6271" y="8659"/>
                  </a:cubicBezTo>
                  <a:cubicBezTo>
                    <a:pt x="6271" y="8659"/>
                    <a:pt x="6113" y="7582"/>
                    <a:pt x="6588" y="7202"/>
                  </a:cubicBezTo>
                  <a:cubicBezTo>
                    <a:pt x="6722" y="7104"/>
                    <a:pt x="6896" y="7068"/>
                    <a:pt x="7077" y="7068"/>
                  </a:cubicBezTo>
                  <a:cubicBezTo>
                    <a:pt x="7539" y="7068"/>
                    <a:pt x="8045" y="7297"/>
                    <a:pt x="8045" y="7297"/>
                  </a:cubicBezTo>
                  <a:cubicBezTo>
                    <a:pt x="8076" y="7297"/>
                    <a:pt x="8140" y="7297"/>
                    <a:pt x="8140" y="7265"/>
                  </a:cubicBezTo>
                  <a:lnTo>
                    <a:pt x="8710" y="6284"/>
                  </a:lnTo>
                  <a:cubicBezTo>
                    <a:pt x="8710" y="6252"/>
                    <a:pt x="8710" y="6220"/>
                    <a:pt x="8678" y="6189"/>
                  </a:cubicBezTo>
                  <a:cubicBezTo>
                    <a:pt x="8678" y="6189"/>
                    <a:pt x="7791" y="5555"/>
                    <a:pt x="7886" y="4954"/>
                  </a:cubicBezTo>
                  <a:cubicBezTo>
                    <a:pt x="7950" y="4383"/>
                    <a:pt x="8995" y="3972"/>
                    <a:pt x="8995" y="3972"/>
                  </a:cubicBezTo>
                  <a:cubicBezTo>
                    <a:pt x="9026" y="3972"/>
                    <a:pt x="9026" y="3908"/>
                    <a:pt x="9026" y="3877"/>
                  </a:cubicBezTo>
                  <a:lnTo>
                    <a:pt x="8741" y="2800"/>
                  </a:lnTo>
                  <a:cubicBezTo>
                    <a:pt x="8719" y="2778"/>
                    <a:pt x="8696" y="2755"/>
                    <a:pt x="8674" y="2755"/>
                  </a:cubicBezTo>
                  <a:cubicBezTo>
                    <a:pt x="8665" y="2755"/>
                    <a:pt x="8656" y="2759"/>
                    <a:pt x="8646" y="2768"/>
                  </a:cubicBezTo>
                  <a:cubicBezTo>
                    <a:pt x="8646" y="2768"/>
                    <a:pt x="8306" y="2899"/>
                    <a:pt x="8054" y="2899"/>
                  </a:cubicBezTo>
                  <a:cubicBezTo>
                    <a:pt x="8029" y="2899"/>
                    <a:pt x="8004" y="2898"/>
                    <a:pt x="7981" y="2895"/>
                  </a:cubicBezTo>
                  <a:cubicBezTo>
                    <a:pt x="7665" y="2832"/>
                    <a:pt x="7411" y="2705"/>
                    <a:pt x="7221" y="2452"/>
                  </a:cubicBezTo>
                  <a:cubicBezTo>
                    <a:pt x="6841" y="1977"/>
                    <a:pt x="7285" y="963"/>
                    <a:pt x="7285" y="963"/>
                  </a:cubicBezTo>
                  <a:cubicBezTo>
                    <a:pt x="7285" y="932"/>
                    <a:pt x="7285" y="900"/>
                    <a:pt x="7253" y="868"/>
                  </a:cubicBezTo>
                  <a:lnTo>
                    <a:pt x="6271" y="298"/>
                  </a:lnTo>
                  <a:cubicBezTo>
                    <a:pt x="6239" y="298"/>
                    <a:pt x="6208" y="298"/>
                    <a:pt x="6176" y="330"/>
                  </a:cubicBezTo>
                  <a:cubicBezTo>
                    <a:pt x="6176" y="330"/>
                    <a:pt x="5586" y="1156"/>
                    <a:pt x="5003" y="1156"/>
                  </a:cubicBezTo>
                  <a:cubicBezTo>
                    <a:pt x="4983" y="1156"/>
                    <a:pt x="4962" y="1155"/>
                    <a:pt x="4941" y="1153"/>
                  </a:cubicBezTo>
                  <a:cubicBezTo>
                    <a:pt x="4371" y="1058"/>
                    <a:pt x="3959" y="45"/>
                    <a:pt x="3959" y="45"/>
                  </a:cubicBezTo>
                  <a:cubicBezTo>
                    <a:pt x="3959" y="22"/>
                    <a:pt x="3943" y="0"/>
                    <a:pt x="392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23"/>
            <p:cNvSpPr/>
            <p:nvPr/>
          </p:nvSpPr>
          <p:spPr>
            <a:xfrm>
              <a:off x="6278038" y="2808919"/>
              <a:ext cx="314221" cy="313442"/>
            </a:xfrm>
            <a:custGeom>
              <a:avLst/>
              <a:gdLst/>
              <a:ahLst/>
              <a:cxnLst/>
              <a:rect l="l" t="t" r="r" b="b"/>
              <a:pathLst>
                <a:path w="9280" h="9257" extrusionOk="0">
                  <a:moveTo>
                    <a:pt x="4656" y="3556"/>
                  </a:moveTo>
                  <a:cubicBezTo>
                    <a:pt x="4688" y="3556"/>
                    <a:pt x="4751" y="3556"/>
                    <a:pt x="4783" y="3588"/>
                  </a:cubicBezTo>
                  <a:cubicBezTo>
                    <a:pt x="5353" y="3651"/>
                    <a:pt x="5796" y="4190"/>
                    <a:pt x="5701" y="4760"/>
                  </a:cubicBezTo>
                  <a:cubicBezTo>
                    <a:pt x="5642" y="5320"/>
                    <a:pt x="5170" y="5716"/>
                    <a:pt x="4619" y="5716"/>
                  </a:cubicBezTo>
                  <a:cubicBezTo>
                    <a:pt x="4579" y="5716"/>
                    <a:pt x="4539" y="5714"/>
                    <a:pt x="4498" y="5710"/>
                  </a:cubicBezTo>
                  <a:cubicBezTo>
                    <a:pt x="4213" y="5646"/>
                    <a:pt x="3959" y="5520"/>
                    <a:pt x="3801" y="5298"/>
                  </a:cubicBezTo>
                  <a:cubicBezTo>
                    <a:pt x="3611" y="5076"/>
                    <a:pt x="3548" y="4791"/>
                    <a:pt x="3579" y="4506"/>
                  </a:cubicBezTo>
                  <a:cubicBezTo>
                    <a:pt x="3611" y="4221"/>
                    <a:pt x="3769" y="3968"/>
                    <a:pt x="3991" y="3778"/>
                  </a:cubicBezTo>
                  <a:cubicBezTo>
                    <a:pt x="4181" y="3651"/>
                    <a:pt x="4403" y="3556"/>
                    <a:pt x="4656" y="3556"/>
                  </a:cubicBezTo>
                  <a:close/>
                  <a:moveTo>
                    <a:pt x="4682" y="3328"/>
                  </a:moveTo>
                  <a:cubicBezTo>
                    <a:pt x="4379" y="3328"/>
                    <a:pt x="4085" y="3422"/>
                    <a:pt x="3864" y="3588"/>
                  </a:cubicBezTo>
                  <a:cubicBezTo>
                    <a:pt x="3579" y="3809"/>
                    <a:pt x="3389" y="4126"/>
                    <a:pt x="3358" y="4475"/>
                  </a:cubicBezTo>
                  <a:cubicBezTo>
                    <a:pt x="3294" y="4823"/>
                    <a:pt x="3389" y="5171"/>
                    <a:pt x="3611" y="5425"/>
                  </a:cubicBezTo>
                  <a:cubicBezTo>
                    <a:pt x="3801" y="5710"/>
                    <a:pt x="4118" y="5900"/>
                    <a:pt x="4466" y="5931"/>
                  </a:cubicBezTo>
                  <a:cubicBezTo>
                    <a:pt x="4529" y="5931"/>
                    <a:pt x="4593" y="5963"/>
                    <a:pt x="4656" y="5963"/>
                  </a:cubicBezTo>
                  <a:cubicBezTo>
                    <a:pt x="5289" y="5963"/>
                    <a:pt x="5859" y="5456"/>
                    <a:pt x="5954" y="4791"/>
                  </a:cubicBezTo>
                  <a:cubicBezTo>
                    <a:pt x="6049" y="4094"/>
                    <a:pt x="5543" y="3429"/>
                    <a:pt x="4814" y="3334"/>
                  </a:cubicBezTo>
                  <a:cubicBezTo>
                    <a:pt x="4770" y="3330"/>
                    <a:pt x="4726" y="3328"/>
                    <a:pt x="4682" y="3328"/>
                  </a:cubicBezTo>
                  <a:close/>
                  <a:moveTo>
                    <a:pt x="3991" y="263"/>
                  </a:moveTo>
                  <a:cubicBezTo>
                    <a:pt x="4086" y="453"/>
                    <a:pt x="4466" y="1308"/>
                    <a:pt x="5068" y="1371"/>
                  </a:cubicBezTo>
                  <a:cubicBezTo>
                    <a:pt x="5102" y="1377"/>
                    <a:pt x="5137" y="1379"/>
                    <a:pt x="5172" y="1379"/>
                  </a:cubicBezTo>
                  <a:cubicBezTo>
                    <a:pt x="5709" y="1379"/>
                    <a:pt x="6249" y="726"/>
                    <a:pt x="6398" y="548"/>
                  </a:cubicBezTo>
                  <a:lnTo>
                    <a:pt x="7285" y="1086"/>
                  </a:lnTo>
                  <a:cubicBezTo>
                    <a:pt x="7190" y="1276"/>
                    <a:pt x="6873" y="2163"/>
                    <a:pt x="7253" y="2638"/>
                  </a:cubicBezTo>
                  <a:cubicBezTo>
                    <a:pt x="7443" y="2891"/>
                    <a:pt x="7760" y="3081"/>
                    <a:pt x="8076" y="3113"/>
                  </a:cubicBezTo>
                  <a:cubicBezTo>
                    <a:pt x="8107" y="3117"/>
                    <a:pt x="8140" y="3119"/>
                    <a:pt x="8174" y="3119"/>
                  </a:cubicBezTo>
                  <a:cubicBezTo>
                    <a:pt x="8383" y="3119"/>
                    <a:pt x="8637" y="3045"/>
                    <a:pt x="8773" y="3018"/>
                  </a:cubicBezTo>
                  <a:lnTo>
                    <a:pt x="9026" y="3999"/>
                  </a:lnTo>
                  <a:cubicBezTo>
                    <a:pt x="8836" y="4063"/>
                    <a:pt x="7981" y="4475"/>
                    <a:pt x="7886" y="5076"/>
                  </a:cubicBezTo>
                  <a:cubicBezTo>
                    <a:pt x="7823" y="5646"/>
                    <a:pt x="8551" y="6248"/>
                    <a:pt x="8710" y="6375"/>
                  </a:cubicBezTo>
                  <a:lnTo>
                    <a:pt x="8203" y="7293"/>
                  </a:lnTo>
                  <a:cubicBezTo>
                    <a:pt x="8056" y="7230"/>
                    <a:pt x="7618" y="7070"/>
                    <a:pt x="7210" y="7070"/>
                  </a:cubicBezTo>
                  <a:cubicBezTo>
                    <a:pt x="7002" y="7070"/>
                    <a:pt x="6801" y="7112"/>
                    <a:pt x="6651" y="7230"/>
                  </a:cubicBezTo>
                  <a:cubicBezTo>
                    <a:pt x="6176" y="7610"/>
                    <a:pt x="6271" y="8528"/>
                    <a:pt x="6271" y="8750"/>
                  </a:cubicBezTo>
                  <a:lnTo>
                    <a:pt x="5289" y="9035"/>
                  </a:lnTo>
                  <a:cubicBezTo>
                    <a:pt x="5194" y="8813"/>
                    <a:pt x="4814" y="7958"/>
                    <a:pt x="4213" y="7895"/>
                  </a:cubicBezTo>
                  <a:lnTo>
                    <a:pt x="4118" y="7895"/>
                  </a:lnTo>
                  <a:cubicBezTo>
                    <a:pt x="3579" y="7895"/>
                    <a:pt x="3009" y="8560"/>
                    <a:pt x="2883" y="8686"/>
                  </a:cubicBezTo>
                  <a:lnTo>
                    <a:pt x="1996" y="8180"/>
                  </a:lnTo>
                  <a:cubicBezTo>
                    <a:pt x="2059" y="7990"/>
                    <a:pt x="2407" y="7103"/>
                    <a:pt x="2027" y="6628"/>
                  </a:cubicBezTo>
                  <a:cubicBezTo>
                    <a:pt x="1799" y="6317"/>
                    <a:pt x="1313" y="6250"/>
                    <a:pt x="942" y="6250"/>
                  </a:cubicBezTo>
                  <a:cubicBezTo>
                    <a:pt x="747" y="6250"/>
                    <a:pt x="584" y="6269"/>
                    <a:pt x="507" y="6280"/>
                  </a:cubicBezTo>
                  <a:lnTo>
                    <a:pt x="254" y="5266"/>
                  </a:lnTo>
                  <a:cubicBezTo>
                    <a:pt x="444" y="5171"/>
                    <a:pt x="1299" y="4791"/>
                    <a:pt x="1394" y="4190"/>
                  </a:cubicBezTo>
                  <a:cubicBezTo>
                    <a:pt x="1457" y="3619"/>
                    <a:pt x="729" y="3018"/>
                    <a:pt x="571" y="2891"/>
                  </a:cubicBezTo>
                  <a:lnTo>
                    <a:pt x="1077" y="2004"/>
                  </a:lnTo>
                  <a:cubicBezTo>
                    <a:pt x="1204" y="2068"/>
                    <a:pt x="1457" y="2258"/>
                    <a:pt x="1679" y="2289"/>
                  </a:cubicBezTo>
                  <a:cubicBezTo>
                    <a:pt x="1723" y="2293"/>
                    <a:pt x="1768" y="2295"/>
                    <a:pt x="1812" y="2295"/>
                  </a:cubicBezTo>
                  <a:cubicBezTo>
                    <a:pt x="2114" y="2295"/>
                    <a:pt x="2408" y="2202"/>
                    <a:pt x="2629" y="2036"/>
                  </a:cubicBezTo>
                  <a:cubicBezTo>
                    <a:pt x="3104" y="1688"/>
                    <a:pt x="3009" y="738"/>
                    <a:pt x="2978" y="516"/>
                  </a:cubicBezTo>
                  <a:lnTo>
                    <a:pt x="3991" y="263"/>
                  </a:lnTo>
                  <a:close/>
                  <a:moveTo>
                    <a:pt x="4041" y="1"/>
                  </a:moveTo>
                  <a:cubicBezTo>
                    <a:pt x="4025" y="1"/>
                    <a:pt x="4008" y="4"/>
                    <a:pt x="3991" y="9"/>
                  </a:cubicBezTo>
                  <a:lnTo>
                    <a:pt x="2883" y="294"/>
                  </a:lnTo>
                  <a:cubicBezTo>
                    <a:pt x="2788" y="358"/>
                    <a:pt x="2724" y="421"/>
                    <a:pt x="2756" y="516"/>
                  </a:cubicBezTo>
                  <a:cubicBezTo>
                    <a:pt x="2788" y="801"/>
                    <a:pt x="2819" y="1593"/>
                    <a:pt x="2502" y="1846"/>
                  </a:cubicBezTo>
                  <a:cubicBezTo>
                    <a:pt x="2317" y="2005"/>
                    <a:pt x="2087" y="2075"/>
                    <a:pt x="1849" y="2075"/>
                  </a:cubicBezTo>
                  <a:cubicBezTo>
                    <a:pt x="1803" y="2075"/>
                    <a:pt x="1757" y="2073"/>
                    <a:pt x="1711" y="2068"/>
                  </a:cubicBezTo>
                  <a:cubicBezTo>
                    <a:pt x="1552" y="2036"/>
                    <a:pt x="1267" y="1846"/>
                    <a:pt x="1141" y="1783"/>
                  </a:cubicBezTo>
                  <a:cubicBezTo>
                    <a:pt x="1109" y="1751"/>
                    <a:pt x="1077" y="1751"/>
                    <a:pt x="1014" y="1751"/>
                  </a:cubicBezTo>
                  <a:cubicBezTo>
                    <a:pt x="982" y="1751"/>
                    <a:pt x="919" y="1783"/>
                    <a:pt x="887" y="1846"/>
                  </a:cubicBezTo>
                  <a:lnTo>
                    <a:pt x="317" y="2828"/>
                  </a:lnTo>
                  <a:cubicBezTo>
                    <a:pt x="286" y="2891"/>
                    <a:pt x="317" y="3018"/>
                    <a:pt x="381" y="3049"/>
                  </a:cubicBezTo>
                  <a:cubicBezTo>
                    <a:pt x="634" y="3239"/>
                    <a:pt x="1204" y="3746"/>
                    <a:pt x="1141" y="4190"/>
                  </a:cubicBezTo>
                  <a:cubicBezTo>
                    <a:pt x="1109" y="4601"/>
                    <a:pt x="381" y="4981"/>
                    <a:pt x="127" y="5076"/>
                  </a:cubicBezTo>
                  <a:cubicBezTo>
                    <a:pt x="32" y="5108"/>
                    <a:pt x="1" y="5203"/>
                    <a:pt x="1" y="5298"/>
                  </a:cubicBezTo>
                  <a:lnTo>
                    <a:pt x="317" y="6406"/>
                  </a:lnTo>
                  <a:cubicBezTo>
                    <a:pt x="349" y="6501"/>
                    <a:pt x="444" y="6533"/>
                    <a:pt x="507" y="6533"/>
                  </a:cubicBezTo>
                  <a:cubicBezTo>
                    <a:pt x="606" y="6511"/>
                    <a:pt x="764" y="6493"/>
                    <a:pt x="940" y="6493"/>
                  </a:cubicBezTo>
                  <a:cubicBezTo>
                    <a:pt x="1275" y="6493"/>
                    <a:pt x="1672" y="6558"/>
                    <a:pt x="1837" y="6786"/>
                  </a:cubicBezTo>
                  <a:cubicBezTo>
                    <a:pt x="2122" y="7135"/>
                    <a:pt x="1869" y="7863"/>
                    <a:pt x="1742" y="8148"/>
                  </a:cubicBezTo>
                  <a:cubicBezTo>
                    <a:pt x="1711" y="8211"/>
                    <a:pt x="1742" y="8306"/>
                    <a:pt x="1837" y="8370"/>
                  </a:cubicBezTo>
                  <a:lnTo>
                    <a:pt x="2819" y="8940"/>
                  </a:lnTo>
                  <a:cubicBezTo>
                    <a:pt x="2854" y="8951"/>
                    <a:pt x="2889" y="8959"/>
                    <a:pt x="2922" y="8959"/>
                  </a:cubicBezTo>
                  <a:cubicBezTo>
                    <a:pt x="2979" y="8959"/>
                    <a:pt x="3032" y="8937"/>
                    <a:pt x="3073" y="8876"/>
                  </a:cubicBezTo>
                  <a:cubicBezTo>
                    <a:pt x="3227" y="8661"/>
                    <a:pt x="3741" y="8115"/>
                    <a:pt x="4147" y="8115"/>
                  </a:cubicBezTo>
                  <a:cubicBezTo>
                    <a:pt x="4159" y="8115"/>
                    <a:pt x="4170" y="8116"/>
                    <a:pt x="4181" y="8116"/>
                  </a:cubicBezTo>
                  <a:cubicBezTo>
                    <a:pt x="4593" y="8180"/>
                    <a:pt x="4973" y="8876"/>
                    <a:pt x="5068" y="9162"/>
                  </a:cubicBezTo>
                  <a:cubicBezTo>
                    <a:pt x="5099" y="9225"/>
                    <a:pt x="5163" y="9257"/>
                    <a:pt x="5258" y="9257"/>
                  </a:cubicBezTo>
                  <a:lnTo>
                    <a:pt x="5289" y="9257"/>
                  </a:lnTo>
                  <a:lnTo>
                    <a:pt x="6398" y="8972"/>
                  </a:lnTo>
                  <a:cubicBezTo>
                    <a:pt x="6493" y="8940"/>
                    <a:pt x="6524" y="8845"/>
                    <a:pt x="6524" y="8750"/>
                  </a:cubicBezTo>
                  <a:cubicBezTo>
                    <a:pt x="6493" y="8465"/>
                    <a:pt x="6429" y="7673"/>
                    <a:pt x="6778" y="7420"/>
                  </a:cubicBezTo>
                  <a:cubicBezTo>
                    <a:pt x="6888" y="7340"/>
                    <a:pt x="7038" y="7310"/>
                    <a:pt x="7201" y="7310"/>
                  </a:cubicBezTo>
                  <a:cubicBezTo>
                    <a:pt x="7555" y="7310"/>
                    <a:pt x="7966" y="7450"/>
                    <a:pt x="8140" y="7515"/>
                  </a:cubicBezTo>
                  <a:cubicBezTo>
                    <a:pt x="8157" y="7523"/>
                    <a:pt x="8178" y="7527"/>
                    <a:pt x="8201" y="7527"/>
                  </a:cubicBezTo>
                  <a:cubicBezTo>
                    <a:pt x="8264" y="7527"/>
                    <a:pt x="8338" y="7498"/>
                    <a:pt x="8361" y="7451"/>
                  </a:cubicBezTo>
                  <a:lnTo>
                    <a:pt x="8931" y="6470"/>
                  </a:lnTo>
                  <a:cubicBezTo>
                    <a:pt x="8995" y="6375"/>
                    <a:pt x="8963" y="6280"/>
                    <a:pt x="8868" y="6216"/>
                  </a:cubicBezTo>
                  <a:cubicBezTo>
                    <a:pt x="8646" y="6058"/>
                    <a:pt x="8076" y="5520"/>
                    <a:pt x="8108" y="5108"/>
                  </a:cubicBezTo>
                  <a:lnTo>
                    <a:pt x="8140" y="5076"/>
                  </a:lnTo>
                  <a:cubicBezTo>
                    <a:pt x="8171" y="4665"/>
                    <a:pt x="8868" y="4285"/>
                    <a:pt x="9153" y="4190"/>
                  </a:cubicBezTo>
                  <a:cubicBezTo>
                    <a:pt x="9216" y="4158"/>
                    <a:pt x="9280" y="4063"/>
                    <a:pt x="9248" y="3968"/>
                  </a:cubicBezTo>
                  <a:lnTo>
                    <a:pt x="8963" y="2859"/>
                  </a:lnTo>
                  <a:cubicBezTo>
                    <a:pt x="8963" y="2828"/>
                    <a:pt x="8931" y="2796"/>
                    <a:pt x="8868" y="2764"/>
                  </a:cubicBezTo>
                  <a:cubicBezTo>
                    <a:pt x="8852" y="2749"/>
                    <a:pt x="8828" y="2741"/>
                    <a:pt x="8805" y="2741"/>
                  </a:cubicBezTo>
                  <a:cubicBezTo>
                    <a:pt x="8781" y="2741"/>
                    <a:pt x="8757" y="2749"/>
                    <a:pt x="8741" y="2764"/>
                  </a:cubicBezTo>
                  <a:cubicBezTo>
                    <a:pt x="8629" y="2793"/>
                    <a:pt x="8365" y="2896"/>
                    <a:pt x="8175" y="2896"/>
                  </a:cubicBezTo>
                  <a:cubicBezTo>
                    <a:pt x="8151" y="2896"/>
                    <a:pt x="8129" y="2895"/>
                    <a:pt x="8108" y="2891"/>
                  </a:cubicBezTo>
                  <a:cubicBezTo>
                    <a:pt x="7823" y="2859"/>
                    <a:pt x="7601" y="2701"/>
                    <a:pt x="7411" y="2479"/>
                  </a:cubicBezTo>
                  <a:cubicBezTo>
                    <a:pt x="7158" y="2163"/>
                    <a:pt x="7411" y="1403"/>
                    <a:pt x="7506" y="1149"/>
                  </a:cubicBezTo>
                  <a:cubicBezTo>
                    <a:pt x="7538" y="1054"/>
                    <a:pt x="7538" y="959"/>
                    <a:pt x="7443" y="896"/>
                  </a:cubicBezTo>
                  <a:lnTo>
                    <a:pt x="6461" y="326"/>
                  </a:lnTo>
                  <a:cubicBezTo>
                    <a:pt x="6436" y="317"/>
                    <a:pt x="6410" y="313"/>
                    <a:pt x="6385" y="313"/>
                  </a:cubicBezTo>
                  <a:cubicBezTo>
                    <a:pt x="6317" y="313"/>
                    <a:pt x="6254" y="343"/>
                    <a:pt x="6208" y="389"/>
                  </a:cubicBezTo>
                  <a:cubicBezTo>
                    <a:pt x="6057" y="600"/>
                    <a:pt x="5563" y="1154"/>
                    <a:pt x="5161" y="1154"/>
                  </a:cubicBezTo>
                  <a:cubicBezTo>
                    <a:pt x="5140" y="1154"/>
                    <a:pt x="5120" y="1152"/>
                    <a:pt x="5099" y="1149"/>
                  </a:cubicBezTo>
                  <a:cubicBezTo>
                    <a:pt x="4656" y="1086"/>
                    <a:pt x="4308" y="389"/>
                    <a:pt x="4213" y="136"/>
                  </a:cubicBezTo>
                  <a:cubicBezTo>
                    <a:pt x="4187" y="58"/>
                    <a:pt x="4118" y="1"/>
                    <a:pt x="4041" y="1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23"/>
            <p:cNvSpPr/>
            <p:nvPr/>
          </p:nvSpPr>
          <p:spPr>
            <a:xfrm>
              <a:off x="2856282" y="2566888"/>
              <a:ext cx="315304" cy="315270"/>
            </a:xfrm>
            <a:custGeom>
              <a:avLst/>
              <a:gdLst/>
              <a:ahLst/>
              <a:cxnLst/>
              <a:rect l="l" t="t" r="r" b="b"/>
              <a:pathLst>
                <a:path w="9312" h="9311" extrusionOk="0">
                  <a:moveTo>
                    <a:pt x="4656" y="3579"/>
                  </a:moveTo>
                  <a:cubicBezTo>
                    <a:pt x="4719" y="3579"/>
                    <a:pt x="4783" y="3579"/>
                    <a:pt x="4846" y="3610"/>
                  </a:cubicBezTo>
                  <a:cubicBezTo>
                    <a:pt x="5131" y="3642"/>
                    <a:pt x="5384" y="3800"/>
                    <a:pt x="5543" y="4054"/>
                  </a:cubicBezTo>
                  <a:cubicBezTo>
                    <a:pt x="5701" y="4275"/>
                    <a:pt x="5764" y="4560"/>
                    <a:pt x="5701" y="4845"/>
                  </a:cubicBezTo>
                  <a:cubicBezTo>
                    <a:pt x="5618" y="5345"/>
                    <a:pt x="5193" y="5723"/>
                    <a:pt x="4684" y="5723"/>
                  </a:cubicBezTo>
                  <a:cubicBezTo>
                    <a:pt x="4613" y="5723"/>
                    <a:pt x="4540" y="5716"/>
                    <a:pt x="4466" y="5700"/>
                  </a:cubicBezTo>
                  <a:cubicBezTo>
                    <a:pt x="4181" y="5669"/>
                    <a:pt x="3959" y="5510"/>
                    <a:pt x="3769" y="5257"/>
                  </a:cubicBezTo>
                  <a:cubicBezTo>
                    <a:pt x="3611" y="5035"/>
                    <a:pt x="3548" y="4750"/>
                    <a:pt x="3611" y="4465"/>
                  </a:cubicBezTo>
                  <a:cubicBezTo>
                    <a:pt x="3674" y="4180"/>
                    <a:pt x="3801" y="3959"/>
                    <a:pt x="4054" y="3769"/>
                  </a:cubicBezTo>
                  <a:cubicBezTo>
                    <a:pt x="4244" y="3642"/>
                    <a:pt x="4434" y="3579"/>
                    <a:pt x="4656" y="3579"/>
                  </a:cubicBezTo>
                  <a:close/>
                  <a:moveTo>
                    <a:pt x="4676" y="3337"/>
                  </a:moveTo>
                  <a:cubicBezTo>
                    <a:pt x="4418" y="3337"/>
                    <a:pt x="4153" y="3428"/>
                    <a:pt x="3928" y="3579"/>
                  </a:cubicBezTo>
                  <a:cubicBezTo>
                    <a:pt x="3611" y="3769"/>
                    <a:pt x="3421" y="4085"/>
                    <a:pt x="3389" y="4434"/>
                  </a:cubicBezTo>
                  <a:cubicBezTo>
                    <a:pt x="3326" y="4782"/>
                    <a:pt x="3389" y="5130"/>
                    <a:pt x="3579" y="5415"/>
                  </a:cubicBezTo>
                  <a:cubicBezTo>
                    <a:pt x="3801" y="5700"/>
                    <a:pt x="4086" y="5890"/>
                    <a:pt x="4434" y="5954"/>
                  </a:cubicBezTo>
                  <a:lnTo>
                    <a:pt x="4656" y="5954"/>
                  </a:lnTo>
                  <a:cubicBezTo>
                    <a:pt x="5289" y="5954"/>
                    <a:pt x="5859" y="5510"/>
                    <a:pt x="5954" y="4877"/>
                  </a:cubicBezTo>
                  <a:cubicBezTo>
                    <a:pt x="6018" y="4529"/>
                    <a:pt x="5954" y="4180"/>
                    <a:pt x="5733" y="3895"/>
                  </a:cubicBezTo>
                  <a:cubicBezTo>
                    <a:pt x="5543" y="3610"/>
                    <a:pt x="5226" y="3420"/>
                    <a:pt x="4878" y="3357"/>
                  </a:cubicBezTo>
                  <a:cubicBezTo>
                    <a:pt x="4812" y="3344"/>
                    <a:pt x="4744" y="3337"/>
                    <a:pt x="4676" y="3337"/>
                  </a:cubicBezTo>
                  <a:close/>
                  <a:moveTo>
                    <a:pt x="4213" y="253"/>
                  </a:moveTo>
                  <a:cubicBezTo>
                    <a:pt x="4276" y="475"/>
                    <a:pt x="4656" y="1330"/>
                    <a:pt x="5226" y="1425"/>
                  </a:cubicBezTo>
                  <a:cubicBezTo>
                    <a:pt x="5264" y="1431"/>
                    <a:pt x="5302" y="1434"/>
                    <a:pt x="5341" y="1434"/>
                  </a:cubicBezTo>
                  <a:cubicBezTo>
                    <a:pt x="5906" y="1434"/>
                    <a:pt x="6469" y="813"/>
                    <a:pt x="6588" y="665"/>
                  </a:cubicBezTo>
                  <a:lnTo>
                    <a:pt x="7443" y="1203"/>
                  </a:lnTo>
                  <a:cubicBezTo>
                    <a:pt x="7348" y="1330"/>
                    <a:pt x="7190" y="1615"/>
                    <a:pt x="7126" y="1805"/>
                  </a:cubicBezTo>
                  <a:cubicBezTo>
                    <a:pt x="7063" y="2154"/>
                    <a:pt x="7158" y="2502"/>
                    <a:pt x="7348" y="2787"/>
                  </a:cubicBezTo>
                  <a:cubicBezTo>
                    <a:pt x="7623" y="3162"/>
                    <a:pt x="8253" y="3201"/>
                    <a:pt x="8615" y="3201"/>
                  </a:cubicBezTo>
                  <a:cubicBezTo>
                    <a:pt x="8712" y="3201"/>
                    <a:pt x="8790" y="3199"/>
                    <a:pt x="8836" y="3199"/>
                  </a:cubicBezTo>
                  <a:lnTo>
                    <a:pt x="9090" y="4212"/>
                  </a:lnTo>
                  <a:cubicBezTo>
                    <a:pt x="8868" y="4275"/>
                    <a:pt x="8013" y="4624"/>
                    <a:pt x="7886" y="5225"/>
                  </a:cubicBezTo>
                  <a:cubicBezTo>
                    <a:pt x="7791" y="5795"/>
                    <a:pt x="8488" y="6429"/>
                    <a:pt x="8678" y="6587"/>
                  </a:cubicBezTo>
                  <a:lnTo>
                    <a:pt x="8108" y="7442"/>
                  </a:lnTo>
                  <a:cubicBezTo>
                    <a:pt x="7979" y="7378"/>
                    <a:pt x="7527" y="7196"/>
                    <a:pt x="7102" y="7196"/>
                  </a:cubicBezTo>
                  <a:cubicBezTo>
                    <a:pt x="6902" y="7196"/>
                    <a:pt x="6708" y="7236"/>
                    <a:pt x="6556" y="7347"/>
                  </a:cubicBezTo>
                  <a:cubicBezTo>
                    <a:pt x="6271" y="7537"/>
                    <a:pt x="6113" y="7822"/>
                    <a:pt x="6049" y="8171"/>
                  </a:cubicBezTo>
                  <a:cubicBezTo>
                    <a:pt x="5986" y="8392"/>
                    <a:pt x="6081" y="8709"/>
                    <a:pt x="6113" y="8836"/>
                  </a:cubicBezTo>
                  <a:lnTo>
                    <a:pt x="5131" y="9057"/>
                  </a:lnTo>
                  <a:cubicBezTo>
                    <a:pt x="5036" y="8867"/>
                    <a:pt x="4688" y="7981"/>
                    <a:pt x="4118" y="7886"/>
                  </a:cubicBezTo>
                  <a:lnTo>
                    <a:pt x="3991" y="7886"/>
                  </a:lnTo>
                  <a:cubicBezTo>
                    <a:pt x="3453" y="7886"/>
                    <a:pt x="2883" y="8487"/>
                    <a:pt x="2756" y="8677"/>
                  </a:cubicBezTo>
                  <a:lnTo>
                    <a:pt x="1869" y="8107"/>
                  </a:lnTo>
                  <a:cubicBezTo>
                    <a:pt x="1964" y="7917"/>
                    <a:pt x="2344" y="7031"/>
                    <a:pt x="1996" y="6555"/>
                  </a:cubicBezTo>
                  <a:cubicBezTo>
                    <a:pt x="1735" y="6199"/>
                    <a:pt x="1135" y="6128"/>
                    <a:pt x="771" y="6128"/>
                  </a:cubicBezTo>
                  <a:cubicBezTo>
                    <a:pt x="650" y="6128"/>
                    <a:pt x="555" y="6136"/>
                    <a:pt x="507" y="6144"/>
                  </a:cubicBezTo>
                  <a:lnTo>
                    <a:pt x="254" y="5130"/>
                  </a:lnTo>
                  <a:cubicBezTo>
                    <a:pt x="476" y="5035"/>
                    <a:pt x="1331" y="4687"/>
                    <a:pt x="1426" y="4117"/>
                  </a:cubicBezTo>
                  <a:cubicBezTo>
                    <a:pt x="1552" y="3515"/>
                    <a:pt x="856" y="2882"/>
                    <a:pt x="666" y="2755"/>
                  </a:cubicBezTo>
                  <a:lnTo>
                    <a:pt x="1236" y="1869"/>
                  </a:lnTo>
                  <a:cubicBezTo>
                    <a:pt x="1369" y="1935"/>
                    <a:pt x="1843" y="2125"/>
                    <a:pt x="2278" y="2125"/>
                  </a:cubicBezTo>
                  <a:cubicBezTo>
                    <a:pt x="2465" y="2125"/>
                    <a:pt x="2645" y="2090"/>
                    <a:pt x="2788" y="1995"/>
                  </a:cubicBezTo>
                  <a:cubicBezTo>
                    <a:pt x="3263" y="1647"/>
                    <a:pt x="3231" y="697"/>
                    <a:pt x="3199" y="475"/>
                  </a:cubicBezTo>
                  <a:lnTo>
                    <a:pt x="4213" y="253"/>
                  </a:lnTo>
                  <a:close/>
                  <a:moveTo>
                    <a:pt x="4213" y="0"/>
                  </a:moveTo>
                  <a:lnTo>
                    <a:pt x="3073" y="253"/>
                  </a:lnTo>
                  <a:cubicBezTo>
                    <a:pt x="3009" y="285"/>
                    <a:pt x="2946" y="380"/>
                    <a:pt x="2946" y="443"/>
                  </a:cubicBezTo>
                  <a:cubicBezTo>
                    <a:pt x="2978" y="728"/>
                    <a:pt x="2978" y="1520"/>
                    <a:pt x="2629" y="1773"/>
                  </a:cubicBezTo>
                  <a:cubicBezTo>
                    <a:pt x="2528" y="1847"/>
                    <a:pt x="2396" y="1875"/>
                    <a:pt x="2252" y="1875"/>
                  </a:cubicBezTo>
                  <a:cubicBezTo>
                    <a:pt x="1899" y="1875"/>
                    <a:pt x="1479" y="1705"/>
                    <a:pt x="1299" y="1615"/>
                  </a:cubicBezTo>
                  <a:cubicBezTo>
                    <a:pt x="1274" y="1607"/>
                    <a:pt x="1248" y="1603"/>
                    <a:pt x="1223" y="1603"/>
                  </a:cubicBezTo>
                  <a:cubicBezTo>
                    <a:pt x="1155" y="1603"/>
                    <a:pt x="1092" y="1632"/>
                    <a:pt x="1046" y="1678"/>
                  </a:cubicBezTo>
                  <a:lnTo>
                    <a:pt x="444" y="2660"/>
                  </a:lnTo>
                  <a:cubicBezTo>
                    <a:pt x="381" y="2755"/>
                    <a:pt x="412" y="2850"/>
                    <a:pt x="476" y="2914"/>
                  </a:cubicBezTo>
                  <a:cubicBezTo>
                    <a:pt x="697" y="3072"/>
                    <a:pt x="1267" y="3642"/>
                    <a:pt x="1204" y="4054"/>
                  </a:cubicBezTo>
                  <a:cubicBezTo>
                    <a:pt x="1141" y="4465"/>
                    <a:pt x="412" y="4814"/>
                    <a:pt x="127" y="4909"/>
                  </a:cubicBezTo>
                  <a:cubicBezTo>
                    <a:pt x="64" y="4940"/>
                    <a:pt x="1" y="5035"/>
                    <a:pt x="1" y="5130"/>
                  </a:cubicBezTo>
                  <a:lnTo>
                    <a:pt x="254" y="6239"/>
                  </a:lnTo>
                  <a:cubicBezTo>
                    <a:pt x="280" y="6317"/>
                    <a:pt x="349" y="6374"/>
                    <a:pt x="426" y="6374"/>
                  </a:cubicBezTo>
                  <a:cubicBezTo>
                    <a:pt x="442" y="6374"/>
                    <a:pt x="459" y="6371"/>
                    <a:pt x="476" y="6365"/>
                  </a:cubicBezTo>
                  <a:cubicBezTo>
                    <a:pt x="542" y="6358"/>
                    <a:pt x="635" y="6353"/>
                    <a:pt x="742" y="6353"/>
                  </a:cubicBezTo>
                  <a:cubicBezTo>
                    <a:pt x="1097" y="6353"/>
                    <a:pt x="1604" y="6415"/>
                    <a:pt x="1774" y="6682"/>
                  </a:cubicBezTo>
                  <a:cubicBezTo>
                    <a:pt x="2027" y="7031"/>
                    <a:pt x="1742" y="7759"/>
                    <a:pt x="1647" y="8044"/>
                  </a:cubicBezTo>
                  <a:cubicBezTo>
                    <a:pt x="1584" y="8107"/>
                    <a:pt x="1616" y="8202"/>
                    <a:pt x="1711" y="8266"/>
                  </a:cubicBezTo>
                  <a:lnTo>
                    <a:pt x="2661" y="8867"/>
                  </a:lnTo>
                  <a:cubicBezTo>
                    <a:pt x="2697" y="8892"/>
                    <a:pt x="2733" y="8902"/>
                    <a:pt x="2768" y="8902"/>
                  </a:cubicBezTo>
                  <a:cubicBezTo>
                    <a:pt x="2824" y="8902"/>
                    <a:pt x="2875" y="8875"/>
                    <a:pt x="2914" y="8836"/>
                  </a:cubicBezTo>
                  <a:cubicBezTo>
                    <a:pt x="3061" y="8631"/>
                    <a:pt x="3559" y="8128"/>
                    <a:pt x="3958" y="8128"/>
                  </a:cubicBezTo>
                  <a:cubicBezTo>
                    <a:pt x="3991" y="8128"/>
                    <a:pt x="4023" y="8132"/>
                    <a:pt x="4054" y="8139"/>
                  </a:cubicBezTo>
                  <a:cubicBezTo>
                    <a:pt x="4498" y="8202"/>
                    <a:pt x="4814" y="8899"/>
                    <a:pt x="4909" y="9184"/>
                  </a:cubicBezTo>
                  <a:cubicBezTo>
                    <a:pt x="4941" y="9247"/>
                    <a:pt x="5004" y="9311"/>
                    <a:pt x="5099" y="9311"/>
                  </a:cubicBezTo>
                  <a:lnTo>
                    <a:pt x="5131" y="9311"/>
                  </a:lnTo>
                  <a:lnTo>
                    <a:pt x="6239" y="9057"/>
                  </a:lnTo>
                  <a:cubicBezTo>
                    <a:pt x="6303" y="9026"/>
                    <a:pt x="6334" y="8994"/>
                    <a:pt x="6334" y="8962"/>
                  </a:cubicBezTo>
                  <a:cubicBezTo>
                    <a:pt x="6366" y="8931"/>
                    <a:pt x="6366" y="8867"/>
                    <a:pt x="6366" y="8804"/>
                  </a:cubicBezTo>
                  <a:cubicBezTo>
                    <a:pt x="6334" y="8709"/>
                    <a:pt x="6239" y="8361"/>
                    <a:pt x="6271" y="8202"/>
                  </a:cubicBezTo>
                  <a:cubicBezTo>
                    <a:pt x="6303" y="7917"/>
                    <a:pt x="6461" y="7696"/>
                    <a:pt x="6683" y="7537"/>
                  </a:cubicBezTo>
                  <a:cubicBezTo>
                    <a:pt x="6791" y="7459"/>
                    <a:pt x="6938" y="7429"/>
                    <a:pt x="7098" y="7429"/>
                  </a:cubicBezTo>
                  <a:cubicBezTo>
                    <a:pt x="7454" y="7429"/>
                    <a:pt x="7870" y="7577"/>
                    <a:pt x="8045" y="7664"/>
                  </a:cubicBezTo>
                  <a:cubicBezTo>
                    <a:pt x="8067" y="7686"/>
                    <a:pt x="8093" y="7697"/>
                    <a:pt x="8121" y="7697"/>
                  </a:cubicBezTo>
                  <a:cubicBezTo>
                    <a:pt x="8171" y="7697"/>
                    <a:pt x="8225" y="7662"/>
                    <a:pt x="8266" y="7601"/>
                  </a:cubicBezTo>
                  <a:lnTo>
                    <a:pt x="8900" y="6651"/>
                  </a:lnTo>
                  <a:cubicBezTo>
                    <a:pt x="8931" y="6555"/>
                    <a:pt x="8900" y="6460"/>
                    <a:pt x="8836" y="6397"/>
                  </a:cubicBezTo>
                  <a:cubicBezTo>
                    <a:pt x="8615" y="6239"/>
                    <a:pt x="8045" y="5669"/>
                    <a:pt x="8140" y="5257"/>
                  </a:cubicBezTo>
                  <a:cubicBezTo>
                    <a:pt x="8203" y="4845"/>
                    <a:pt x="8900" y="4497"/>
                    <a:pt x="9185" y="4402"/>
                  </a:cubicBezTo>
                  <a:cubicBezTo>
                    <a:pt x="9280" y="4370"/>
                    <a:pt x="9311" y="4275"/>
                    <a:pt x="9311" y="4180"/>
                  </a:cubicBezTo>
                  <a:lnTo>
                    <a:pt x="9058" y="3072"/>
                  </a:lnTo>
                  <a:cubicBezTo>
                    <a:pt x="9032" y="2994"/>
                    <a:pt x="8963" y="2937"/>
                    <a:pt x="8886" y="2937"/>
                  </a:cubicBezTo>
                  <a:cubicBezTo>
                    <a:pt x="8870" y="2937"/>
                    <a:pt x="8853" y="2940"/>
                    <a:pt x="8836" y="2945"/>
                  </a:cubicBezTo>
                  <a:cubicBezTo>
                    <a:pt x="8770" y="2953"/>
                    <a:pt x="8679" y="2958"/>
                    <a:pt x="8574" y="2958"/>
                  </a:cubicBezTo>
                  <a:cubicBezTo>
                    <a:pt x="8226" y="2958"/>
                    <a:pt x="7733" y="2896"/>
                    <a:pt x="7538" y="2629"/>
                  </a:cubicBezTo>
                  <a:cubicBezTo>
                    <a:pt x="7380" y="2407"/>
                    <a:pt x="7316" y="2122"/>
                    <a:pt x="7348" y="1837"/>
                  </a:cubicBezTo>
                  <a:cubicBezTo>
                    <a:pt x="7380" y="1678"/>
                    <a:pt x="7601" y="1393"/>
                    <a:pt x="7665" y="1298"/>
                  </a:cubicBezTo>
                  <a:cubicBezTo>
                    <a:pt x="7696" y="1235"/>
                    <a:pt x="7696" y="1203"/>
                    <a:pt x="7696" y="1140"/>
                  </a:cubicBezTo>
                  <a:cubicBezTo>
                    <a:pt x="7696" y="1108"/>
                    <a:pt x="7665" y="1077"/>
                    <a:pt x="7601" y="1045"/>
                  </a:cubicBezTo>
                  <a:lnTo>
                    <a:pt x="6651" y="412"/>
                  </a:lnTo>
                  <a:cubicBezTo>
                    <a:pt x="6634" y="403"/>
                    <a:pt x="6613" y="399"/>
                    <a:pt x="6589" y="399"/>
                  </a:cubicBezTo>
                  <a:cubicBezTo>
                    <a:pt x="6524" y="399"/>
                    <a:pt x="6444" y="429"/>
                    <a:pt x="6398" y="475"/>
                  </a:cubicBezTo>
                  <a:cubicBezTo>
                    <a:pt x="6251" y="680"/>
                    <a:pt x="5753" y="1182"/>
                    <a:pt x="5354" y="1182"/>
                  </a:cubicBezTo>
                  <a:cubicBezTo>
                    <a:pt x="5321" y="1182"/>
                    <a:pt x="5289" y="1179"/>
                    <a:pt x="5258" y="1172"/>
                  </a:cubicBezTo>
                  <a:cubicBezTo>
                    <a:pt x="4846" y="1108"/>
                    <a:pt x="4498" y="380"/>
                    <a:pt x="4403" y="127"/>
                  </a:cubicBezTo>
                  <a:cubicBezTo>
                    <a:pt x="4371" y="32"/>
                    <a:pt x="4308" y="0"/>
                    <a:pt x="4213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23"/>
            <p:cNvSpPr/>
            <p:nvPr/>
          </p:nvSpPr>
          <p:spPr>
            <a:xfrm>
              <a:off x="2553878" y="2454913"/>
              <a:ext cx="307787" cy="307144"/>
            </a:xfrm>
            <a:custGeom>
              <a:avLst/>
              <a:gdLst/>
              <a:ahLst/>
              <a:cxnLst/>
              <a:rect l="l" t="t" r="r" b="b"/>
              <a:pathLst>
                <a:path w="9090" h="9071" extrusionOk="0">
                  <a:moveTo>
                    <a:pt x="4524" y="3349"/>
                  </a:moveTo>
                  <a:cubicBezTo>
                    <a:pt x="4598" y="3349"/>
                    <a:pt x="4674" y="3356"/>
                    <a:pt x="4751" y="3370"/>
                  </a:cubicBezTo>
                  <a:cubicBezTo>
                    <a:pt x="5385" y="3465"/>
                    <a:pt x="5828" y="4099"/>
                    <a:pt x="5733" y="4732"/>
                  </a:cubicBezTo>
                  <a:cubicBezTo>
                    <a:pt x="5619" y="5333"/>
                    <a:pt x="5116" y="5727"/>
                    <a:pt x="4529" y="5727"/>
                  </a:cubicBezTo>
                  <a:cubicBezTo>
                    <a:pt x="4467" y="5727"/>
                    <a:pt x="4403" y="5723"/>
                    <a:pt x="4340" y="5714"/>
                  </a:cubicBezTo>
                  <a:cubicBezTo>
                    <a:pt x="3706" y="5587"/>
                    <a:pt x="3263" y="4985"/>
                    <a:pt x="3358" y="4320"/>
                  </a:cubicBezTo>
                  <a:cubicBezTo>
                    <a:pt x="3470" y="3760"/>
                    <a:pt x="3954" y="3349"/>
                    <a:pt x="4524" y="3349"/>
                  </a:cubicBezTo>
                  <a:close/>
                  <a:moveTo>
                    <a:pt x="4145" y="0"/>
                  </a:moveTo>
                  <a:cubicBezTo>
                    <a:pt x="4136" y="0"/>
                    <a:pt x="4127" y="4"/>
                    <a:pt x="4118" y="13"/>
                  </a:cubicBezTo>
                  <a:lnTo>
                    <a:pt x="3010" y="235"/>
                  </a:lnTo>
                  <a:cubicBezTo>
                    <a:pt x="2978" y="267"/>
                    <a:pt x="2946" y="298"/>
                    <a:pt x="2946" y="330"/>
                  </a:cubicBezTo>
                  <a:cubicBezTo>
                    <a:pt x="2946" y="330"/>
                    <a:pt x="3073" y="1407"/>
                    <a:pt x="2598" y="1755"/>
                  </a:cubicBezTo>
                  <a:cubicBezTo>
                    <a:pt x="2462" y="1849"/>
                    <a:pt x="2292" y="1883"/>
                    <a:pt x="2116" y="1883"/>
                  </a:cubicBezTo>
                  <a:cubicBezTo>
                    <a:pt x="1635" y="1883"/>
                    <a:pt x="1109" y="1629"/>
                    <a:pt x="1109" y="1629"/>
                  </a:cubicBezTo>
                  <a:cubicBezTo>
                    <a:pt x="1094" y="1613"/>
                    <a:pt x="1078" y="1605"/>
                    <a:pt x="1066" y="1605"/>
                  </a:cubicBezTo>
                  <a:cubicBezTo>
                    <a:pt x="1054" y="1605"/>
                    <a:pt x="1046" y="1613"/>
                    <a:pt x="1046" y="1629"/>
                  </a:cubicBezTo>
                  <a:lnTo>
                    <a:pt x="413" y="2610"/>
                  </a:lnTo>
                  <a:cubicBezTo>
                    <a:pt x="413" y="2610"/>
                    <a:pt x="413" y="2674"/>
                    <a:pt x="444" y="2674"/>
                  </a:cubicBezTo>
                  <a:cubicBezTo>
                    <a:pt x="444" y="2674"/>
                    <a:pt x="1299" y="3370"/>
                    <a:pt x="1204" y="3940"/>
                  </a:cubicBezTo>
                  <a:cubicBezTo>
                    <a:pt x="1109" y="4542"/>
                    <a:pt x="64" y="4890"/>
                    <a:pt x="64" y="4890"/>
                  </a:cubicBezTo>
                  <a:cubicBezTo>
                    <a:pt x="33" y="4890"/>
                    <a:pt x="1" y="4954"/>
                    <a:pt x="33" y="4985"/>
                  </a:cubicBezTo>
                  <a:lnTo>
                    <a:pt x="254" y="6094"/>
                  </a:lnTo>
                  <a:cubicBezTo>
                    <a:pt x="286" y="6126"/>
                    <a:pt x="318" y="6126"/>
                    <a:pt x="349" y="6126"/>
                  </a:cubicBezTo>
                  <a:cubicBezTo>
                    <a:pt x="349" y="6126"/>
                    <a:pt x="469" y="6111"/>
                    <a:pt x="641" y="6111"/>
                  </a:cubicBezTo>
                  <a:cubicBezTo>
                    <a:pt x="986" y="6111"/>
                    <a:pt x="1542" y="6168"/>
                    <a:pt x="1774" y="6506"/>
                  </a:cubicBezTo>
                  <a:cubicBezTo>
                    <a:pt x="2123" y="6981"/>
                    <a:pt x="1648" y="7962"/>
                    <a:pt x="1648" y="7962"/>
                  </a:cubicBezTo>
                  <a:cubicBezTo>
                    <a:pt x="1616" y="7994"/>
                    <a:pt x="1616" y="8026"/>
                    <a:pt x="1648" y="8057"/>
                  </a:cubicBezTo>
                  <a:lnTo>
                    <a:pt x="2629" y="8659"/>
                  </a:lnTo>
                  <a:cubicBezTo>
                    <a:pt x="2629" y="8659"/>
                    <a:pt x="2693" y="8659"/>
                    <a:pt x="2693" y="8627"/>
                  </a:cubicBezTo>
                  <a:cubicBezTo>
                    <a:pt x="2693" y="8627"/>
                    <a:pt x="3318" y="7860"/>
                    <a:pt x="3869" y="7860"/>
                  </a:cubicBezTo>
                  <a:cubicBezTo>
                    <a:pt x="3899" y="7860"/>
                    <a:pt x="3930" y="7862"/>
                    <a:pt x="3960" y="7867"/>
                  </a:cubicBezTo>
                  <a:cubicBezTo>
                    <a:pt x="4561" y="7994"/>
                    <a:pt x="4910" y="9007"/>
                    <a:pt x="4910" y="9007"/>
                  </a:cubicBezTo>
                  <a:cubicBezTo>
                    <a:pt x="4941" y="9039"/>
                    <a:pt x="4973" y="9071"/>
                    <a:pt x="5005" y="9071"/>
                  </a:cubicBezTo>
                  <a:lnTo>
                    <a:pt x="6113" y="8817"/>
                  </a:lnTo>
                  <a:cubicBezTo>
                    <a:pt x="6145" y="8817"/>
                    <a:pt x="6145" y="8786"/>
                    <a:pt x="6145" y="8754"/>
                  </a:cubicBezTo>
                  <a:cubicBezTo>
                    <a:pt x="6145" y="8754"/>
                    <a:pt x="5986" y="8311"/>
                    <a:pt x="6050" y="8057"/>
                  </a:cubicBezTo>
                  <a:cubicBezTo>
                    <a:pt x="6081" y="7772"/>
                    <a:pt x="6271" y="7487"/>
                    <a:pt x="6525" y="7297"/>
                  </a:cubicBezTo>
                  <a:cubicBezTo>
                    <a:pt x="6644" y="7218"/>
                    <a:pt x="6794" y="7188"/>
                    <a:pt x="6953" y="7188"/>
                  </a:cubicBezTo>
                  <a:cubicBezTo>
                    <a:pt x="7429" y="7188"/>
                    <a:pt x="7982" y="7456"/>
                    <a:pt x="7982" y="7456"/>
                  </a:cubicBezTo>
                  <a:cubicBezTo>
                    <a:pt x="8013" y="7456"/>
                    <a:pt x="8045" y="7456"/>
                    <a:pt x="8077" y="7424"/>
                  </a:cubicBezTo>
                  <a:lnTo>
                    <a:pt x="8678" y="6474"/>
                  </a:lnTo>
                  <a:cubicBezTo>
                    <a:pt x="8678" y="6442"/>
                    <a:pt x="8678" y="6411"/>
                    <a:pt x="8647" y="6379"/>
                  </a:cubicBezTo>
                  <a:cubicBezTo>
                    <a:pt x="8647" y="6379"/>
                    <a:pt x="7792" y="5682"/>
                    <a:pt x="7887" y="5112"/>
                  </a:cubicBezTo>
                  <a:cubicBezTo>
                    <a:pt x="8013" y="4542"/>
                    <a:pt x="9027" y="4162"/>
                    <a:pt x="9027" y="4162"/>
                  </a:cubicBezTo>
                  <a:cubicBezTo>
                    <a:pt x="9058" y="4162"/>
                    <a:pt x="9090" y="4130"/>
                    <a:pt x="9090" y="4099"/>
                  </a:cubicBezTo>
                  <a:lnTo>
                    <a:pt x="8837" y="2990"/>
                  </a:lnTo>
                  <a:cubicBezTo>
                    <a:pt x="8805" y="2959"/>
                    <a:pt x="8773" y="2927"/>
                    <a:pt x="8742" y="2927"/>
                  </a:cubicBezTo>
                  <a:cubicBezTo>
                    <a:pt x="8742" y="2927"/>
                    <a:pt x="8611" y="2942"/>
                    <a:pt x="8427" y="2942"/>
                  </a:cubicBezTo>
                  <a:cubicBezTo>
                    <a:pt x="8081" y="2942"/>
                    <a:pt x="7544" y="2888"/>
                    <a:pt x="7317" y="2579"/>
                  </a:cubicBezTo>
                  <a:cubicBezTo>
                    <a:pt x="7126" y="2325"/>
                    <a:pt x="7063" y="2009"/>
                    <a:pt x="7126" y="1692"/>
                  </a:cubicBezTo>
                  <a:cubicBezTo>
                    <a:pt x="7190" y="1470"/>
                    <a:pt x="7443" y="1090"/>
                    <a:pt x="7443" y="1090"/>
                  </a:cubicBezTo>
                  <a:cubicBezTo>
                    <a:pt x="7475" y="1059"/>
                    <a:pt x="7475" y="1027"/>
                    <a:pt x="7443" y="1027"/>
                  </a:cubicBezTo>
                  <a:lnTo>
                    <a:pt x="6493" y="394"/>
                  </a:lnTo>
                  <a:cubicBezTo>
                    <a:pt x="6461" y="394"/>
                    <a:pt x="6430" y="394"/>
                    <a:pt x="6398" y="425"/>
                  </a:cubicBezTo>
                  <a:cubicBezTo>
                    <a:pt x="6398" y="425"/>
                    <a:pt x="5773" y="1193"/>
                    <a:pt x="5222" y="1193"/>
                  </a:cubicBezTo>
                  <a:cubicBezTo>
                    <a:pt x="5192" y="1193"/>
                    <a:pt x="5161" y="1190"/>
                    <a:pt x="5131" y="1185"/>
                  </a:cubicBezTo>
                  <a:cubicBezTo>
                    <a:pt x="4561" y="1090"/>
                    <a:pt x="4181" y="45"/>
                    <a:pt x="4181" y="45"/>
                  </a:cubicBezTo>
                  <a:cubicBezTo>
                    <a:pt x="4181" y="23"/>
                    <a:pt x="4165" y="0"/>
                    <a:pt x="4145" y="0"/>
                  </a:cubicBezTo>
                  <a:close/>
                </a:path>
              </a:pathLst>
            </a:custGeom>
            <a:solidFill>
              <a:srgbClr val="2228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3"/>
            <p:cNvSpPr/>
            <p:nvPr/>
          </p:nvSpPr>
          <p:spPr>
            <a:xfrm>
              <a:off x="2583750" y="3076200"/>
              <a:ext cx="1871401" cy="1331885"/>
            </a:xfrm>
            <a:custGeom>
              <a:avLst/>
              <a:gdLst/>
              <a:ahLst/>
              <a:cxnLst/>
              <a:rect l="l" t="t" r="r" b="b"/>
              <a:pathLst>
                <a:path w="44116" h="31068" extrusionOk="0">
                  <a:moveTo>
                    <a:pt x="41392" y="222"/>
                  </a:moveTo>
                  <a:cubicBezTo>
                    <a:pt x="42057" y="222"/>
                    <a:pt x="42690" y="476"/>
                    <a:pt x="43165" y="951"/>
                  </a:cubicBezTo>
                  <a:cubicBezTo>
                    <a:pt x="43640" y="1458"/>
                    <a:pt x="43894" y="2091"/>
                    <a:pt x="43894" y="2756"/>
                  </a:cubicBezTo>
                  <a:lnTo>
                    <a:pt x="43799" y="28851"/>
                  </a:lnTo>
                  <a:cubicBezTo>
                    <a:pt x="43799" y="29389"/>
                    <a:pt x="43640" y="29928"/>
                    <a:pt x="43292" y="30371"/>
                  </a:cubicBezTo>
                  <a:cubicBezTo>
                    <a:pt x="42849" y="30688"/>
                    <a:pt x="42342" y="30878"/>
                    <a:pt x="41804" y="30878"/>
                  </a:cubicBezTo>
                  <a:lnTo>
                    <a:pt x="2724" y="30878"/>
                  </a:lnTo>
                  <a:cubicBezTo>
                    <a:pt x="2059" y="30878"/>
                    <a:pt x="1426" y="30593"/>
                    <a:pt x="951" y="30118"/>
                  </a:cubicBezTo>
                  <a:cubicBezTo>
                    <a:pt x="476" y="29643"/>
                    <a:pt x="222" y="29009"/>
                    <a:pt x="222" y="28344"/>
                  </a:cubicBezTo>
                  <a:lnTo>
                    <a:pt x="317" y="2249"/>
                  </a:lnTo>
                  <a:cubicBezTo>
                    <a:pt x="317" y="1711"/>
                    <a:pt x="476" y="1172"/>
                    <a:pt x="792" y="729"/>
                  </a:cubicBezTo>
                  <a:cubicBezTo>
                    <a:pt x="1236" y="412"/>
                    <a:pt x="1774" y="222"/>
                    <a:pt x="2312" y="222"/>
                  </a:cubicBezTo>
                  <a:close/>
                  <a:moveTo>
                    <a:pt x="2312" y="1"/>
                  </a:moveTo>
                  <a:cubicBezTo>
                    <a:pt x="1711" y="1"/>
                    <a:pt x="1109" y="222"/>
                    <a:pt x="666" y="571"/>
                  </a:cubicBezTo>
                  <a:cubicBezTo>
                    <a:pt x="317" y="1046"/>
                    <a:pt x="96" y="1616"/>
                    <a:pt x="96" y="2249"/>
                  </a:cubicBezTo>
                  <a:lnTo>
                    <a:pt x="1" y="28344"/>
                  </a:lnTo>
                  <a:cubicBezTo>
                    <a:pt x="1" y="29865"/>
                    <a:pt x="1236" y="31068"/>
                    <a:pt x="2724" y="31068"/>
                  </a:cubicBezTo>
                  <a:lnTo>
                    <a:pt x="41804" y="31068"/>
                  </a:lnTo>
                  <a:cubicBezTo>
                    <a:pt x="42437" y="31068"/>
                    <a:pt x="43007" y="30878"/>
                    <a:pt x="43450" y="30498"/>
                  </a:cubicBezTo>
                  <a:cubicBezTo>
                    <a:pt x="43799" y="30055"/>
                    <a:pt x="44021" y="29484"/>
                    <a:pt x="44021" y="28851"/>
                  </a:cubicBezTo>
                  <a:lnTo>
                    <a:pt x="44116" y="2756"/>
                  </a:lnTo>
                  <a:cubicBezTo>
                    <a:pt x="44116" y="1236"/>
                    <a:pt x="42880" y="1"/>
                    <a:pt x="41392" y="1"/>
                  </a:cubicBezTo>
                  <a:close/>
                </a:path>
              </a:pathLst>
            </a:custGeom>
            <a:solidFill>
              <a:srgbClr val="3047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6" name="Google Shape;2116;p23"/>
          <p:cNvSpPr txBox="1"/>
          <p:nvPr/>
        </p:nvSpPr>
        <p:spPr>
          <a:xfrm>
            <a:off x="4699413" y="1933094"/>
            <a:ext cx="41304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latin typeface="Bodoni MT Black" panose="02070A03080606020203" pitchFamily="18" charset="0"/>
                <a:ea typeface="Fira Sans Medium"/>
                <a:cs typeface="Fira Sans Medium"/>
                <a:sym typeface="Fira Sans Medium"/>
              </a:rPr>
              <a:t>T</a:t>
            </a:r>
            <a:r>
              <a:rPr lang="en" sz="6000" dirty="0">
                <a:latin typeface="Bodoni MT Black" panose="02070A03080606020203" pitchFamily="18" charset="0"/>
                <a:ea typeface="Fira Sans Medium"/>
                <a:cs typeface="Fira Sans Medium"/>
                <a:sym typeface="Fira Sans Medium"/>
              </a:rPr>
              <a:t>hank you !</a:t>
            </a:r>
            <a:endParaRPr sz="6000" dirty="0">
              <a:latin typeface="Bodoni MT Black" panose="02070A03080606020203" pitchFamily="18" charset="0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7EDC3F-1CEF-CF9D-54EF-10B11F0CEC23}"/>
              </a:ext>
            </a:extLst>
          </p:cNvPr>
          <p:cNvSpPr txBox="1"/>
          <p:nvPr/>
        </p:nvSpPr>
        <p:spPr>
          <a:xfrm>
            <a:off x="8508206" y="4693444"/>
            <a:ext cx="514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chnology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1334</Words>
  <Application>Microsoft Office PowerPoint</Application>
  <PresentationFormat>On-screen Show (16:9)</PresentationFormat>
  <Paragraphs>237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Fira Sans SemiBold</vt:lpstr>
      <vt:lpstr>Century</vt:lpstr>
      <vt:lpstr>Bahnschrift</vt:lpstr>
      <vt:lpstr>Fira Sans</vt:lpstr>
      <vt:lpstr>Times New Roman</vt:lpstr>
      <vt:lpstr>Bodoni MT Black</vt:lpstr>
      <vt:lpstr>Technology Infographics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Shanta</dc:creator>
  <cp:lastModifiedBy>Shanta Islam</cp:lastModifiedBy>
  <cp:revision>4</cp:revision>
  <dcterms:modified xsi:type="dcterms:W3CDTF">2026-06-11T04:34:44Z</dcterms:modified>
</cp:coreProperties>
</file>